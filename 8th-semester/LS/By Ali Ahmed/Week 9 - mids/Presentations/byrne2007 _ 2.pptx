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Roboto"/>
      <p:regular r:id="rId22"/>
      <p:bold r:id="rId23"/>
      <p:italic r:id="rId24"/>
      <p:boldItalic r:id="rId25"/>
    </p:embeddedFont>
    <p:embeddedFont>
      <p:font typeface="Roboto Medium"/>
      <p:regular r:id="rId26"/>
      <p:bold r:id="rId27"/>
      <p:italic r:id="rId28"/>
      <p:boldItalic r:id="rId29"/>
    </p:embeddedFont>
    <p:embeddedFont>
      <p:font typeface="Fira Sans Extra Condensed Light"/>
      <p:regular r:id="rId30"/>
      <p:bold r:id="rId31"/>
      <p:italic r:id="rId32"/>
      <p:boldItalic r:id="rId33"/>
    </p:embeddedFont>
    <p:embeddedFont>
      <p:font typeface="Roboto SemiBold"/>
      <p:regular r:id="rId34"/>
      <p:bold r:id="rId35"/>
      <p:italic r:id="rId36"/>
      <p:boldItalic r:id="rId37"/>
    </p:embeddedFont>
    <p:embeddedFont>
      <p:font typeface="Fira Sans Extra Condensed"/>
      <p:regular r:id="rId38"/>
      <p:bold r:id="rId39"/>
      <p:italic r:id="rId40"/>
      <p:boldItalic r:id="rId41"/>
    </p:embeddedFont>
    <p:embeddedFont>
      <p:font typeface="Fira Sans Extra Condensed SemiBold"/>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BE81832-F099-495C-8D9A-C53418E13F56}">
  <a:tblStyle styleId="{6BE81832-F099-495C-8D9A-C53418E13F5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FiraSansExtraCondensed-italic.fntdata"/><Relationship Id="rId20" Type="http://schemas.openxmlformats.org/officeDocument/2006/relationships/slide" Target="slides/slide15.xml"/><Relationship Id="rId42" Type="http://schemas.openxmlformats.org/officeDocument/2006/relationships/font" Target="fonts/FiraSansExtraCondensedSemiBold-regular.fntdata"/><Relationship Id="rId41" Type="http://schemas.openxmlformats.org/officeDocument/2006/relationships/font" Target="fonts/FiraSansExtraCondensed-boldItalic.fntdata"/><Relationship Id="rId22" Type="http://schemas.openxmlformats.org/officeDocument/2006/relationships/font" Target="fonts/Roboto-regular.fntdata"/><Relationship Id="rId44" Type="http://schemas.openxmlformats.org/officeDocument/2006/relationships/font" Target="fonts/FiraSansExtraCondensedSemiBold-italic.fntdata"/><Relationship Id="rId21" Type="http://schemas.openxmlformats.org/officeDocument/2006/relationships/slide" Target="slides/slide16.xml"/><Relationship Id="rId43" Type="http://schemas.openxmlformats.org/officeDocument/2006/relationships/font" Target="fonts/FiraSansExtraCondensedSemiBold-bold.fntdata"/><Relationship Id="rId24" Type="http://schemas.openxmlformats.org/officeDocument/2006/relationships/font" Target="fonts/Roboto-italic.fntdata"/><Relationship Id="rId23" Type="http://schemas.openxmlformats.org/officeDocument/2006/relationships/font" Target="fonts/Roboto-bold.fntdata"/><Relationship Id="rId45" Type="http://schemas.openxmlformats.org/officeDocument/2006/relationships/font" Target="fonts/FiraSansExtraCondensedSemiBold-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Medium-regular.fntdata"/><Relationship Id="rId25" Type="http://schemas.openxmlformats.org/officeDocument/2006/relationships/font" Target="fonts/Roboto-boldItalic.fntdata"/><Relationship Id="rId28" Type="http://schemas.openxmlformats.org/officeDocument/2006/relationships/font" Target="fonts/RobotoMedium-italic.fntdata"/><Relationship Id="rId27" Type="http://schemas.openxmlformats.org/officeDocument/2006/relationships/font" Target="fonts/RobotoMedium-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Medium-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FiraSansExtraCondensedLight-bold.fntdata"/><Relationship Id="rId30" Type="http://schemas.openxmlformats.org/officeDocument/2006/relationships/font" Target="fonts/FiraSansExtraCondensedLight-regular.fntdata"/><Relationship Id="rId11" Type="http://schemas.openxmlformats.org/officeDocument/2006/relationships/slide" Target="slides/slide6.xml"/><Relationship Id="rId33" Type="http://schemas.openxmlformats.org/officeDocument/2006/relationships/font" Target="fonts/FiraSansExtraCondensedLight-boldItalic.fntdata"/><Relationship Id="rId10" Type="http://schemas.openxmlformats.org/officeDocument/2006/relationships/slide" Target="slides/slide5.xml"/><Relationship Id="rId32" Type="http://schemas.openxmlformats.org/officeDocument/2006/relationships/font" Target="fonts/FiraSansExtraCondensedLight-italic.fntdata"/><Relationship Id="rId13" Type="http://schemas.openxmlformats.org/officeDocument/2006/relationships/slide" Target="slides/slide8.xml"/><Relationship Id="rId35" Type="http://schemas.openxmlformats.org/officeDocument/2006/relationships/font" Target="fonts/RobotoSemiBold-bold.fntdata"/><Relationship Id="rId12" Type="http://schemas.openxmlformats.org/officeDocument/2006/relationships/slide" Target="slides/slide7.xml"/><Relationship Id="rId34" Type="http://schemas.openxmlformats.org/officeDocument/2006/relationships/font" Target="fonts/RobotoSemiBold-regular.fntdata"/><Relationship Id="rId15" Type="http://schemas.openxmlformats.org/officeDocument/2006/relationships/slide" Target="slides/slide10.xml"/><Relationship Id="rId37" Type="http://schemas.openxmlformats.org/officeDocument/2006/relationships/font" Target="fonts/RobotoSemiBold-boldItalic.fntdata"/><Relationship Id="rId14" Type="http://schemas.openxmlformats.org/officeDocument/2006/relationships/slide" Target="slides/slide9.xml"/><Relationship Id="rId36" Type="http://schemas.openxmlformats.org/officeDocument/2006/relationships/font" Target="fonts/RobotoSemiBold-italic.fntdata"/><Relationship Id="rId17" Type="http://schemas.openxmlformats.org/officeDocument/2006/relationships/slide" Target="slides/slide12.xml"/><Relationship Id="rId39" Type="http://schemas.openxmlformats.org/officeDocument/2006/relationships/font" Target="fonts/FiraSansExtraCondensed-bold.fntdata"/><Relationship Id="rId16" Type="http://schemas.openxmlformats.org/officeDocument/2006/relationships/slide" Target="slides/slide11.xml"/><Relationship Id="rId38" Type="http://schemas.openxmlformats.org/officeDocument/2006/relationships/font" Target="fonts/FiraSansExtraCondensed-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af67a8bb79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2af67a8bb79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a:solidFill>
                  <a:schemeClr val="dk1"/>
                </a:solidFill>
              </a:rPr>
              <a:t>“Leadership is not one-size-fits-all. The best leaders know how to adapt.</a:t>
            </a:r>
            <a:br>
              <a:rPr lang="en">
                <a:solidFill>
                  <a:schemeClr val="dk1"/>
                </a:solidFill>
              </a:rPr>
            </a:br>
            <a:r>
              <a:rPr lang="en">
                <a:solidFill>
                  <a:schemeClr val="dk1"/>
                </a:solidFill>
              </a:rPr>
              <a:t>“In conclusion, there is no universal leadership style. Cultural values play a bigger role than personal values in shaping how leaders succeed. The most successful businesses are those that adapt their leadership styles to fit the cultural context.”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110d50be6e8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110d50be6e8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chemeClr val="dk1"/>
                </a:solidFill>
              </a:rPr>
              <a:t>"Think of leadership like a recipe. Personal values are the ingredients, but the national culture is the cookbook that tells you how to mix them."</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10df16ea0ac_0_17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10df16ea0ac_0_17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"Think of leadership as cooking. The personal values are the chef’s skills, and the national culture is the recipe they must follow."</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10df16ea0ac_0_8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10df16ea0ac_0_8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a:solidFill>
                  <a:schemeClr val="dk1"/>
                </a:solidFill>
              </a:rPr>
              <a:t>“This study looked at leaders in three countries and asked: What makes them successful—their personal beliefs or their country’s culture?”</a:t>
            </a:r>
            <a:endParaRPr i="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Move through </a:t>
            </a:r>
            <a:r>
              <a:rPr b="1" lang="en">
                <a:solidFill>
                  <a:schemeClr val="dk1"/>
                </a:solidFill>
              </a:rPr>
              <a:t>data collection → variables → analysis → findings</a:t>
            </a:r>
            <a:r>
              <a:rPr lang="en">
                <a:solidFill>
                  <a:schemeClr val="dk1"/>
                </a:solidFill>
              </a:rPr>
              <a:t> step by step.</a:t>
            </a:r>
            <a:endParaRPr>
              <a:solidFill>
                <a:schemeClr val="dk1"/>
              </a:solidFill>
            </a:endParaRPr>
          </a:p>
          <a:p>
            <a:pPr indent="0" lvl="0" marL="0" rtl="0" algn="l">
              <a:spcBef>
                <a:spcPts val="0"/>
              </a:spcBef>
              <a:spcAft>
                <a:spcPts val="0"/>
              </a:spcAft>
              <a:buNone/>
            </a:pPr>
            <a:r>
              <a:rPr i="1" lang="en">
                <a:solidFill>
                  <a:schemeClr val="dk1"/>
                </a:solidFill>
              </a:rPr>
              <a:t>“What leadership traits do you think work best in your country?”</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2bcb0ea33a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2bcb0ea33a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1200">
                <a:solidFill>
                  <a:srgbClr val="404040"/>
                </a:solidFill>
                <a:latin typeface="Roboto"/>
                <a:ea typeface="Roboto"/>
                <a:cs typeface="Roboto"/>
                <a:sym typeface="Roboto"/>
              </a:rPr>
              <a:t>How Values Shape Leadership</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2bcb0ea33a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32bcb0ea33a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1200">
                <a:solidFill>
                  <a:srgbClr val="404040"/>
                </a:solidFill>
                <a:latin typeface="Roboto"/>
                <a:ea typeface="Roboto"/>
                <a:cs typeface="Roboto"/>
                <a:sym typeface="Roboto"/>
              </a:rPr>
              <a:t>How Values Shape Leadership</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10df16ea0ac_0_27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10df16ea0ac_0_27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2bb5dbe5b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32bb5dbe5b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2bcb0ea33a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32bcb0ea33a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11023eb61e9_0_149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11023eb61e9_0_149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Global Success Needs Local Smarts</a:t>
            </a:r>
            <a:br>
              <a:rPr b="1" lang="en">
                <a:solidFill>
                  <a:schemeClr val="dk1"/>
                </a:solidFill>
              </a:rPr>
            </a:br>
            <a:r>
              <a:rPr i="1" lang="en">
                <a:solidFill>
                  <a:schemeClr val="dk1"/>
                </a:solidFill>
              </a:rPr>
              <a:t>Leadership isn’t universal. A style that works in one country might fail in another. Imagine trying to fit a square box in a round hole—that’s what it’s like when leadership doesn’t align with local culture.</a:t>
            </a:r>
            <a:br>
              <a:rPr i="1" lang="en">
                <a:solidFill>
                  <a:schemeClr val="dk1"/>
                </a:solidFill>
              </a:rPr>
            </a:br>
            <a:r>
              <a:rPr i="1" lang="en">
                <a:solidFill>
                  <a:schemeClr val="dk1"/>
                </a:solidFill>
              </a:rPr>
              <a:t>For example, in Finland, leaders are more traditional and cautious, so pushing rapid changes might backfire. On the other hand, Ireland values innovation and openness to change. Companies that understand and respect these differences are more likely to succeed globally.</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Adapting Leadership = Business Growth</a:t>
            </a:r>
            <a:br>
              <a:rPr b="1" lang="en">
                <a:solidFill>
                  <a:schemeClr val="dk1"/>
                </a:solidFill>
              </a:rPr>
            </a:br>
            <a:r>
              <a:rPr i="1" lang="en">
                <a:solidFill>
                  <a:schemeClr val="dk1"/>
                </a:solidFill>
              </a:rPr>
              <a:t>“Think about McDonald’s. They change their menu in every country according to local tastes—spicy paneer burgers in India, chicken burgers in Pakistan. Leadership should be just as flexible. When companies adapt to local values, they build trust and thrive in new markets.”</a:t>
            </a:r>
            <a:endParaRPr i="1">
              <a:solidFill>
                <a:schemeClr val="dk1"/>
              </a:solidFill>
            </a:endParaRPr>
          </a:p>
          <a:p>
            <a:pPr indent="0" lvl="0" marL="0" rtl="0" algn="l">
              <a:lnSpc>
                <a:spcPct val="115000"/>
              </a:lnSpc>
              <a:spcBef>
                <a:spcPts val="0"/>
              </a:spcBef>
              <a:spcAft>
                <a:spcPts val="0"/>
              </a:spcAft>
              <a:buNone/>
            </a:pPr>
            <a:r>
              <a:t/>
            </a:r>
            <a:endParaRPr i="1">
              <a:solidFill>
                <a:schemeClr val="dk1"/>
              </a:solidFill>
            </a:endParaRPr>
          </a:p>
          <a:p>
            <a:pPr indent="0" lvl="0" marL="0" rtl="0" algn="l">
              <a:lnSpc>
                <a:spcPct val="115000"/>
              </a:lnSpc>
              <a:spcBef>
                <a:spcPts val="0"/>
              </a:spcBef>
              <a:spcAft>
                <a:spcPts val="0"/>
              </a:spcAft>
              <a:buNone/>
            </a:pPr>
            <a:r>
              <a:rPr b="1" lang="en">
                <a:solidFill>
                  <a:schemeClr val="dk1"/>
                </a:solidFill>
              </a:rPr>
              <a:t>Real Impact</a:t>
            </a:r>
            <a:br>
              <a:rPr b="1" lang="en">
                <a:solidFill>
                  <a:schemeClr val="dk1"/>
                </a:solidFill>
              </a:rPr>
            </a:br>
            <a:r>
              <a:rPr i="1" lang="en">
                <a:solidFill>
                  <a:schemeClr val="dk1"/>
                </a:solidFill>
              </a:rPr>
              <a:t>“Understanding cultural differences isn’t just a good strategy—it’s essential for global success. Companies that overlook these differences often struggle to connect with local teams, customers, and markets. Those that adapt can turn cultural challenges into competitive advantages.”</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11023eb61e9_0_170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0" name="Google Shape;510;g11023eb61e9_0_170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a:t>When companies expand internationally, they need leaders who understand the local culture. Hiring local leaders can bridge cultural gaps and improve business outcomes. Also, focusing on shared values, like social responsibility and ethical practices, creates common ground across different countries. Consumers globally expect businesses to act ethically, treating employees fairly and contributing to communities, which helps build a positive reputation.</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32bccb45910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g32bccb45910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lang="en">
                <a:solidFill>
                  <a:schemeClr val="dk1"/>
                </a:solidFill>
              </a:rPr>
              <a:t>Starbucks faced a backlash in China, where tea, instead of coffee, was the preferred drink. They adapted by introducing tea-based drinks and creating a welcoming, community-focused environment. This cultural alignment turned China into one of Starbucks’ biggest market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32bccb45910_0_3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0" name="Google Shape;680;g32bccb45910_0_3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a:solidFill>
                  <a:schemeClr val="dk1"/>
                </a:solidFill>
              </a:rPr>
              <a:t>Walmart failed in Germany because they didn’t change their approach. In the U.S., friendly greeters and bagging groceries are normal, but in Germany, these practices felt uncomfortable to shoppers. Walmart didn’t adjust to the local culture, and as a result, they had to leave the German market.</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g1128ecc1eb8_0_1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7" name="Google Shape;717;g1128ecc1eb8_0_1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a:solidFill>
                  <a:schemeClr val="dk1"/>
                </a:solidFill>
              </a:rPr>
              <a:t>“Leadership is not one-size-fits-all. The best leaders know how to adapt.</a:t>
            </a:r>
            <a:br>
              <a:rPr lang="en">
                <a:solidFill>
                  <a:schemeClr val="dk1"/>
                </a:solidFill>
              </a:rPr>
            </a:br>
            <a:r>
              <a:rPr lang="en">
                <a:solidFill>
                  <a:schemeClr val="dk1"/>
                </a:solidFill>
              </a:rPr>
              <a:t>“In conclusion, there is no universal leadership style. Cultural values play a bigger role than personal values in shaping how leaders succeed. The most successful businesses are those that adapt their leadership styles to fit the cultural context.”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g32bccb45910_0_4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9" name="Google Shape;779;g32bccb45910_0_4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457200" y="1123950"/>
            <a:ext cx="4114800" cy="2425800"/>
          </a:xfrm>
          <a:prstGeom prst="rect">
            <a:avLst/>
          </a:prstGeom>
        </p:spPr>
        <p:txBody>
          <a:bodyPr anchorCtr="0" anchor="b" bIns="91425" lIns="91425" spcFirstLastPara="1" rIns="91425" wrap="square" tIns="91425">
            <a:noAutofit/>
          </a:bodyPr>
          <a:lstStyle>
            <a:lvl1pPr lvl="0">
              <a:spcBef>
                <a:spcPts val="0"/>
              </a:spcBef>
              <a:spcAft>
                <a:spcPts val="0"/>
              </a:spcAft>
              <a:buSzPts val="5200"/>
              <a:buNone/>
              <a:defRPr sz="50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457200" y="3586600"/>
            <a:ext cx="4114800" cy="414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453600" y="292625"/>
            <a:ext cx="82368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indent="-317500" lvl="1" marL="9144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indent="-317500" lvl="2" marL="13716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indent="-317500" lvl="3" marL="18288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indent="-317500" lvl="4" marL="22860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indent="-317500" lvl="5" marL="27432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indent="-317500" lvl="6" marL="32004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indent="-317500" lvl="7" marL="36576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indent="-317500" lvl="8" marL="41148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hyperlink" Target="https://docs.google.com/spreadsheets/d/1UFX2CGcBl-MdCWrImds4jZxjC7NlviO4dur3wA7DwFs/copy#gid=1945310133" TargetMode="Externa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719600" y="-419275"/>
            <a:ext cx="6089400" cy="3775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Culture's influence on leadership efficiency: </a:t>
            </a:r>
            <a:r>
              <a:rPr lang="en" sz="3600">
                <a:latin typeface="Fira Sans Extra Condensed Light"/>
                <a:ea typeface="Fira Sans Extra Condensed Light"/>
                <a:cs typeface="Fira Sans Extra Condensed Light"/>
                <a:sym typeface="Fira Sans Extra Condensed Light"/>
              </a:rPr>
              <a:t>How personal and national cultures affect leadership style</a:t>
            </a:r>
            <a:endParaRPr sz="3600">
              <a:latin typeface="Fira Sans Extra Condensed Light"/>
              <a:ea typeface="Fira Sans Extra Condensed Light"/>
              <a:cs typeface="Fira Sans Extra Condensed Light"/>
              <a:sym typeface="Fira Sans Extra Condensed Light"/>
            </a:endParaRPr>
          </a:p>
        </p:txBody>
      </p:sp>
      <p:sp>
        <p:nvSpPr>
          <p:cNvPr id="55" name="Google Shape;55;p13"/>
          <p:cNvSpPr txBox="1"/>
          <p:nvPr>
            <p:ph idx="1" type="subTitle"/>
          </p:nvPr>
        </p:nvSpPr>
        <p:spPr>
          <a:xfrm>
            <a:off x="1022225" y="3811450"/>
            <a:ext cx="4114800" cy="114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Presented By:</a:t>
            </a:r>
            <a:endParaRPr b="1"/>
          </a:p>
          <a:p>
            <a:pPr indent="0" lvl="0" marL="0" rtl="0" algn="l">
              <a:spcBef>
                <a:spcPts val="0"/>
              </a:spcBef>
              <a:spcAft>
                <a:spcPts val="0"/>
              </a:spcAft>
              <a:buNone/>
            </a:pPr>
            <a:r>
              <a:rPr lang="en"/>
              <a:t>Rabia Usman		</a:t>
            </a:r>
            <a:r>
              <a:rPr lang="en"/>
              <a:t>2021-CS-112</a:t>
            </a:r>
            <a:endParaRPr/>
          </a:p>
          <a:p>
            <a:pPr indent="0" lvl="0" marL="0" rtl="0" algn="l">
              <a:spcBef>
                <a:spcPts val="0"/>
              </a:spcBef>
              <a:spcAft>
                <a:spcPts val="0"/>
              </a:spcAft>
              <a:buNone/>
            </a:pPr>
            <a:r>
              <a:rPr lang="en"/>
              <a:t>Suman Shahzad	2021-CS-131</a:t>
            </a:r>
            <a:endParaRPr/>
          </a:p>
          <a:p>
            <a:pPr indent="0" lvl="0" marL="0" rtl="0" algn="l">
              <a:spcBef>
                <a:spcPts val="0"/>
              </a:spcBef>
              <a:spcAft>
                <a:spcPts val="0"/>
              </a:spcAft>
              <a:buNone/>
            </a:pPr>
            <a:r>
              <a:rPr lang="en"/>
              <a:t>Sana Rashid		2021-CS-135</a:t>
            </a:r>
            <a:endParaRPr/>
          </a:p>
        </p:txBody>
      </p:sp>
      <p:grpSp>
        <p:nvGrpSpPr>
          <p:cNvPr id="56" name="Google Shape;56;p13"/>
          <p:cNvGrpSpPr/>
          <p:nvPr/>
        </p:nvGrpSpPr>
        <p:grpSpPr>
          <a:xfrm>
            <a:off x="5137071" y="839328"/>
            <a:ext cx="4007033" cy="4304264"/>
            <a:chOff x="1259400" y="826100"/>
            <a:chExt cx="5626275" cy="4393900"/>
          </a:xfrm>
        </p:grpSpPr>
        <p:sp>
          <p:nvSpPr>
            <p:cNvPr id="57" name="Google Shape;57;p13"/>
            <p:cNvSpPr/>
            <p:nvPr/>
          </p:nvSpPr>
          <p:spPr>
            <a:xfrm>
              <a:off x="1728250" y="3184275"/>
              <a:ext cx="3095075" cy="2035725"/>
            </a:xfrm>
            <a:custGeom>
              <a:rect b="b" l="l" r="r" t="t"/>
              <a:pathLst>
                <a:path extrusionOk="0" h="81429" w="123803">
                  <a:moveTo>
                    <a:pt x="100246" y="1"/>
                  </a:moveTo>
                  <a:cubicBezTo>
                    <a:pt x="77712" y="1"/>
                    <a:pt x="45348" y="961"/>
                    <a:pt x="44926" y="2187"/>
                  </a:cubicBezTo>
                  <a:cubicBezTo>
                    <a:pt x="44257" y="4072"/>
                    <a:pt x="61674" y="20424"/>
                    <a:pt x="61674" y="20424"/>
                  </a:cubicBezTo>
                  <a:lnTo>
                    <a:pt x="1" y="81428"/>
                  </a:lnTo>
                  <a:lnTo>
                    <a:pt x="76385" y="81428"/>
                  </a:lnTo>
                  <a:lnTo>
                    <a:pt x="100185" y="57629"/>
                  </a:lnTo>
                  <a:cubicBezTo>
                    <a:pt x="100185" y="57629"/>
                    <a:pt x="116093" y="74240"/>
                    <a:pt x="118606" y="74240"/>
                  </a:cubicBezTo>
                  <a:cubicBezTo>
                    <a:pt x="118650" y="74240"/>
                    <a:pt x="118691" y="74235"/>
                    <a:pt x="118727" y="74225"/>
                  </a:cubicBezTo>
                  <a:cubicBezTo>
                    <a:pt x="120824" y="73586"/>
                    <a:pt x="123803" y="2613"/>
                    <a:pt x="121523" y="850"/>
                  </a:cubicBezTo>
                  <a:cubicBezTo>
                    <a:pt x="120751" y="253"/>
                    <a:pt x="111788" y="1"/>
                    <a:pt x="10024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3"/>
            <p:cNvSpPr/>
            <p:nvPr/>
          </p:nvSpPr>
          <p:spPr>
            <a:xfrm>
              <a:off x="1259400" y="4300525"/>
              <a:ext cx="1360250" cy="919475"/>
            </a:xfrm>
            <a:custGeom>
              <a:rect b="b" l="l" r="r" t="t"/>
              <a:pathLst>
                <a:path extrusionOk="0" h="36779" w="54410">
                  <a:moveTo>
                    <a:pt x="44046" y="1"/>
                  </a:moveTo>
                  <a:cubicBezTo>
                    <a:pt x="35814" y="1"/>
                    <a:pt x="25157" y="328"/>
                    <a:pt x="24986" y="820"/>
                  </a:cubicBezTo>
                  <a:cubicBezTo>
                    <a:pt x="24743" y="1580"/>
                    <a:pt x="30427" y="7720"/>
                    <a:pt x="30427" y="7720"/>
                  </a:cubicBezTo>
                  <a:cubicBezTo>
                    <a:pt x="30427" y="7720"/>
                    <a:pt x="4074" y="31459"/>
                    <a:pt x="1" y="36778"/>
                  </a:cubicBezTo>
                  <a:lnTo>
                    <a:pt x="32099" y="36778"/>
                  </a:lnTo>
                  <a:cubicBezTo>
                    <a:pt x="36962" y="32006"/>
                    <a:pt x="45959" y="23617"/>
                    <a:pt x="45959" y="23617"/>
                  </a:cubicBezTo>
                  <a:cubicBezTo>
                    <a:pt x="45959" y="23617"/>
                    <a:pt x="51861" y="29432"/>
                    <a:pt x="52917" y="29432"/>
                  </a:cubicBezTo>
                  <a:cubicBezTo>
                    <a:pt x="52941" y="29432"/>
                    <a:pt x="52962" y="29429"/>
                    <a:pt x="52981" y="29423"/>
                  </a:cubicBezTo>
                  <a:cubicBezTo>
                    <a:pt x="53862" y="29149"/>
                    <a:pt x="54409" y="1124"/>
                    <a:pt x="53467" y="395"/>
                  </a:cubicBezTo>
                  <a:cubicBezTo>
                    <a:pt x="53112" y="120"/>
                    <a:pt x="49022" y="1"/>
                    <a:pt x="4404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3"/>
            <p:cNvSpPr/>
            <p:nvPr/>
          </p:nvSpPr>
          <p:spPr>
            <a:xfrm>
              <a:off x="3266275" y="3691075"/>
              <a:ext cx="892150" cy="850350"/>
            </a:xfrm>
            <a:custGeom>
              <a:rect b="b" l="l" r="r" t="t"/>
              <a:pathLst>
                <a:path extrusionOk="0" h="34014" w="35686">
                  <a:moveTo>
                    <a:pt x="274" y="0"/>
                  </a:moveTo>
                  <a:lnTo>
                    <a:pt x="1" y="274"/>
                  </a:lnTo>
                  <a:lnTo>
                    <a:pt x="35442" y="34013"/>
                  </a:lnTo>
                  <a:lnTo>
                    <a:pt x="35685" y="33740"/>
                  </a:lnTo>
                  <a:lnTo>
                    <a:pt x="27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3"/>
            <p:cNvSpPr/>
            <p:nvPr/>
          </p:nvSpPr>
          <p:spPr>
            <a:xfrm>
              <a:off x="2016250" y="4490475"/>
              <a:ext cx="326025" cy="333625"/>
            </a:xfrm>
            <a:custGeom>
              <a:rect b="b" l="l" r="r" t="t"/>
              <a:pathLst>
                <a:path extrusionOk="0" h="13345" w="13041">
                  <a:moveTo>
                    <a:pt x="275" y="1"/>
                  </a:moveTo>
                  <a:lnTo>
                    <a:pt x="1" y="244"/>
                  </a:lnTo>
                  <a:cubicBezTo>
                    <a:pt x="62" y="305"/>
                    <a:pt x="6384" y="7174"/>
                    <a:pt x="12767" y="13344"/>
                  </a:cubicBezTo>
                  <a:lnTo>
                    <a:pt x="13041" y="13071"/>
                  </a:lnTo>
                  <a:cubicBezTo>
                    <a:pt x="6658" y="6931"/>
                    <a:pt x="366" y="61"/>
                    <a:pt x="2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3"/>
            <p:cNvSpPr/>
            <p:nvPr/>
          </p:nvSpPr>
          <p:spPr>
            <a:xfrm>
              <a:off x="4622700" y="3711350"/>
              <a:ext cx="2262975" cy="1508650"/>
            </a:xfrm>
            <a:custGeom>
              <a:rect b="b" l="l" r="r" t="t"/>
              <a:pathLst>
                <a:path extrusionOk="0" h="60346" w="90519">
                  <a:moveTo>
                    <a:pt x="86089" y="0"/>
                  </a:moveTo>
                  <a:cubicBezTo>
                    <a:pt x="74993" y="0"/>
                    <a:pt x="35354" y="3276"/>
                    <a:pt x="34955" y="4417"/>
                  </a:cubicBezTo>
                  <a:cubicBezTo>
                    <a:pt x="34499" y="5725"/>
                    <a:pt x="44196" y="16150"/>
                    <a:pt x="44196" y="16150"/>
                  </a:cubicBezTo>
                  <a:lnTo>
                    <a:pt x="0" y="60345"/>
                  </a:lnTo>
                  <a:lnTo>
                    <a:pt x="53466" y="60345"/>
                  </a:lnTo>
                  <a:lnTo>
                    <a:pt x="70609" y="43233"/>
                  </a:lnTo>
                  <a:cubicBezTo>
                    <a:pt x="70609" y="43233"/>
                    <a:pt x="80705" y="53124"/>
                    <a:pt x="82486" y="53124"/>
                  </a:cubicBezTo>
                  <a:cubicBezTo>
                    <a:pt x="82523" y="53124"/>
                    <a:pt x="82556" y="53120"/>
                    <a:pt x="82585" y="53111"/>
                  </a:cubicBezTo>
                  <a:cubicBezTo>
                    <a:pt x="84044" y="52655"/>
                    <a:pt x="90519" y="1469"/>
                    <a:pt x="88908" y="223"/>
                  </a:cubicBezTo>
                  <a:cubicBezTo>
                    <a:pt x="88704" y="69"/>
                    <a:pt x="87696" y="0"/>
                    <a:pt x="8608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3"/>
            <p:cNvSpPr/>
            <p:nvPr/>
          </p:nvSpPr>
          <p:spPr>
            <a:xfrm>
              <a:off x="5723775" y="4112050"/>
              <a:ext cx="556275" cy="576025"/>
            </a:xfrm>
            <a:custGeom>
              <a:rect b="b" l="l" r="r" t="t"/>
              <a:pathLst>
                <a:path extrusionOk="0" h="23041" w="22251">
                  <a:moveTo>
                    <a:pt x="274" y="1"/>
                  </a:moveTo>
                  <a:lnTo>
                    <a:pt x="1" y="274"/>
                  </a:lnTo>
                  <a:lnTo>
                    <a:pt x="21977" y="23040"/>
                  </a:lnTo>
                  <a:lnTo>
                    <a:pt x="22250" y="22767"/>
                  </a:lnTo>
                  <a:lnTo>
                    <a:pt x="27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3"/>
            <p:cNvSpPr/>
            <p:nvPr/>
          </p:nvSpPr>
          <p:spPr>
            <a:xfrm>
              <a:off x="5346100" y="2029675"/>
              <a:ext cx="1505375" cy="313375"/>
            </a:xfrm>
            <a:custGeom>
              <a:rect b="b" l="l" r="r" t="t"/>
              <a:pathLst>
                <a:path extrusionOk="0" h="12535" w="60215">
                  <a:moveTo>
                    <a:pt x="28134" y="0"/>
                  </a:moveTo>
                  <a:cubicBezTo>
                    <a:pt x="23421" y="0"/>
                    <a:pt x="19796" y="2290"/>
                    <a:pt x="17934" y="6212"/>
                  </a:cubicBezTo>
                  <a:cubicBezTo>
                    <a:pt x="17041" y="5673"/>
                    <a:pt x="15987" y="5390"/>
                    <a:pt x="14756" y="5390"/>
                  </a:cubicBezTo>
                  <a:cubicBezTo>
                    <a:pt x="11338" y="5390"/>
                    <a:pt x="6548" y="7574"/>
                    <a:pt x="1" y="12535"/>
                  </a:cubicBezTo>
                  <a:lnTo>
                    <a:pt x="60215" y="12535"/>
                  </a:lnTo>
                  <a:cubicBezTo>
                    <a:pt x="55812" y="7608"/>
                    <a:pt x="51520" y="5516"/>
                    <a:pt x="48477" y="5516"/>
                  </a:cubicBezTo>
                  <a:cubicBezTo>
                    <a:pt x="46752" y="5516"/>
                    <a:pt x="45428" y="6188"/>
                    <a:pt x="44713" y="7398"/>
                  </a:cubicBezTo>
                  <a:cubicBezTo>
                    <a:pt x="38553" y="2252"/>
                    <a:pt x="32808" y="0"/>
                    <a:pt x="2813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3"/>
            <p:cNvSpPr/>
            <p:nvPr/>
          </p:nvSpPr>
          <p:spPr>
            <a:xfrm>
              <a:off x="5747325" y="2182700"/>
              <a:ext cx="50950" cy="90450"/>
            </a:xfrm>
            <a:custGeom>
              <a:rect b="b" l="l" r="r" t="t"/>
              <a:pathLst>
                <a:path extrusionOk="0" h="3618" w="2038">
                  <a:moveTo>
                    <a:pt x="1703" y="0"/>
                  </a:moveTo>
                  <a:cubicBezTo>
                    <a:pt x="1065" y="1125"/>
                    <a:pt x="487" y="2280"/>
                    <a:pt x="1" y="3496"/>
                  </a:cubicBezTo>
                  <a:lnTo>
                    <a:pt x="366" y="3617"/>
                  </a:lnTo>
                  <a:cubicBezTo>
                    <a:pt x="852" y="2432"/>
                    <a:pt x="1399" y="1277"/>
                    <a:pt x="2037" y="183"/>
                  </a:cubicBezTo>
                  <a:lnTo>
                    <a:pt x="170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3"/>
            <p:cNvSpPr/>
            <p:nvPr/>
          </p:nvSpPr>
          <p:spPr>
            <a:xfrm>
              <a:off x="6460875" y="2210800"/>
              <a:ext cx="66125" cy="64625"/>
            </a:xfrm>
            <a:custGeom>
              <a:rect b="b" l="l" r="r" t="t"/>
              <a:pathLst>
                <a:path extrusionOk="0" h="2585" w="2645">
                  <a:moveTo>
                    <a:pt x="274" y="1"/>
                  </a:moveTo>
                  <a:lnTo>
                    <a:pt x="0" y="274"/>
                  </a:lnTo>
                  <a:lnTo>
                    <a:pt x="2371" y="2584"/>
                  </a:lnTo>
                  <a:lnTo>
                    <a:pt x="2645" y="2311"/>
                  </a:lnTo>
                  <a:lnTo>
                    <a:pt x="27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3"/>
            <p:cNvSpPr/>
            <p:nvPr/>
          </p:nvSpPr>
          <p:spPr>
            <a:xfrm>
              <a:off x="6479100" y="2266800"/>
              <a:ext cx="110225" cy="35225"/>
            </a:xfrm>
            <a:custGeom>
              <a:rect b="b" l="l" r="r" t="t"/>
              <a:pathLst>
                <a:path extrusionOk="0" h="1409" w="4409">
                  <a:moveTo>
                    <a:pt x="2640" y="1"/>
                  </a:moveTo>
                  <a:cubicBezTo>
                    <a:pt x="1597" y="1"/>
                    <a:pt x="720" y="386"/>
                    <a:pt x="1" y="1165"/>
                  </a:cubicBezTo>
                  <a:lnTo>
                    <a:pt x="274" y="1408"/>
                  </a:lnTo>
                  <a:cubicBezTo>
                    <a:pt x="925" y="719"/>
                    <a:pt x="1702" y="374"/>
                    <a:pt x="2633" y="374"/>
                  </a:cubicBezTo>
                  <a:cubicBezTo>
                    <a:pt x="3138" y="374"/>
                    <a:pt x="3688" y="476"/>
                    <a:pt x="4287" y="679"/>
                  </a:cubicBezTo>
                  <a:lnTo>
                    <a:pt x="4408" y="314"/>
                  </a:lnTo>
                  <a:cubicBezTo>
                    <a:pt x="3773" y="106"/>
                    <a:pt x="3184" y="1"/>
                    <a:pt x="264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3"/>
            <p:cNvSpPr/>
            <p:nvPr/>
          </p:nvSpPr>
          <p:spPr>
            <a:xfrm>
              <a:off x="5659950" y="2262275"/>
              <a:ext cx="171000" cy="44300"/>
            </a:xfrm>
            <a:custGeom>
              <a:rect b="b" l="l" r="r" t="t"/>
              <a:pathLst>
                <a:path extrusionOk="0" h="1772" w="6840">
                  <a:moveTo>
                    <a:pt x="1872" y="1"/>
                  </a:moveTo>
                  <a:cubicBezTo>
                    <a:pt x="1249" y="1"/>
                    <a:pt x="623" y="63"/>
                    <a:pt x="0" y="191"/>
                  </a:cubicBezTo>
                  <a:lnTo>
                    <a:pt x="92" y="556"/>
                  </a:lnTo>
                  <a:cubicBezTo>
                    <a:pt x="679" y="437"/>
                    <a:pt x="1274" y="378"/>
                    <a:pt x="1868" y="378"/>
                  </a:cubicBezTo>
                  <a:cubicBezTo>
                    <a:pt x="3551" y="378"/>
                    <a:pt x="5227" y="851"/>
                    <a:pt x="6687" y="1772"/>
                  </a:cubicBezTo>
                  <a:lnTo>
                    <a:pt x="6839" y="1437"/>
                  </a:lnTo>
                  <a:cubicBezTo>
                    <a:pt x="5337" y="496"/>
                    <a:pt x="3621" y="1"/>
                    <a:pt x="187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3"/>
            <p:cNvSpPr/>
            <p:nvPr/>
          </p:nvSpPr>
          <p:spPr>
            <a:xfrm>
              <a:off x="2872400" y="1873775"/>
              <a:ext cx="621350" cy="793850"/>
            </a:xfrm>
            <a:custGeom>
              <a:rect b="b" l="l" r="r" t="t"/>
              <a:pathLst>
                <a:path extrusionOk="0" h="31754" w="24854">
                  <a:moveTo>
                    <a:pt x="19226" y="0"/>
                  </a:moveTo>
                  <a:cubicBezTo>
                    <a:pt x="18138" y="0"/>
                    <a:pt x="16935" y="315"/>
                    <a:pt x="15665" y="1050"/>
                  </a:cubicBezTo>
                  <a:cubicBezTo>
                    <a:pt x="9312" y="4728"/>
                    <a:pt x="1348" y="20594"/>
                    <a:pt x="862" y="23908"/>
                  </a:cubicBezTo>
                  <a:cubicBezTo>
                    <a:pt x="1" y="28234"/>
                    <a:pt x="2317" y="31754"/>
                    <a:pt x="5545" y="31754"/>
                  </a:cubicBezTo>
                  <a:cubicBezTo>
                    <a:pt x="7328" y="31754"/>
                    <a:pt x="9390" y="30679"/>
                    <a:pt x="11349" y="28072"/>
                  </a:cubicBezTo>
                  <a:cubicBezTo>
                    <a:pt x="12321" y="27038"/>
                    <a:pt x="24054" y="10351"/>
                    <a:pt x="24601" y="5853"/>
                  </a:cubicBezTo>
                  <a:cubicBezTo>
                    <a:pt x="24854" y="3005"/>
                    <a:pt x="22590" y="0"/>
                    <a:pt x="1922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3"/>
            <p:cNvSpPr/>
            <p:nvPr/>
          </p:nvSpPr>
          <p:spPr>
            <a:xfrm>
              <a:off x="3900450" y="1874675"/>
              <a:ext cx="648725" cy="824125"/>
            </a:xfrm>
            <a:custGeom>
              <a:rect b="b" l="l" r="r" t="t"/>
              <a:pathLst>
                <a:path extrusionOk="0" h="32965" w="25949">
                  <a:moveTo>
                    <a:pt x="5541" y="0"/>
                  </a:moveTo>
                  <a:cubicBezTo>
                    <a:pt x="2188" y="0"/>
                    <a:pt x="1" y="3005"/>
                    <a:pt x="318" y="5908"/>
                  </a:cubicBezTo>
                  <a:cubicBezTo>
                    <a:pt x="987" y="10558"/>
                    <a:pt x="13358" y="27945"/>
                    <a:pt x="14391" y="29039"/>
                  </a:cubicBezTo>
                  <a:cubicBezTo>
                    <a:pt x="16487" y="31818"/>
                    <a:pt x="18655" y="32965"/>
                    <a:pt x="20495" y="32965"/>
                  </a:cubicBezTo>
                  <a:cubicBezTo>
                    <a:pt x="23727" y="32965"/>
                    <a:pt x="25948" y="29431"/>
                    <a:pt x="25000" y="24996"/>
                  </a:cubicBezTo>
                  <a:cubicBezTo>
                    <a:pt x="24422" y="21592"/>
                    <a:pt x="15911" y="5117"/>
                    <a:pt x="9315" y="1166"/>
                  </a:cubicBezTo>
                  <a:cubicBezTo>
                    <a:pt x="7957" y="348"/>
                    <a:pt x="6682" y="0"/>
                    <a:pt x="554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3"/>
            <p:cNvSpPr/>
            <p:nvPr/>
          </p:nvSpPr>
          <p:spPr>
            <a:xfrm>
              <a:off x="4643200" y="1896950"/>
              <a:ext cx="280050" cy="296575"/>
            </a:xfrm>
            <a:custGeom>
              <a:rect b="b" l="l" r="r" t="t"/>
              <a:pathLst>
                <a:path extrusionOk="0" h="11863" w="11202">
                  <a:moveTo>
                    <a:pt x="6721" y="0"/>
                  </a:moveTo>
                  <a:cubicBezTo>
                    <a:pt x="6710" y="0"/>
                    <a:pt x="6699" y="1"/>
                    <a:pt x="6688" y="1"/>
                  </a:cubicBezTo>
                  <a:cubicBezTo>
                    <a:pt x="5928" y="62"/>
                    <a:pt x="4196" y="32"/>
                    <a:pt x="2888" y="1096"/>
                  </a:cubicBezTo>
                  <a:cubicBezTo>
                    <a:pt x="1581" y="2190"/>
                    <a:pt x="1" y="8938"/>
                    <a:pt x="1" y="8938"/>
                  </a:cubicBezTo>
                  <a:cubicBezTo>
                    <a:pt x="1" y="8938"/>
                    <a:pt x="3317" y="11863"/>
                    <a:pt x="5185" y="11863"/>
                  </a:cubicBezTo>
                  <a:cubicBezTo>
                    <a:pt x="5586" y="11863"/>
                    <a:pt x="5920" y="11728"/>
                    <a:pt x="6141" y="11400"/>
                  </a:cubicBezTo>
                  <a:cubicBezTo>
                    <a:pt x="6962" y="11309"/>
                    <a:pt x="7752" y="11005"/>
                    <a:pt x="8421" y="10549"/>
                  </a:cubicBezTo>
                  <a:cubicBezTo>
                    <a:pt x="9515" y="10397"/>
                    <a:pt x="9849" y="9546"/>
                    <a:pt x="9515" y="8664"/>
                  </a:cubicBezTo>
                  <a:cubicBezTo>
                    <a:pt x="10335" y="8239"/>
                    <a:pt x="10092" y="6810"/>
                    <a:pt x="9393" y="6719"/>
                  </a:cubicBezTo>
                  <a:cubicBezTo>
                    <a:pt x="10335" y="6141"/>
                    <a:pt x="10001" y="4561"/>
                    <a:pt x="8937" y="4500"/>
                  </a:cubicBezTo>
                  <a:cubicBezTo>
                    <a:pt x="10031" y="3710"/>
                    <a:pt x="9454" y="2342"/>
                    <a:pt x="7965" y="2160"/>
                  </a:cubicBezTo>
                  <a:cubicBezTo>
                    <a:pt x="11202" y="2100"/>
                    <a:pt x="7552" y="0"/>
                    <a:pt x="6721" y="0"/>
                  </a:cubicBezTo>
                  <a:close/>
                </a:path>
              </a:pathLst>
            </a:custGeom>
            <a:solidFill>
              <a:srgbClr val="EFAB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3"/>
            <p:cNvSpPr/>
            <p:nvPr/>
          </p:nvSpPr>
          <p:spPr>
            <a:xfrm>
              <a:off x="4240550" y="2068700"/>
              <a:ext cx="570625" cy="629975"/>
            </a:xfrm>
            <a:custGeom>
              <a:rect b="b" l="l" r="r" t="t"/>
              <a:pathLst>
                <a:path extrusionOk="0" h="25199" w="22825">
                  <a:moveTo>
                    <a:pt x="15560" y="1"/>
                  </a:moveTo>
                  <a:cubicBezTo>
                    <a:pt x="10149" y="6171"/>
                    <a:pt x="5316" y="11916"/>
                    <a:pt x="2733" y="16080"/>
                  </a:cubicBezTo>
                  <a:cubicBezTo>
                    <a:pt x="1" y="21236"/>
                    <a:pt x="3100" y="25199"/>
                    <a:pt x="7001" y="25199"/>
                  </a:cubicBezTo>
                  <a:cubicBezTo>
                    <a:pt x="8871" y="25199"/>
                    <a:pt x="10927" y="24287"/>
                    <a:pt x="12611" y="22159"/>
                  </a:cubicBezTo>
                  <a:cubicBezTo>
                    <a:pt x="15681" y="18421"/>
                    <a:pt x="22824" y="4773"/>
                    <a:pt x="22824" y="4773"/>
                  </a:cubicBezTo>
                  <a:cubicBezTo>
                    <a:pt x="17353" y="3101"/>
                    <a:pt x="15560" y="1"/>
                    <a:pt x="1556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3"/>
            <p:cNvSpPr/>
            <p:nvPr/>
          </p:nvSpPr>
          <p:spPr>
            <a:xfrm>
              <a:off x="4399275" y="2291350"/>
              <a:ext cx="41825" cy="142900"/>
            </a:xfrm>
            <a:custGeom>
              <a:rect b="b" l="l" r="r" t="t"/>
              <a:pathLst>
                <a:path extrusionOk="0" h="5716" w="1673">
                  <a:moveTo>
                    <a:pt x="1490" y="1"/>
                  </a:moveTo>
                  <a:cubicBezTo>
                    <a:pt x="1399" y="1"/>
                    <a:pt x="1308" y="62"/>
                    <a:pt x="1277" y="153"/>
                  </a:cubicBezTo>
                  <a:lnTo>
                    <a:pt x="1" y="5624"/>
                  </a:lnTo>
                  <a:lnTo>
                    <a:pt x="366" y="5715"/>
                  </a:lnTo>
                  <a:lnTo>
                    <a:pt x="1277" y="1855"/>
                  </a:lnTo>
                  <a:lnTo>
                    <a:pt x="1277" y="3922"/>
                  </a:lnTo>
                  <a:lnTo>
                    <a:pt x="1673" y="3922"/>
                  </a:lnTo>
                  <a:lnTo>
                    <a:pt x="1673" y="183"/>
                  </a:lnTo>
                  <a:cubicBezTo>
                    <a:pt x="1673" y="92"/>
                    <a:pt x="1581" y="31"/>
                    <a:pt x="14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3"/>
            <p:cNvSpPr/>
            <p:nvPr/>
          </p:nvSpPr>
          <p:spPr>
            <a:xfrm>
              <a:off x="4585450" y="2111275"/>
              <a:ext cx="196075" cy="138325"/>
            </a:xfrm>
            <a:custGeom>
              <a:rect b="b" l="l" r="r" t="t"/>
              <a:pathLst>
                <a:path extrusionOk="0" h="5533" w="7843">
                  <a:moveTo>
                    <a:pt x="335" y="0"/>
                  </a:moveTo>
                  <a:lnTo>
                    <a:pt x="1" y="213"/>
                  </a:lnTo>
                  <a:cubicBezTo>
                    <a:pt x="1581" y="2553"/>
                    <a:pt x="4165" y="4347"/>
                    <a:pt x="7721" y="5532"/>
                  </a:cubicBezTo>
                  <a:lnTo>
                    <a:pt x="7843" y="5198"/>
                  </a:lnTo>
                  <a:cubicBezTo>
                    <a:pt x="4378" y="4043"/>
                    <a:pt x="1855" y="2280"/>
                    <a:pt x="33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3"/>
            <p:cNvSpPr/>
            <p:nvPr/>
          </p:nvSpPr>
          <p:spPr>
            <a:xfrm>
              <a:off x="4757200" y="2193325"/>
              <a:ext cx="22050" cy="22075"/>
            </a:xfrm>
            <a:custGeom>
              <a:rect b="b" l="l" r="r" t="t"/>
              <a:pathLst>
                <a:path extrusionOk="0" h="883" w="882">
                  <a:moveTo>
                    <a:pt x="456" y="1"/>
                  </a:moveTo>
                  <a:cubicBezTo>
                    <a:pt x="213" y="1"/>
                    <a:pt x="0" y="183"/>
                    <a:pt x="0" y="426"/>
                  </a:cubicBezTo>
                  <a:cubicBezTo>
                    <a:pt x="0" y="669"/>
                    <a:pt x="213" y="882"/>
                    <a:pt x="456" y="882"/>
                  </a:cubicBezTo>
                  <a:cubicBezTo>
                    <a:pt x="699" y="882"/>
                    <a:pt x="882" y="669"/>
                    <a:pt x="882" y="426"/>
                  </a:cubicBezTo>
                  <a:cubicBezTo>
                    <a:pt x="882" y="183"/>
                    <a:pt x="699" y="1"/>
                    <a:pt x="4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3"/>
            <p:cNvSpPr/>
            <p:nvPr/>
          </p:nvSpPr>
          <p:spPr>
            <a:xfrm>
              <a:off x="3215375" y="3928300"/>
              <a:ext cx="362500" cy="549850"/>
            </a:xfrm>
            <a:custGeom>
              <a:rect b="b" l="l" r="r" t="t"/>
              <a:pathLst>
                <a:path extrusionOk="0" h="21994" w="14500">
                  <a:moveTo>
                    <a:pt x="5381" y="1"/>
                  </a:moveTo>
                  <a:cubicBezTo>
                    <a:pt x="5116" y="1"/>
                    <a:pt x="4850" y="29"/>
                    <a:pt x="4590" y="86"/>
                  </a:cubicBezTo>
                  <a:cubicBezTo>
                    <a:pt x="3374" y="360"/>
                    <a:pt x="2371" y="1150"/>
                    <a:pt x="1855" y="2244"/>
                  </a:cubicBezTo>
                  <a:cubicBezTo>
                    <a:pt x="0" y="3338"/>
                    <a:pt x="2949" y="16925"/>
                    <a:pt x="2949" y="16925"/>
                  </a:cubicBezTo>
                  <a:cubicBezTo>
                    <a:pt x="2949" y="16925"/>
                    <a:pt x="4138" y="21993"/>
                    <a:pt x="8306" y="21993"/>
                  </a:cubicBezTo>
                  <a:cubicBezTo>
                    <a:pt x="8657" y="21993"/>
                    <a:pt x="9029" y="21958"/>
                    <a:pt x="9423" y="21880"/>
                  </a:cubicBezTo>
                  <a:cubicBezTo>
                    <a:pt x="14499" y="20907"/>
                    <a:pt x="11794" y="13521"/>
                    <a:pt x="11277" y="11241"/>
                  </a:cubicBezTo>
                  <a:cubicBezTo>
                    <a:pt x="10760" y="8962"/>
                    <a:pt x="8876" y="2609"/>
                    <a:pt x="8876" y="2609"/>
                  </a:cubicBezTo>
                  <a:cubicBezTo>
                    <a:pt x="8512" y="972"/>
                    <a:pt x="6948" y="1"/>
                    <a:pt x="5381"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3"/>
            <p:cNvSpPr/>
            <p:nvPr/>
          </p:nvSpPr>
          <p:spPr>
            <a:xfrm>
              <a:off x="3244250" y="3865850"/>
              <a:ext cx="194550" cy="236350"/>
            </a:xfrm>
            <a:custGeom>
              <a:rect b="b" l="l" r="r" t="t"/>
              <a:pathLst>
                <a:path extrusionOk="0" h="9454" w="7782">
                  <a:moveTo>
                    <a:pt x="7235" y="0"/>
                  </a:moveTo>
                  <a:lnTo>
                    <a:pt x="0" y="335"/>
                  </a:lnTo>
                  <a:lnTo>
                    <a:pt x="1186" y="8663"/>
                  </a:lnTo>
                  <a:cubicBezTo>
                    <a:pt x="1216" y="8937"/>
                    <a:pt x="1277" y="9210"/>
                    <a:pt x="1399" y="9453"/>
                  </a:cubicBezTo>
                  <a:cubicBezTo>
                    <a:pt x="2053" y="8180"/>
                    <a:pt x="3807" y="7442"/>
                    <a:pt x="5334" y="7442"/>
                  </a:cubicBezTo>
                  <a:cubicBezTo>
                    <a:pt x="6433" y="7442"/>
                    <a:pt x="7413" y="7824"/>
                    <a:pt x="7782" y="8663"/>
                  </a:cubicBezTo>
                  <a:lnTo>
                    <a:pt x="723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3"/>
            <p:cNvSpPr/>
            <p:nvPr/>
          </p:nvSpPr>
          <p:spPr>
            <a:xfrm>
              <a:off x="3331625" y="4357500"/>
              <a:ext cx="189250" cy="100325"/>
            </a:xfrm>
            <a:custGeom>
              <a:rect b="b" l="l" r="r" t="t"/>
              <a:pathLst>
                <a:path extrusionOk="0" h="4013" w="7570">
                  <a:moveTo>
                    <a:pt x="7174" y="0"/>
                  </a:moveTo>
                  <a:cubicBezTo>
                    <a:pt x="7205" y="1459"/>
                    <a:pt x="6354" y="2797"/>
                    <a:pt x="5016" y="3344"/>
                  </a:cubicBezTo>
                  <a:cubicBezTo>
                    <a:pt x="4546" y="3547"/>
                    <a:pt x="4056" y="3646"/>
                    <a:pt x="3561" y="3646"/>
                  </a:cubicBezTo>
                  <a:cubicBezTo>
                    <a:pt x="2427" y="3646"/>
                    <a:pt x="1269" y="3123"/>
                    <a:pt x="274" y="2128"/>
                  </a:cubicBezTo>
                  <a:lnTo>
                    <a:pt x="1" y="2402"/>
                  </a:lnTo>
                  <a:cubicBezTo>
                    <a:pt x="943" y="3405"/>
                    <a:pt x="2250" y="3982"/>
                    <a:pt x="3618" y="4013"/>
                  </a:cubicBezTo>
                  <a:cubicBezTo>
                    <a:pt x="4135" y="4013"/>
                    <a:pt x="4682" y="3921"/>
                    <a:pt x="5168" y="3709"/>
                  </a:cubicBezTo>
                  <a:cubicBezTo>
                    <a:pt x="6658" y="3070"/>
                    <a:pt x="7569" y="1611"/>
                    <a:pt x="7539"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3"/>
            <p:cNvSpPr/>
            <p:nvPr/>
          </p:nvSpPr>
          <p:spPr>
            <a:xfrm>
              <a:off x="3845325" y="3928300"/>
              <a:ext cx="361725" cy="549850"/>
            </a:xfrm>
            <a:custGeom>
              <a:rect b="b" l="l" r="r" t="t"/>
              <a:pathLst>
                <a:path extrusionOk="0" h="21994" w="14469">
                  <a:moveTo>
                    <a:pt x="9088" y="1"/>
                  </a:moveTo>
                  <a:cubicBezTo>
                    <a:pt x="7521" y="1"/>
                    <a:pt x="5957" y="972"/>
                    <a:pt x="5593" y="2609"/>
                  </a:cubicBezTo>
                  <a:cubicBezTo>
                    <a:pt x="5593" y="2609"/>
                    <a:pt x="3709" y="8962"/>
                    <a:pt x="3192" y="11241"/>
                  </a:cubicBezTo>
                  <a:cubicBezTo>
                    <a:pt x="2675" y="13521"/>
                    <a:pt x="0" y="20907"/>
                    <a:pt x="5046" y="21880"/>
                  </a:cubicBezTo>
                  <a:cubicBezTo>
                    <a:pt x="5440" y="21958"/>
                    <a:pt x="5812" y="21993"/>
                    <a:pt x="6163" y="21993"/>
                  </a:cubicBezTo>
                  <a:cubicBezTo>
                    <a:pt x="10331" y="21993"/>
                    <a:pt x="11520" y="16925"/>
                    <a:pt x="11520" y="16925"/>
                  </a:cubicBezTo>
                  <a:cubicBezTo>
                    <a:pt x="11520" y="16925"/>
                    <a:pt x="14469" y="3338"/>
                    <a:pt x="12645" y="2275"/>
                  </a:cubicBezTo>
                  <a:cubicBezTo>
                    <a:pt x="12098" y="1150"/>
                    <a:pt x="11095" y="360"/>
                    <a:pt x="9879" y="86"/>
                  </a:cubicBezTo>
                  <a:cubicBezTo>
                    <a:pt x="9619" y="29"/>
                    <a:pt x="9353" y="1"/>
                    <a:pt x="908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3"/>
            <p:cNvSpPr/>
            <p:nvPr/>
          </p:nvSpPr>
          <p:spPr>
            <a:xfrm>
              <a:off x="3983625" y="3865850"/>
              <a:ext cx="194550" cy="236350"/>
            </a:xfrm>
            <a:custGeom>
              <a:rect b="b" l="l" r="r" t="t"/>
              <a:pathLst>
                <a:path extrusionOk="0" h="9454" w="7782">
                  <a:moveTo>
                    <a:pt x="548" y="0"/>
                  </a:moveTo>
                  <a:lnTo>
                    <a:pt x="0" y="8663"/>
                  </a:lnTo>
                  <a:cubicBezTo>
                    <a:pt x="369" y="7824"/>
                    <a:pt x="1350" y="7442"/>
                    <a:pt x="2450" y="7442"/>
                  </a:cubicBezTo>
                  <a:cubicBezTo>
                    <a:pt x="3980" y="7442"/>
                    <a:pt x="5742" y="8180"/>
                    <a:pt x="6414" y="9453"/>
                  </a:cubicBezTo>
                  <a:cubicBezTo>
                    <a:pt x="6505" y="9210"/>
                    <a:pt x="6566" y="8937"/>
                    <a:pt x="6596" y="8663"/>
                  </a:cubicBezTo>
                  <a:lnTo>
                    <a:pt x="7782" y="335"/>
                  </a:lnTo>
                  <a:lnTo>
                    <a:pt x="54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3"/>
            <p:cNvSpPr/>
            <p:nvPr/>
          </p:nvSpPr>
          <p:spPr>
            <a:xfrm>
              <a:off x="3900800" y="4357500"/>
              <a:ext cx="190000" cy="100325"/>
            </a:xfrm>
            <a:custGeom>
              <a:rect b="b" l="l" r="r" t="t"/>
              <a:pathLst>
                <a:path extrusionOk="0" h="4013" w="7600">
                  <a:moveTo>
                    <a:pt x="61" y="0"/>
                  </a:moveTo>
                  <a:cubicBezTo>
                    <a:pt x="0" y="1611"/>
                    <a:pt x="943" y="3070"/>
                    <a:pt x="2432" y="3709"/>
                  </a:cubicBezTo>
                  <a:cubicBezTo>
                    <a:pt x="2918" y="3921"/>
                    <a:pt x="3435" y="4013"/>
                    <a:pt x="3982" y="4013"/>
                  </a:cubicBezTo>
                  <a:cubicBezTo>
                    <a:pt x="5350" y="3982"/>
                    <a:pt x="6657" y="3405"/>
                    <a:pt x="7599" y="2402"/>
                  </a:cubicBezTo>
                  <a:lnTo>
                    <a:pt x="7326" y="2128"/>
                  </a:lnTo>
                  <a:cubicBezTo>
                    <a:pt x="6331" y="3123"/>
                    <a:pt x="5159" y="3646"/>
                    <a:pt x="4015" y="3646"/>
                  </a:cubicBezTo>
                  <a:cubicBezTo>
                    <a:pt x="3517" y="3646"/>
                    <a:pt x="3024" y="3547"/>
                    <a:pt x="2554" y="3344"/>
                  </a:cubicBezTo>
                  <a:cubicBezTo>
                    <a:pt x="1247" y="2766"/>
                    <a:pt x="395" y="1459"/>
                    <a:pt x="42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3"/>
            <p:cNvSpPr/>
            <p:nvPr/>
          </p:nvSpPr>
          <p:spPr>
            <a:xfrm>
              <a:off x="2939525" y="2812175"/>
              <a:ext cx="1528175" cy="1214925"/>
            </a:xfrm>
            <a:custGeom>
              <a:rect b="b" l="l" r="r" t="t"/>
              <a:pathLst>
                <a:path extrusionOk="0" h="48597" w="61127">
                  <a:moveTo>
                    <a:pt x="16951" y="1"/>
                  </a:moveTo>
                  <a:cubicBezTo>
                    <a:pt x="14444" y="1"/>
                    <a:pt x="8383" y="610"/>
                    <a:pt x="4925" y="6129"/>
                  </a:cubicBezTo>
                  <a:cubicBezTo>
                    <a:pt x="1" y="13545"/>
                    <a:pt x="11217" y="47649"/>
                    <a:pt x="11217" y="47649"/>
                  </a:cubicBezTo>
                  <a:cubicBezTo>
                    <a:pt x="12394" y="48195"/>
                    <a:pt x="13712" y="48422"/>
                    <a:pt x="15020" y="48422"/>
                  </a:cubicBezTo>
                  <a:cubicBezTo>
                    <a:pt x="17497" y="48422"/>
                    <a:pt x="19936" y="47610"/>
                    <a:pt x="21308" y="46616"/>
                  </a:cubicBezTo>
                  <a:cubicBezTo>
                    <a:pt x="20548" y="34822"/>
                    <a:pt x="20943" y="23940"/>
                    <a:pt x="19819" y="15855"/>
                  </a:cubicBezTo>
                  <a:lnTo>
                    <a:pt x="41856" y="15855"/>
                  </a:lnTo>
                  <a:cubicBezTo>
                    <a:pt x="39789" y="24336"/>
                    <a:pt x="40245" y="35673"/>
                    <a:pt x="40305" y="46585"/>
                  </a:cubicBezTo>
                  <a:cubicBezTo>
                    <a:pt x="42237" y="47886"/>
                    <a:pt x="44301" y="48597"/>
                    <a:pt x="46528" y="48597"/>
                  </a:cubicBezTo>
                  <a:cubicBezTo>
                    <a:pt x="47840" y="48597"/>
                    <a:pt x="49209" y="48350"/>
                    <a:pt x="50640" y="47831"/>
                  </a:cubicBezTo>
                  <a:cubicBezTo>
                    <a:pt x="50640" y="47831"/>
                    <a:pt x="61126" y="13545"/>
                    <a:pt x="56932" y="6828"/>
                  </a:cubicBezTo>
                  <a:cubicBezTo>
                    <a:pt x="52737" y="141"/>
                    <a:pt x="44530" y="80"/>
                    <a:pt x="44530" y="80"/>
                  </a:cubicBezTo>
                  <a:lnTo>
                    <a:pt x="18086" y="50"/>
                  </a:lnTo>
                  <a:cubicBezTo>
                    <a:pt x="18086" y="50"/>
                    <a:pt x="17661" y="1"/>
                    <a:pt x="1695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3"/>
            <p:cNvSpPr/>
            <p:nvPr/>
          </p:nvSpPr>
          <p:spPr>
            <a:xfrm>
              <a:off x="3295925" y="2943350"/>
              <a:ext cx="143650" cy="265225"/>
            </a:xfrm>
            <a:custGeom>
              <a:rect b="b" l="l" r="r" t="t"/>
              <a:pathLst>
                <a:path extrusionOk="0" h="10609" w="5746">
                  <a:moveTo>
                    <a:pt x="92" y="0"/>
                  </a:moveTo>
                  <a:lnTo>
                    <a:pt x="0" y="365"/>
                  </a:lnTo>
                  <a:cubicBezTo>
                    <a:pt x="4894" y="1581"/>
                    <a:pt x="5350" y="10517"/>
                    <a:pt x="5350" y="10608"/>
                  </a:cubicBezTo>
                  <a:lnTo>
                    <a:pt x="5745" y="10578"/>
                  </a:lnTo>
                  <a:cubicBezTo>
                    <a:pt x="5624" y="8967"/>
                    <a:pt x="5350" y="7356"/>
                    <a:pt x="4894" y="5806"/>
                  </a:cubicBezTo>
                  <a:cubicBezTo>
                    <a:pt x="3891" y="2523"/>
                    <a:pt x="2219" y="517"/>
                    <a:pt x="9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3"/>
            <p:cNvSpPr/>
            <p:nvPr/>
          </p:nvSpPr>
          <p:spPr>
            <a:xfrm>
              <a:off x="3982100" y="2944100"/>
              <a:ext cx="143650" cy="264475"/>
            </a:xfrm>
            <a:custGeom>
              <a:rect b="b" l="l" r="r" t="t"/>
              <a:pathLst>
                <a:path extrusionOk="0" h="10579" w="5746">
                  <a:moveTo>
                    <a:pt x="5654" y="1"/>
                  </a:moveTo>
                  <a:cubicBezTo>
                    <a:pt x="3496" y="517"/>
                    <a:pt x="1824" y="2523"/>
                    <a:pt x="852" y="5776"/>
                  </a:cubicBezTo>
                  <a:cubicBezTo>
                    <a:pt x="396" y="7356"/>
                    <a:pt x="92" y="8967"/>
                    <a:pt x="1" y="10578"/>
                  </a:cubicBezTo>
                  <a:lnTo>
                    <a:pt x="365" y="10578"/>
                  </a:lnTo>
                  <a:cubicBezTo>
                    <a:pt x="365" y="10487"/>
                    <a:pt x="852" y="1551"/>
                    <a:pt x="5745" y="365"/>
                  </a:cubicBezTo>
                  <a:lnTo>
                    <a:pt x="565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3"/>
            <p:cNvSpPr/>
            <p:nvPr/>
          </p:nvSpPr>
          <p:spPr>
            <a:xfrm>
              <a:off x="3419025" y="1590750"/>
              <a:ext cx="561575" cy="344425"/>
            </a:xfrm>
            <a:custGeom>
              <a:rect b="b" l="l" r="r" t="t"/>
              <a:pathLst>
                <a:path extrusionOk="0" h="13777" w="22463">
                  <a:moveTo>
                    <a:pt x="6019" y="0"/>
                  </a:moveTo>
                  <a:lnTo>
                    <a:pt x="5988" y="8906"/>
                  </a:lnTo>
                  <a:lnTo>
                    <a:pt x="0" y="10426"/>
                  </a:lnTo>
                  <a:cubicBezTo>
                    <a:pt x="2432" y="12938"/>
                    <a:pt x="5738" y="13776"/>
                    <a:pt x="9066" y="13776"/>
                  </a:cubicBezTo>
                  <a:cubicBezTo>
                    <a:pt x="15722" y="13776"/>
                    <a:pt x="22463" y="10426"/>
                    <a:pt x="22463" y="10426"/>
                  </a:cubicBezTo>
                  <a:cubicBezTo>
                    <a:pt x="22463" y="10426"/>
                    <a:pt x="16323" y="9149"/>
                    <a:pt x="15654" y="8967"/>
                  </a:cubicBezTo>
                  <a:lnTo>
                    <a:pt x="15533" y="0"/>
                  </a:lnTo>
                  <a:close/>
                </a:path>
              </a:pathLst>
            </a:custGeom>
            <a:solidFill>
              <a:srgbClr val="EFAB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3"/>
            <p:cNvSpPr/>
            <p:nvPr/>
          </p:nvSpPr>
          <p:spPr>
            <a:xfrm>
              <a:off x="3568725" y="1591500"/>
              <a:ext cx="240150" cy="219525"/>
            </a:xfrm>
            <a:custGeom>
              <a:rect b="b" l="l" r="r" t="t"/>
              <a:pathLst>
                <a:path extrusionOk="0" h="8781" w="9606">
                  <a:moveTo>
                    <a:pt x="61" y="0"/>
                  </a:moveTo>
                  <a:lnTo>
                    <a:pt x="0" y="7903"/>
                  </a:lnTo>
                  <a:cubicBezTo>
                    <a:pt x="1382" y="8502"/>
                    <a:pt x="2671" y="8781"/>
                    <a:pt x="3876" y="8781"/>
                  </a:cubicBezTo>
                  <a:cubicBezTo>
                    <a:pt x="6036" y="8781"/>
                    <a:pt x="7927" y="7884"/>
                    <a:pt x="9605" y="6323"/>
                  </a:cubicBezTo>
                  <a:lnTo>
                    <a:pt x="9545" y="0"/>
                  </a:lnTo>
                  <a:close/>
                </a:path>
              </a:pathLst>
            </a:custGeom>
            <a:solidFill>
              <a:srgbClr val="D882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3"/>
            <p:cNvSpPr/>
            <p:nvPr/>
          </p:nvSpPr>
          <p:spPr>
            <a:xfrm>
              <a:off x="3433450" y="1197400"/>
              <a:ext cx="474975" cy="565100"/>
            </a:xfrm>
            <a:custGeom>
              <a:rect b="b" l="l" r="r" t="t"/>
              <a:pathLst>
                <a:path extrusionOk="0" h="22604" w="18999">
                  <a:moveTo>
                    <a:pt x="10331" y="0"/>
                  </a:moveTo>
                  <a:cubicBezTo>
                    <a:pt x="7798" y="0"/>
                    <a:pt x="5202" y="841"/>
                    <a:pt x="3588" y="2390"/>
                  </a:cubicBezTo>
                  <a:cubicBezTo>
                    <a:pt x="2858" y="3029"/>
                    <a:pt x="2463" y="3941"/>
                    <a:pt x="2524" y="4913"/>
                  </a:cubicBezTo>
                  <a:cubicBezTo>
                    <a:pt x="1" y="7102"/>
                    <a:pt x="1460" y="11175"/>
                    <a:pt x="1855" y="13880"/>
                  </a:cubicBezTo>
                  <a:cubicBezTo>
                    <a:pt x="2098" y="15612"/>
                    <a:pt x="2159" y="18075"/>
                    <a:pt x="3284" y="19442"/>
                  </a:cubicBezTo>
                  <a:cubicBezTo>
                    <a:pt x="4165" y="20537"/>
                    <a:pt x="7661" y="22603"/>
                    <a:pt x="10244" y="22603"/>
                  </a:cubicBezTo>
                  <a:cubicBezTo>
                    <a:pt x="12828" y="22603"/>
                    <a:pt x="16567" y="20537"/>
                    <a:pt x="17357" y="19564"/>
                  </a:cubicBezTo>
                  <a:cubicBezTo>
                    <a:pt x="18117" y="18591"/>
                    <a:pt x="18421" y="15704"/>
                    <a:pt x="18725" y="13454"/>
                  </a:cubicBezTo>
                  <a:cubicBezTo>
                    <a:pt x="18998" y="11418"/>
                    <a:pt x="18937" y="9351"/>
                    <a:pt x="18603" y="7315"/>
                  </a:cubicBezTo>
                  <a:cubicBezTo>
                    <a:pt x="18573" y="7163"/>
                    <a:pt x="18542" y="7011"/>
                    <a:pt x="18512" y="6859"/>
                  </a:cubicBezTo>
                  <a:cubicBezTo>
                    <a:pt x="18178" y="5126"/>
                    <a:pt x="17418" y="3181"/>
                    <a:pt x="16080" y="1965"/>
                  </a:cubicBezTo>
                  <a:cubicBezTo>
                    <a:pt x="14658" y="627"/>
                    <a:pt x="12517" y="0"/>
                    <a:pt x="1033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3"/>
            <p:cNvSpPr/>
            <p:nvPr/>
          </p:nvSpPr>
          <p:spPr>
            <a:xfrm>
              <a:off x="3428000" y="1497850"/>
              <a:ext cx="171075" cy="126525"/>
            </a:xfrm>
            <a:custGeom>
              <a:rect b="b" l="l" r="r" t="t"/>
              <a:pathLst>
                <a:path extrusionOk="0" h="5061" w="6843">
                  <a:moveTo>
                    <a:pt x="1822" y="0"/>
                  </a:moveTo>
                  <a:cubicBezTo>
                    <a:pt x="1403" y="0"/>
                    <a:pt x="989" y="195"/>
                    <a:pt x="705" y="555"/>
                  </a:cubicBezTo>
                  <a:cubicBezTo>
                    <a:pt x="0" y="1486"/>
                    <a:pt x="368" y="5060"/>
                    <a:pt x="2927" y="5060"/>
                  </a:cubicBezTo>
                  <a:cubicBezTo>
                    <a:pt x="3125" y="5060"/>
                    <a:pt x="3337" y="5039"/>
                    <a:pt x="3562" y="4993"/>
                  </a:cubicBezTo>
                  <a:cubicBezTo>
                    <a:pt x="6843" y="4325"/>
                    <a:pt x="3442" y="192"/>
                    <a:pt x="2653" y="192"/>
                  </a:cubicBezTo>
                  <a:cubicBezTo>
                    <a:pt x="2615" y="192"/>
                    <a:pt x="2584" y="201"/>
                    <a:pt x="2559" y="221"/>
                  </a:cubicBezTo>
                  <a:cubicBezTo>
                    <a:pt x="2330" y="72"/>
                    <a:pt x="2075" y="0"/>
                    <a:pt x="1822" y="0"/>
                  </a:cubicBezTo>
                  <a:close/>
                </a:path>
              </a:pathLst>
            </a:custGeom>
            <a:solidFill>
              <a:srgbClr val="EFAB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3"/>
            <p:cNvSpPr/>
            <p:nvPr/>
          </p:nvSpPr>
          <p:spPr>
            <a:xfrm>
              <a:off x="3453225" y="1520075"/>
              <a:ext cx="25100" cy="53975"/>
            </a:xfrm>
            <a:custGeom>
              <a:rect b="b" l="l" r="r" t="t"/>
              <a:pathLst>
                <a:path extrusionOk="0" h="2159" w="1004">
                  <a:moveTo>
                    <a:pt x="973" y="0"/>
                  </a:moveTo>
                  <a:cubicBezTo>
                    <a:pt x="669" y="61"/>
                    <a:pt x="395" y="243"/>
                    <a:pt x="243" y="487"/>
                  </a:cubicBezTo>
                  <a:cubicBezTo>
                    <a:pt x="0" y="882"/>
                    <a:pt x="0" y="1459"/>
                    <a:pt x="243" y="2158"/>
                  </a:cubicBezTo>
                  <a:lnTo>
                    <a:pt x="578" y="2037"/>
                  </a:lnTo>
                  <a:cubicBezTo>
                    <a:pt x="395" y="1459"/>
                    <a:pt x="365" y="1003"/>
                    <a:pt x="547" y="699"/>
                  </a:cubicBezTo>
                  <a:cubicBezTo>
                    <a:pt x="639" y="547"/>
                    <a:pt x="821" y="426"/>
                    <a:pt x="1003" y="395"/>
                  </a:cubicBezTo>
                  <a:lnTo>
                    <a:pt x="973" y="0"/>
                  </a:ln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3"/>
            <p:cNvSpPr/>
            <p:nvPr/>
          </p:nvSpPr>
          <p:spPr>
            <a:xfrm>
              <a:off x="3459300" y="1546675"/>
              <a:ext cx="28150" cy="23575"/>
            </a:xfrm>
            <a:custGeom>
              <a:rect b="b" l="l" r="r" t="t"/>
              <a:pathLst>
                <a:path extrusionOk="0" h="943" w="1126">
                  <a:moveTo>
                    <a:pt x="31" y="0"/>
                  </a:moveTo>
                  <a:lnTo>
                    <a:pt x="0" y="395"/>
                  </a:lnTo>
                  <a:cubicBezTo>
                    <a:pt x="335" y="426"/>
                    <a:pt x="608" y="638"/>
                    <a:pt x="760" y="942"/>
                  </a:cubicBezTo>
                  <a:lnTo>
                    <a:pt x="943" y="851"/>
                  </a:lnTo>
                  <a:lnTo>
                    <a:pt x="791" y="942"/>
                  </a:lnTo>
                  <a:lnTo>
                    <a:pt x="791" y="942"/>
                  </a:lnTo>
                  <a:lnTo>
                    <a:pt x="1125" y="760"/>
                  </a:lnTo>
                  <a:cubicBezTo>
                    <a:pt x="882" y="365"/>
                    <a:pt x="487" y="61"/>
                    <a:pt x="31" y="0"/>
                  </a:cubicBez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3"/>
            <p:cNvSpPr/>
            <p:nvPr/>
          </p:nvSpPr>
          <p:spPr>
            <a:xfrm>
              <a:off x="3785125" y="1497850"/>
              <a:ext cx="167775" cy="125875"/>
            </a:xfrm>
            <a:custGeom>
              <a:rect b="b" l="l" r="r" t="t"/>
              <a:pathLst>
                <a:path extrusionOk="0" h="5035" w="6711">
                  <a:moveTo>
                    <a:pt x="4886" y="0"/>
                  </a:moveTo>
                  <a:cubicBezTo>
                    <a:pt x="4629" y="0"/>
                    <a:pt x="4370" y="72"/>
                    <a:pt x="4141" y="221"/>
                  </a:cubicBezTo>
                  <a:cubicBezTo>
                    <a:pt x="4137" y="218"/>
                    <a:pt x="4132" y="217"/>
                    <a:pt x="4125" y="217"/>
                  </a:cubicBezTo>
                  <a:cubicBezTo>
                    <a:pt x="3766" y="217"/>
                    <a:pt x="1" y="4485"/>
                    <a:pt x="3168" y="4993"/>
                  </a:cubicBezTo>
                  <a:cubicBezTo>
                    <a:pt x="3350" y="5021"/>
                    <a:pt x="3522" y="5034"/>
                    <a:pt x="3686" y="5034"/>
                  </a:cubicBezTo>
                  <a:cubicBezTo>
                    <a:pt x="6348" y="5034"/>
                    <a:pt x="6711" y="1500"/>
                    <a:pt x="5995" y="555"/>
                  </a:cubicBezTo>
                  <a:cubicBezTo>
                    <a:pt x="5730" y="195"/>
                    <a:pt x="5311" y="0"/>
                    <a:pt x="4886" y="0"/>
                  </a:cubicBezTo>
                  <a:close/>
                </a:path>
              </a:pathLst>
            </a:custGeom>
            <a:solidFill>
              <a:srgbClr val="EFAB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3"/>
            <p:cNvSpPr/>
            <p:nvPr/>
          </p:nvSpPr>
          <p:spPr>
            <a:xfrm>
              <a:off x="3903075" y="1520075"/>
              <a:ext cx="25850" cy="53975"/>
            </a:xfrm>
            <a:custGeom>
              <a:rect b="b" l="l" r="r" t="t"/>
              <a:pathLst>
                <a:path extrusionOk="0" h="2159" w="1034">
                  <a:moveTo>
                    <a:pt x="61" y="0"/>
                  </a:moveTo>
                  <a:lnTo>
                    <a:pt x="0" y="395"/>
                  </a:lnTo>
                  <a:cubicBezTo>
                    <a:pt x="213" y="426"/>
                    <a:pt x="365" y="547"/>
                    <a:pt x="487" y="699"/>
                  </a:cubicBezTo>
                  <a:cubicBezTo>
                    <a:pt x="639" y="1003"/>
                    <a:pt x="639" y="1459"/>
                    <a:pt x="426" y="2037"/>
                  </a:cubicBezTo>
                  <a:lnTo>
                    <a:pt x="791" y="2158"/>
                  </a:lnTo>
                  <a:cubicBezTo>
                    <a:pt x="1034" y="1459"/>
                    <a:pt x="1034" y="882"/>
                    <a:pt x="791" y="487"/>
                  </a:cubicBezTo>
                  <a:cubicBezTo>
                    <a:pt x="639" y="243"/>
                    <a:pt x="365" y="61"/>
                    <a:pt x="61" y="0"/>
                  </a:cubicBez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3"/>
            <p:cNvSpPr/>
            <p:nvPr/>
          </p:nvSpPr>
          <p:spPr>
            <a:xfrm>
              <a:off x="3895475" y="1546675"/>
              <a:ext cx="28150" cy="23575"/>
            </a:xfrm>
            <a:custGeom>
              <a:rect b="b" l="l" r="r" t="t"/>
              <a:pathLst>
                <a:path extrusionOk="0" h="943" w="1126">
                  <a:moveTo>
                    <a:pt x="1064" y="0"/>
                  </a:moveTo>
                  <a:cubicBezTo>
                    <a:pt x="608" y="61"/>
                    <a:pt x="213" y="334"/>
                    <a:pt x="1" y="760"/>
                  </a:cubicBezTo>
                  <a:lnTo>
                    <a:pt x="335" y="942"/>
                  </a:lnTo>
                  <a:cubicBezTo>
                    <a:pt x="487" y="638"/>
                    <a:pt x="791" y="426"/>
                    <a:pt x="1125" y="395"/>
                  </a:cubicBezTo>
                  <a:lnTo>
                    <a:pt x="1064" y="0"/>
                  </a:ln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3"/>
            <p:cNvSpPr/>
            <p:nvPr/>
          </p:nvSpPr>
          <p:spPr>
            <a:xfrm>
              <a:off x="3496525" y="1246500"/>
              <a:ext cx="390625" cy="537275"/>
            </a:xfrm>
            <a:custGeom>
              <a:rect b="b" l="l" r="r" t="t"/>
              <a:pathLst>
                <a:path extrusionOk="0" h="21491" w="15625">
                  <a:moveTo>
                    <a:pt x="7782" y="1"/>
                  </a:moveTo>
                  <a:cubicBezTo>
                    <a:pt x="396" y="1"/>
                    <a:pt x="1" y="6323"/>
                    <a:pt x="1" y="6323"/>
                  </a:cubicBezTo>
                  <a:lnTo>
                    <a:pt x="1" y="12554"/>
                  </a:lnTo>
                  <a:cubicBezTo>
                    <a:pt x="274" y="14864"/>
                    <a:pt x="943" y="17448"/>
                    <a:pt x="1764" y="18573"/>
                  </a:cubicBezTo>
                  <a:cubicBezTo>
                    <a:pt x="2584" y="19697"/>
                    <a:pt x="5411" y="21491"/>
                    <a:pt x="7812" y="21491"/>
                  </a:cubicBezTo>
                  <a:cubicBezTo>
                    <a:pt x="10183" y="21491"/>
                    <a:pt x="13041" y="19697"/>
                    <a:pt x="13861" y="18573"/>
                  </a:cubicBezTo>
                  <a:cubicBezTo>
                    <a:pt x="14652" y="17478"/>
                    <a:pt x="15351" y="14895"/>
                    <a:pt x="15624" y="12554"/>
                  </a:cubicBezTo>
                  <a:lnTo>
                    <a:pt x="15594" y="6323"/>
                  </a:lnTo>
                  <a:cubicBezTo>
                    <a:pt x="15594" y="6323"/>
                    <a:pt x="15199" y="1"/>
                    <a:pt x="7782" y="1"/>
                  </a:cubicBezTo>
                  <a:close/>
                </a:path>
              </a:pathLst>
            </a:custGeom>
            <a:solidFill>
              <a:srgbClr val="EFAB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3"/>
            <p:cNvSpPr/>
            <p:nvPr/>
          </p:nvSpPr>
          <p:spPr>
            <a:xfrm>
              <a:off x="3495000" y="1562625"/>
              <a:ext cx="14475" cy="43325"/>
            </a:xfrm>
            <a:custGeom>
              <a:rect b="b" l="l" r="r" t="t"/>
              <a:pathLst>
                <a:path extrusionOk="0" h="1733" w="579">
                  <a:moveTo>
                    <a:pt x="366" y="0"/>
                  </a:moveTo>
                  <a:lnTo>
                    <a:pt x="1" y="31"/>
                  </a:lnTo>
                  <a:lnTo>
                    <a:pt x="214" y="1733"/>
                  </a:lnTo>
                  <a:lnTo>
                    <a:pt x="579" y="1672"/>
                  </a:lnTo>
                  <a:lnTo>
                    <a:pt x="366" y="0"/>
                  </a:ln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3"/>
            <p:cNvSpPr/>
            <p:nvPr/>
          </p:nvSpPr>
          <p:spPr>
            <a:xfrm>
              <a:off x="3871150" y="1582375"/>
              <a:ext cx="13700" cy="41825"/>
            </a:xfrm>
            <a:custGeom>
              <a:rect b="b" l="l" r="r" t="t"/>
              <a:pathLst>
                <a:path extrusionOk="0" h="1673" w="548">
                  <a:moveTo>
                    <a:pt x="183" y="1"/>
                  </a:moveTo>
                  <a:lnTo>
                    <a:pt x="1" y="1612"/>
                  </a:lnTo>
                  <a:lnTo>
                    <a:pt x="366" y="1672"/>
                  </a:lnTo>
                  <a:lnTo>
                    <a:pt x="548" y="31"/>
                  </a:lnTo>
                  <a:lnTo>
                    <a:pt x="183" y="1"/>
                  </a:ln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3"/>
            <p:cNvSpPr/>
            <p:nvPr/>
          </p:nvSpPr>
          <p:spPr>
            <a:xfrm>
              <a:off x="3488925" y="1199000"/>
              <a:ext cx="486375" cy="336300"/>
            </a:xfrm>
            <a:custGeom>
              <a:rect b="b" l="l" r="r" t="t"/>
              <a:pathLst>
                <a:path extrusionOk="0" h="13452" w="19455">
                  <a:moveTo>
                    <a:pt x="13083" y="1"/>
                  </a:moveTo>
                  <a:cubicBezTo>
                    <a:pt x="11696" y="1"/>
                    <a:pt x="10639" y="442"/>
                    <a:pt x="10639" y="442"/>
                  </a:cubicBezTo>
                  <a:lnTo>
                    <a:pt x="8208" y="1506"/>
                  </a:lnTo>
                  <a:lnTo>
                    <a:pt x="5047" y="1870"/>
                  </a:lnTo>
                  <a:lnTo>
                    <a:pt x="2676" y="3086"/>
                  </a:lnTo>
                  <a:lnTo>
                    <a:pt x="913" y="4910"/>
                  </a:lnTo>
                  <a:lnTo>
                    <a:pt x="1" y="7676"/>
                  </a:lnTo>
                  <a:lnTo>
                    <a:pt x="1" y="10959"/>
                  </a:lnTo>
                  <a:lnTo>
                    <a:pt x="122" y="12175"/>
                  </a:lnTo>
                  <a:cubicBezTo>
                    <a:pt x="639" y="12448"/>
                    <a:pt x="1004" y="13451"/>
                    <a:pt x="1004" y="13451"/>
                  </a:cubicBezTo>
                  <a:cubicBezTo>
                    <a:pt x="1004" y="13451"/>
                    <a:pt x="700" y="7372"/>
                    <a:pt x="2189" y="6491"/>
                  </a:cubicBezTo>
                  <a:cubicBezTo>
                    <a:pt x="5080" y="8037"/>
                    <a:pt x="8019" y="8443"/>
                    <a:pt x="10307" y="8443"/>
                  </a:cubicBezTo>
                  <a:cubicBezTo>
                    <a:pt x="12830" y="8443"/>
                    <a:pt x="14560" y="7950"/>
                    <a:pt x="14560" y="7950"/>
                  </a:cubicBezTo>
                  <a:lnTo>
                    <a:pt x="15229" y="13208"/>
                  </a:lnTo>
                  <a:cubicBezTo>
                    <a:pt x="15351" y="12782"/>
                    <a:pt x="15624" y="12418"/>
                    <a:pt x="15989" y="12175"/>
                  </a:cubicBezTo>
                  <a:lnTo>
                    <a:pt x="16384" y="7251"/>
                  </a:lnTo>
                  <a:cubicBezTo>
                    <a:pt x="16384" y="7251"/>
                    <a:pt x="19454" y="4029"/>
                    <a:pt x="16323" y="1019"/>
                  </a:cubicBezTo>
                  <a:cubicBezTo>
                    <a:pt x="15254" y="230"/>
                    <a:pt x="14083" y="1"/>
                    <a:pt x="13083"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3"/>
            <p:cNvSpPr/>
            <p:nvPr/>
          </p:nvSpPr>
          <p:spPr>
            <a:xfrm>
              <a:off x="3621925" y="1623425"/>
              <a:ext cx="145150" cy="26600"/>
            </a:xfrm>
            <a:custGeom>
              <a:rect b="b" l="l" r="r" t="t"/>
              <a:pathLst>
                <a:path extrusionOk="0" h="1064" w="5806">
                  <a:moveTo>
                    <a:pt x="152" y="0"/>
                  </a:moveTo>
                  <a:lnTo>
                    <a:pt x="0" y="334"/>
                  </a:lnTo>
                  <a:cubicBezTo>
                    <a:pt x="912" y="790"/>
                    <a:pt x="1915" y="1034"/>
                    <a:pt x="2948" y="1064"/>
                  </a:cubicBezTo>
                  <a:cubicBezTo>
                    <a:pt x="3952" y="1034"/>
                    <a:pt x="4924" y="790"/>
                    <a:pt x="5806" y="334"/>
                  </a:cubicBezTo>
                  <a:lnTo>
                    <a:pt x="5654" y="0"/>
                  </a:lnTo>
                  <a:cubicBezTo>
                    <a:pt x="4757" y="456"/>
                    <a:pt x="3860" y="684"/>
                    <a:pt x="2948" y="684"/>
                  </a:cubicBezTo>
                  <a:cubicBezTo>
                    <a:pt x="2037" y="684"/>
                    <a:pt x="1110" y="456"/>
                    <a:pt x="152" y="0"/>
                  </a:cubicBez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3"/>
            <p:cNvSpPr/>
            <p:nvPr/>
          </p:nvSpPr>
          <p:spPr>
            <a:xfrm>
              <a:off x="3659900" y="1658375"/>
              <a:ext cx="68425" cy="16725"/>
            </a:xfrm>
            <a:custGeom>
              <a:rect b="b" l="l" r="r" t="t"/>
              <a:pathLst>
                <a:path extrusionOk="0" h="669" w="2737">
                  <a:moveTo>
                    <a:pt x="183" y="0"/>
                  </a:moveTo>
                  <a:lnTo>
                    <a:pt x="1" y="335"/>
                  </a:lnTo>
                  <a:cubicBezTo>
                    <a:pt x="426" y="547"/>
                    <a:pt x="913" y="669"/>
                    <a:pt x="1399" y="669"/>
                  </a:cubicBezTo>
                  <a:cubicBezTo>
                    <a:pt x="1855" y="669"/>
                    <a:pt x="2311" y="547"/>
                    <a:pt x="2736" y="335"/>
                  </a:cubicBezTo>
                  <a:lnTo>
                    <a:pt x="2554" y="0"/>
                  </a:lnTo>
                  <a:cubicBezTo>
                    <a:pt x="2189" y="198"/>
                    <a:pt x="1779" y="297"/>
                    <a:pt x="1369" y="297"/>
                  </a:cubicBezTo>
                  <a:cubicBezTo>
                    <a:pt x="958" y="297"/>
                    <a:pt x="548" y="198"/>
                    <a:pt x="183" y="0"/>
                  </a:cubicBez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3"/>
            <p:cNvSpPr/>
            <p:nvPr/>
          </p:nvSpPr>
          <p:spPr>
            <a:xfrm>
              <a:off x="3683475" y="1504100"/>
              <a:ext cx="48650" cy="98075"/>
            </a:xfrm>
            <a:custGeom>
              <a:rect b="b" l="l" r="r" t="t"/>
              <a:pathLst>
                <a:path extrusionOk="0" h="3923" w="1946">
                  <a:moveTo>
                    <a:pt x="182" y="1"/>
                  </a:moveTo>
                  <a:lnTo>
                    <a:pt x="182" y="1"/>
                  </a:lnTo>
                  <a:cubicBezTo>
                    <a:pt x="0" y="670"/>
                    <a:pt x="638" y="1521"/>
                    <a:pt x="1125" y="2189"/>
                  </a:cubicBezTo>
                  <a:cubicBezTo>
                    <a:pt x="1277" y="2372"/>
                    <a:pt x="1429" y="2585"/>
                    <a:pt x="1550" y="2828"/>
                  </a:cubicBezTo>
                  <a:cubicBezTo>
                    <a:pt x="1520" y="2949"/>
                    <a:pt x="912" y="3314"/>
                    <a:pt x="274" y="3588"/>
                  </a:cubicBezTo>
                  <a:lnTo>
                    <a:pt x="426" y="3922"/>
                  </a:lnTo>
                  <a:cubicBezTo>
                    <a:pt x="973" y="3709"/>
                    <a:pt x="1885" y="3253"/>
                    <a:pt x="1945" y="2828"/>
                  </a:cubicBezTo>
                  <a:cubicBezTo>
                    <a:pt x="1945" y="2645"/>
                    <a:pt x="1793" y="2433"/>
                    <a:pt x="1429" y="1977"/>
                  </a:cubicBezTo>
                  <a:cubicBezTo>
                    <a:pt x="1034" y="1430"/>
                    <a:pt x="426" y="578"/>
                    <a:pt x="547" y="92"/>
                  </a:cubicBezTo>
                  <a:lnTo>
                    <a:pt x="182" y="1"/>
                  </a:ln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3"/>
            <p:cNvSpPr/>
            <p:nvPr/>
          </p:nvSpPr>
          <p:spPr>
            <a:xfrm>
              <a:off x="3589250" y="1525400"/>
              <a:ext cx="28900" cy="28900"/>
            </a:xfrm>
            <a:custGeom>
              <a:rect b="b" l="l" r="r" t="t"/>
              <a:pathLst>
                <a:path extrusionOk="0" h="1156" w="1156">
                  <a:moveTo>
                    <a:pt x="578" y="0"/>
                  </a:moveTo>
                  <a:cubicBezTo>
                    <a:pt x="274" y="0"/>
                    <a:pt x="0" y="243"/>
                    <a:pt x="0" y="578"/>
                  </a:cubicBezTo>
                  <a:cubicBezTo>
                    <a:pt x="0" y="882"/>
                    <a:pt x="274" y="1155"/>
                    <a:pt x="578" y="1155"/>
                  </a:cubicBezTo>
                  <a:cubicBezTo>
                    <a:pt x="912" y="1155"/>
                    <a:pt x="1155" y="882"/>
                    <a:pt x="1155" y="578"/>
                  </a:cubicBezTo>
                  <a:cubicBezTo>
                    <a:pt x="1155" y="243"/>
                    <a:pt x="912" y="0"/>
                    <a:pt x="578"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3"/>
            <p:cNvSpPr/>
            <p:nvPr/>
          </p:nvSpPr>
          <p:spPr>
            <a:xfrm>
              <a:off x="3567950" y="1516850"/>
              <a:ext cx="70700" cy="13125"/>
            </a:xfrm>
            <a:custGeom>
              <a:rect b="b" l="l" r="r" t="t"/>
              <a:pathLst>
                <a:path extrusionOk="0" h="525" w="2828">
                  <a:moveTo>
                    <a:pt x="1426" y="0"/>
                  </a:moveTo>
                  <a:cubicBezTo>
                    <a:pt x="951" y="0"/>
                    <a:pt x="472" y="53"/>
                    <a:pt x="1" y="160"/>
                  </a:cubicBezTo>
                  <a:lnTo>
                    <a:pt x="92" y="524"/>
                  </a:lnTo>
                  <a:cubicBezTo>
                    <a:pt x="518" y="418"/>
                    <a:pt x="958" y="365"/>
                    <a:pt x="1403" y="365"/>
                  </a:cubicBezTo>
                  <a:cubicBezTo>
                    <a:pt x="1848" y="365"/>
                    <a:pt x="2296" y="418"/>
                    <a:pt x="2737" y="524"/>
                  </a:cubicBezTo>
                  <a:lnTo>
                    <a:pt x="2828" y="160"/>
                  </a:lnTo>
                  <a:cubicBezTo>
                    <a:pt x="2372" y="53"/>
                    <a:pt x="1901" y="0"/>
                    <a:pt x="1426" y="0"/>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3"/>
            <p:cNvSpPr/>
            <p:nvPr/>
          </p:nvSpPr>
          <p:spPr>
            <a:xfrm>
              <a:off x="3765525" y="1525400"/>
              <a:ext cx="28900" cy="28900"/>
            </a:xfrm>
            <a:custGeom>
              <a:rect b="b" l="l" r="r" t="t"/>
              <a:pathLst>
                <a:path extrusionOk="0" h="1156" w="1156">
                  <a:moveTo>
                    <a:pt x="578" y="0"/>
                  </a:moveTo>
                  <a:cubicBezTo>
                    <a:pt x="244" y="0"/>
                    <a:pt x="1" y="243"/>
                    <a:pt x="1" y="578"/>
                  </a:cubicBezTo>
                  <a:cubicBezTo>
                    <a:pt x="1" y="882"/>
                    <a:pt x="244" y="1155"/>
                    <a:pt x="578" y="1155"/>
                  </a:cubicBezTo>
                  <a:cubicBezTo>
                    <a:pt x="882" y="1155"/>
                    <a:pt x="1156" y="882"/>
                    <a:pt x="1156" y="578"/>
                  </a:cubicBezTo>
                  <a:cubicBezTo>
                    <a:pt x="1156" y="243"/>
                    <a:pt x="882" y="0"/>
                    <a:pt x="578"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3"/>
            <p:cNvSpPr/>
            <p:nvPr/>
          </p:nvSpPr>
          <p:spPr>
            <a:xfrm>
              <a:off x="3744250" y="1516850"/>
              <a:ext cx="70700" cy="13125"/>
            </a:xfrm>
            <a:custGeom>
              <a:rect b="b" l="l" r="r" t="t"/>
              <a:pathLst>
                <a:path extrusionOk="0" h="525" w="2828">
                  <a:moveTo>
                    <a:pt x="1403" y="0"/>
                  </a:moveTo>
                  <a:cubicBezTo>
                    <a:pt x="928" y="0"/>
                    <a:pt x="457" y="53"/>
                    <a:pt x="1" y="160"/>
                  </a:cubicBezTo>
                  <a:lnTo>
                    <a:pt x="62" y="524"/>
                  </a:lnTo>
                  <a:cubicBezTo>
                    <a:pt x="502" y="418"/>
                    <a:pt x="951" y="365"/>
                    <a:pt x="1399" y="365"/>
                  </a:cubicBezTo>
                  <a:cubicBezTo>
                    <a:pt x="1847" y="365"/>
                    <a:pt x="2296" y="418"/>
                    <a:pt x="2736" y="524"/>
                  </a:cubicBezTo>
                  <a:lnTo>
                    <a:pt x="2828" y="160"/>
                  </a:lnTo>
                  <a:cubicBezTo>
                    <a:pt x="2356" y="53"/>
                    <a:pt x="1878" y="0"/>
                    <a:pt x="14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3"/>
            <p:cNvSpPr/>
            <p:nvPr/>
          </p:nvSpPr>
          <p:spPr>
            <a:xfrm>
              <a:off x="3547450" y="1464250"/>
              <a:ext cx="114000" cy="29075"/>
            </a:xfrm>
            <a:custGeom>
              <a:rect b="b" l="l" r="r" t="t"/>
              <a:pathLst>
                <a:path extrusionOk="0" h="1163" w="4560">
                  <a:moveTo>
                    <a:pt x="1623" y="0"/>
                  </a:moveTo>
                  <a:cubicBezTo>
                    <a:pt x="1484" y="0"/>
                    <a:pt x="1365" y="14"/>
                    <a:pt x="1277" y="45"/>
                  </a:cubicBezTo>
                  <a:cubicBezTo>
                    <a:pt x="547" y="318"/>
                    <a:pt x="0" y="835"/>
                    <a:pt x="122" y="1048"/>
                  </a:cubicBezTo>
                  <a:cubicBezTo>
                    <a:pt x="172" y="1124"/>
                    <a:pt x="871" y="1163"/>
                    <a:pt x="1686" y="1163"/>
                  </a:cubicBezTo>
                  <a:cubicBezTo>
                    <a:pt x="2830" y="1163"/>
                    <a:pt x="4205" y="1086"/>
                    <a:pt x="4347" y="926"/>
                  </a:cubicBezTo>
                  <a:cubicBezTo>
                    <a:pt x="4559" y="661"/>
                    <a:pt x="2590" y="0"/>
                    <a:pt x="162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3"/>
            <p:cNvSpPr/>
            <p:nvPr/>
          </p:nvSpPr>
          <p:spPr>
            <a:xfrm>
              <a:off x="3721475" y="1464250"/>
              <a:ext cx="113225" cy="29075"/>
            </a:xfrm>
            <a:custGeom>
              <a:rect b="b" l="l" r="r" t="t"/>
              <a:pathLst>
                <a:path extrusionOk="0" h="1163" w="4529">
                  <a:moveTo>
                    <a:pt x="2936" y="0"/>
                  </a:moveTo>
                  <a:cubicBezTo>
                    <a:pt x="1970" y="0"/>
                    <a:pt x="0" y="661"/>
                    <a:pt x="213" y="926"/>
                  </a:cubicBezTo>
                  <a:cubicBezTo>
                    <a:pt x="355" y="1086"/>
                    <a:pt x="1729" y="1163"/>
                    <a:pt x="2873" y="1163"/>
                  </a:cubicBezTo>
                  <a:cubicBezTo>
                    <a:pt x="3689" y="1163"/>
                    <a:pt x="4387" y="1124"/>
                    <a:pt x="4438" y="1048"/>
                  </a:cubicBezTo>
                  <a:cubicBezTo>
                    <a:pt x="4529" y="835"/>
                    <a:pt x="4012" y="318"/>
                    <a:pt x="3283" y="45"/>
                  </a:cubicBezTo>
                  <a:cubicBezTo>
                    <a:pt x="3194" y="14"/>
                    <a:pt x="3076" y="0"/>
                    <a:pt x="293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3"/>
            <p:cNvSpPr/>
            <p:nvPr/>
          </p:nvSpPr>
          <p:spPr>
            <a:xfrm>
              <a:off x="3852150" y="1375700"/>
              <a:ext cx="48675" cy="26600"/>
            </a:xfrm>
            <a:custGeom>
              <a:rect b="b" l="l" r="r" t="t"/>
              <a:pathLst>
                <a:path extrusionOk="0" h="1064" w="1947">
                  <a:moveTo>
                    <a:pt x="1764" y="0"/>
                  </a:moveTo>
                  <a:cubicBezTo>
                    <a:pt x="1186" y="304"/>
                    <a:pt x="609" y="547"/>
                    <a:pt x="1" y="669"/>
                  </a:cubicBezTo>
                  <a:lnTo>
                    <a:pt x="92" y="1064"/>
                  </a:lnTo>
                  <a:cubicBezTo>
                    <a:pt x="730" y="912"/>
                    <a:pt x="1369" y="669"/>
                    <a:pt x="1946" y="334"/>
                  </a:cubicBezTo>
                  <a:lnTo>
                    <a:pt x="1764"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3"/>
            <p:cNvSpPr/>
            <p:nvPr/>
          </p:nvSpPr>
          <p:spPr>
            <a:xfrm>
              <a:off x="3689550" y="1202425"/>
              <a:ext cx="75250" cy="81350"/>
            </a:xfrm>
            <a:custGeom>
              <a:rect b="b" l="l" r="r" t="t"/>
              <a:pathLst>
                <a:path extrusionOk="0" h="3254" w="3010">
                  <a:moveTo>
                    <a:pt x="2918" y="1"/>
                  </a:moveTo>
                  <a:cubicBezTo>
                    <a:pt x="1429" y="457"/>
                    <a:pt x="335" y="1673"/>
                    <a:pt x="0" y="3162"/>
                  </a:cubicBezTo>
                  <a:lnTo>
                    <a:pt x="365" y="3253"/>
                  </a:lnTo>
                  <a:cubicBezTo>
                    <a:pt x="669" y="1916"/>
                    <a:pt x="1672" y="822"/>
                    <a:pt x="3009" y="396"/>
                  </a:cubicBezTo>
                  <a:lnTo>
                    <a:pt x="291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3"/>
            <p:cNvSpPr/>
            <p:nvPr/>
          </p:nvSpPr>
          <p:spPr>
            <a:xfrm>
              <a:off x="3146225" y="1814150"/>
              <a:ext cx="1089700" cy="1025900"/>
            </a:xfrm>
            <a:custGeom>
              <a:rect b="b" l="l" r="r" t="t"/>
              <a:pathLst>
                <a:path extrusionOk="0" h="41036" w="43588">
                  <a:moveTo>
                    <a:pt x="16718" y="0"/>
                  </a:moveTo>
                  <a:cubicBezTo>
                    <a:pt x="16718" y="0"/>
                    <a:pt x="578" y="912"/>
                    <a:pt x="730" y="9818"/>
                  </a:cubicBezTo>
                  <a:cubicBezTo>
                    <a:pt x="0" y="14043"/>
                    <a:pt x="5532" y="37357"/>
                    <a:pt x="7265" y="39971"/>
                  </a:cubicBezTo>
                  <a:cubicBezTo>
                    <a:pt x="7265" y="39971"/>
                    <a:pt x="13071" y="41004"/>
                    <a:pt x="21794" y="41034"/>
                  </a:cubicBezTo>
                  <a:cubicBezTo>
                    <a:pt x="21914" y="41035"/>
                    <a:pt x="22033" y="41035"/>
                    <a:pt x="22151" y="41035"/>
                  </a:cubicBezTo>
                  <a:cubicBezTo>
                    <a:pt x="30676" y="41035"/>
                    <a:pt x="36323" y="39971"/>
                    <a:pt x="36323" y="39971"/>
                  </a:cubicBezTo>
                  <a:cubicBezTo>
                    <a:pt x="38056" y="37357"/>
                    <a:pt x="43588" y="14043"/>
                    <a:pt x="42858" y="9818"/>
                  </a:cubicBezTo>
                  <a:cubicBezTo>
                    <a:pt x="43375" y="791"/>
                    <a:pt x="26870" y="0"/>
                    <a:pt x="26870" y="0"/>
                  </a:cubicBezTo>
                  <a:lnTo>
                    <a:pt x="21794" y="2006"/>
                  </a:lnTo>
                  <a:lnTo>
                    <a:pt x="1671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3"/>
            <p:cNvSpPr/>
            <p:nvPr/>
          </p:nvSpPr>
          <p:spPr>
            <a:xfrm>
              <a:off x="3610525" y="1867350"/>
              <a:ext cx="164900" cy="1179350"/>
            </a:xfrm>
            <a:custGeom>
              <a:rect b="b" l="l" r="r" t="t"/>
              <a:pathLst>
                <a:path extrusionOk="0" h="47174" w="6596">
                  <a:moveTo>
                    <a:pt x="3131" y="0"/>
                  </a:moveTo>
                  <a:lnTo>
                    <a:pt x="1429" y="2310"/>
                  </a:lnTo>
                  <a:lnTo>
                    <a:pt x="2037" y="2675"/>
                  </a:lnTo>
                  <a:lnTo>
                    <a:pt x="0" y="42250"/>
                  </a:lnTo>
                  <a:cubicBezTo>
                    <a:pt x="0" y="42250"/>
                    <a:pt x="2432" y="47174"/>
                    <a:pt x="3131" y="47174"/>
                  </a:cubicBezTo>
                  <a:cubicBezTo>
                    <a:pt x="3860" y="47174"/>
                    <a:pt x="6596" y="42372"/>
                    <a:pt x="6596" y="42372"/>
                  </a:cubicBezTo>
                  <a:lnTo>
                    <a:pt x="4225" y="2705"/>
                  </a:lnTo>
                  <a:lnTo>
                    <a:pt x="4803" y="2280"/>
                  </a:lnTo>
                  <a:lnTo>
                    <a:pt x="313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3"/>
            <p:cNvSpPr/>
            <p:nvPr/>
          </p:nvSpPr>
          <p:spPr>
            <a:xfrm>
              <a:off x="3659900" y="1929650"/>
              <a:ext cx="57025" cy="13700"/>
            </a:xfrm>
            <a:custGeom>
              <a:rect b="b" l="l" r="r" t="t"/>
              <a:pathLst>
                <a:path extrusionOk="0" h="548" w="2281">
                  <a:moveTo>
                    <a:pt x="122" y="1"/>
                  </a:moveTo>
                  <a:lnTo>
                    <a:pt x="1" y="365"/>
                  </a:lnTo>
                  <a:cubicBezTo>
                    <a:pt x="396" y="487"/>
                    <a:pt x="791" y="517"/>
                    <a:pt x="1186" y="548"/>
                  </a:cubicBezTo>
                  <a:cubicBezTo>
                    <a:pt x="1581" y="517"/>
                    <a:pt x="1946" y="487"/>
                    <a:pt x="2281" y="365"/>
                  </a:cubicBezTo>
                  <a:lnTo>
                    <a:pt x="2189" y="1"/>
                  </a:lnTo>
                  <a:cubicBezTo>
                    <a:pt x="1855" y="92"/>
                    <a:pt x="1505" y="137"/>
                    <a:pt x="1156" y="137"/>
                  </a:cubicBezTo>
                  <a:cubicBezTo>
                    <a:pt x="806" y="137"/>
                    <a:pt x="457" y="92"/>
                    <a:pt x="12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3"/>
            <p:cNvSpPr/>
            <p:nvPr/>
          </p:nvSpPr>
          <p:spPr>
            <a:xfrm>
              <a:off x="3530725" y="1757925"/>
              <a:ext cx="315375" cy="180875"/>
            </a:xfrm>
            <a:custGeom>
              <a:rect b="b" l="l" r="r" t="t"/>
              <a:pathLst>
                <a:path extrusionOk="0" h="7235" w="12615">
                  <a:moveTo>
                    <a:pt x="1399" y="0"/>
                  </a:moveTo>
                  <a:lnTo>
                    <a:pt x="1" y="2401"/>
                  </a:lnTo>
                  <a:cubicBezTo>
                    <a:pt x="1338" y="5806"/>
                    <a:pt x="4773" y="7234"/>
                    <a:pt x="4773" y="7234"/>
                  </a:cubicBezTo>
                  <a:lnTo>
                    <a:pt x="6292" y="4407"/>
                  </a:lnTo>
                  <a:lnTo>
                    <a:pt x="7812" y="7234"/>
                  </a:lnTo>
                  <a:cubicBezTo>
                    <a:pt x="7812" y="7234"/>
                    <a:pt x="11277" y="5836"/>
                    <a:pt x="12615" y="2401"/>
                  </a:cubicBezTo>
                  <a:lnTo>
                    <a:pt x="11277" y="0"/>
                  </a:lnTo>
                  <a:cubicBezTo>
                    <a:pt x="10031" y="1824"/>
                    <a:pt x="8299" y="3283"/>
                    <a:pt x="6323" y="4225"/>
                  </a:cubicBezTo>
                  <a:cubicBezTo>
                    <a:pt x="4347" y="3283"/>
                    <a:pt x="2615" y="1824"/>
                    <a:pt x="139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3"/>
            <p:cNvSpPr/>
            <p:nvPr/>
          </p:nvSpPr>
          <p:spPr>
            <a:xfrm>
              <a:off x="3526925" y="1815675"/>
              <a:ext cx="126175" cy="127675"/>
            </a:xfrm>
            <a:custGeom>
              <a:rect b="b" l="l" r="r" t="t"/>
              <a:pathLst>
                <a:path extrusionOk="0" h="5107" w="5047">
                  <a:moveTo>
                    <a:pt x="365" y="0"/>
                  </a:moveTo>
                  <a:lnTo>
                    <a:pt x="1" y="152"/>
                  </a:lnTo>
                  <a:cubicBezTo>
                    <a:pt x="882" y="2280"/>
                    <a:pt x="2523" y="3952"/>
                    <a:pt x="4894" y="5107"/>
                  </a:cubicBezTo>
                  <a:lnTo>
                    <a:pt x="5046" y="4742"/>
                  </a:lnTo>
                  <a:cubicBezTo>
                    <a:pt x="2767" y="3648"/>
                    <a:pt x="1186" y="2067"/>
                    <a:pt x="3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3"/>
            <p:cNvSpPr/>
            <p:nvPr/>
          </p:nvSpPr>
          <p:spPr>
            <a:xfrm>
              <a:off x="3725250" y="1815675"/>
              <a:ext cx="126175" cy="127675"/>
            </a:xfrm>
            <a:custGeom>
              <a:rect b="b" l="l" r="r" t="t"/>
              <a:pathLst>
                <a:path extrusionOk="0" h="5107" w="5047">
                  <a:moveTo>
                    <a:pt x="4682" y="0"/>
                  </a:moveTo>
                  <a:cubicBezTo>
                    <a:pt x="3861" y="2037"/>
                    <a:pt x="2281" y="3648"/>
                    <a:pt x="1" y="4742"/>
                  </a:cubicBezTo>
                  <a:lnTo>
                    <a:pt x="153" y="5107"/>
                  </a:lnTo>
                  <a:cubicBezTo>
                    <a:pt x="2524" y="3952"/>
                    <a:pt x="4165" y="2280"/>
                    <a:pt x="5047" y="152"/>
                  </a:cubicBezTo>
                  <a:lnTo>
                    <a:pt x="468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3"/>
            <p:cNvSpPr/>
            <p:nvPr/>
          </p:nvSpPr>
          <p:spPr>
            <a:xfrm>
              <a:off x="3301250" y="2258475"/>
              <a:ext cx="272050" cy="83825"/>
            </a:xfrm>
            <a:custGeom>
              <a:rect b="b" l="l" r="r" t="t"/>
              <a:pathLst>
                <a:path extrusionOk="0" h="3353" w="10882">
                  <a:moveTo>
                    <a:pt x="7838" y="400"/>
                  </a:moveTo>
                  <a:cubicBezTo>
                    <a:pt x="9085" y="400"/>
                    <a:pt x="10054" y="428"/>
                    <a:pt x="10274" y="495"/>
                  </a:cubicBezTo>
                  <a:cubicBezTo>
                    <a:pt x="10456" y="769"/>
                    <a:pt x="10487" y="2258"/>
                    <a:pt x="10274" y="2592"/>
                  </a:cubicBezTo>
                  <a:cubicBezTo>
                    <a:pt x="9810" y="2803"/>
                    <a:pt x="5818" y="2985"/>
                    <a:pt x="3144" y="2985"/>
                  </a:cubicBezTo>
                  <a:cubicBezTo>
                    <a:pt x="1964" y="2985"/>
                    <a:pt x="1042" y="2950"/>
                    <a:pt x="790" y="2866"/>
                  </a:cubicBezTo>
                  <a:cubicBezTo>
                    <a:pt x="638" y="2440"/>
                    <a:pt x="456" y="981"/>
                    <a:pt x="578" y="677"/>
                  </a:cubicBezTo>
                  <a:cubicBezTo>
                    <a:pt x="1098" y="532"/>
                    <a:pt x="5127" y="400"/>
                    <a:pt x="7838" y="400"/>
                  </a:cubicBezTo>
                  <a:close/>
                  <a:moveTo>
                    <a:pt x="7574" y="1"/>
                  </a:moveTo>
                  <a:cubicBezTo>
                    <a:pt x="5464" y="1"/>
                    <a:pt x="2848" y="91"/>
                    <a:pt x="1885" y="161"/>
                  </a:cubicBezTo>
                  <a:cubicBezTo>
                    <a:pt x="426" y="252"/>
                    <a:pt x="365" y="313"/>
                    <a:pt x="304" y="404"/>
                  </a:cubicBezTo>
                  <a:cubicBezTo>
                    <a:pt x="0" y="829"/>
                    <a:pt x="334" y="2775"/>
                    <a:pt x="456" y="3079"/>
                  </a:cubicBezTo>
                  <a:cubicBezTo>
                    <a:pt x="486" y="3200"/>
                    <a:pt x="638" y="3231"/>
                    <a:pt x="882" y="3261"/>
                  </a:cubicBezTo>
                  <a:cubicBezTo>
                    <a:pt x="1216" y="3322"/>
                    <a:pt x="2097" y="3352"/>
                    <a:pt x="3252" y="3352"/>
                  </a:cubicBezTo>
                  <a:cubicBezTo>
                    <a:pt x="6049" y="3352"/>
                    <a:pt x="10274" y="3200"/>
                    <a:pt x="10547" y="2836"/>
                  </a:cubicBezTo>
                  <a:cubicBezTo>
                    <a:pt x="10882" y="2410"/>
                    <a:pt x="10882" y="556"/>
                    <a:pt x="10547" y="191"/>
                  </a:cubicBezTo>
                  <a:cubicBezTo>
                    <a:pt x="10406" y="49"/>
                    <a:pt x="9127" y="1"/>
                    <a:pt x="75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3"/>
            <p:cNvSpPr/>
            <p:nvPr/>
          </p:nvSpPr>
          <p:spPr>
            <a:xfrm>
              <a:off x="3169025" y="2199400"/>
              <a:ext cx="63850" cy="274350"/>
            </a:xfrm>
            <a:custGeom>
              <a:rect b="b" l="l" r="r" t="t"/>
              <a:pathLst>
                <a:path extrusionOk="0" h="10974" w="2554">
                  <a:moveTo>
                    <a:pt x="365" y="1"/>
                  </a:moveTo>
                  <a:lnTo>
                    <a:pt x="0" y="62"/>
                  </a:lnTo>
                  <a:cubicBezTo>
                    <a:pt x="517" y="3375"/>
                    <a:pt x="1216" y="6931"/>
                    <a:pt x="2189" y="10974"/>
                  </a:cubicBezTo>
                  <a:lnTo>
                    <a:pt x="2553" y="10883"/>
                  </a:lnTo>
                  <a:cubicBezTo>
                    <a:pt x="1611" y="6840"/>
                    <a:pt x="882" y="3284"/>
                    <a:pt x="3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3"/>
            <p:cNvSpPr/>
            <p:nvPr/>
          </p:nvSpPr>
          <p:spPr>
            <a:xfrm>
              <a:off x="4149275" y="2199400"/>
              <a:ext cx="64625" cy="274350"/>
            </a:xfrm>
            <a:custGeom>
              <a:rect b="b" l="l" r="r" t="t"/>
              <a:pathLst>
                <a:path extrusionOk="0" h="10974" w="2585">
                  <a:moveTo>
                    <a:pt x="2189" y="1"/>
                  </a:moveTo>
                  <a:cubicBezTo>
                    <a:pt x="1672" y="3284"/>
                    <a:pt x="943" y="6840"/>
                    <a:pt x="1" y="10883"/>
                  </a:cubicBezTo>
                  <a:lnTo>
                    <a:pt x="396" y="10974"/>
                  </a:lnTo>
                  <a:cubicBezTo>
                    <a:pt x="1338" y="6931"/>
                    <a:pt x="2068" y="3344"/>
                    <a:pt x="2584" y="62"/>
                  </a:cubicBezTo>
                  <a:lnTo>
                    <a:pt x="218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3"/>
            <p:cNvSpPr/>
            <p:nvPr/>
          </p:nvSpPr>
          <p:spPr>
            <a:xfrm>
              <a:off x="5226800" y="1043775"/>
              <a:ext cx="1185750" cy="582000"/>
            </a:xfrm>
            <a:custGeom>
              <a:rect b="b" l="l" r="r" t="t"/>
              <a:pathLst>
                <a:path extrusionOk="0" h="23280" w="47430">
                  <a:moveTo>
                    <a:pt x="5957" y="0"/>
                  </a:moveTo>
                  <a:cubicBezTo>
                    <a:pt x="4696" y="0"/>
                    <a:pt x="3868" y="84"/>
                    <a:pt x="3618" y="268"/>
                  </a:cubicBezTo>
                  <a:cubicBezTo>
                    <a:pt x="1581" y="1788"/>
                    <a:pt x="1" y="21545"/>
                    <a:pt x="1156" y="22821"/>
                  </a:cubicBezTo>
                  <a:cubicBezTo>
                    <a:pt x="1336" y="23135"/>
                    <a:pt x="1857" y="23279"/>
                    <a:pt x="2657" y="23279"/>
                  </a:cubicBezTo>
                  <a:cubicBezTo>
                    <a:pt x="10758" y="23279"/>
                    <a:pt x="47429" y="8510"/>
                    <a:pt x="47236" y="6408"/>
                  </a:cubicBezTo>
                  <a:cubicBezTo>
                    <a:pt x="47049" y="4378"/>
                    <a:pt x="15102" y="0"/>
                    <a:pt x="595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3"/>
            <p:cNvSpPr/>
            <p:nvPr/>
          </p:nvSpPr>
          <p:spPr>
            <a:xfrm>
              <a:off x="5232125" y="1317375"/>
              <a:ext cx="560275" cy="297700"/>
            </a:xfrm>
            <a:custGeom>
              <a:rect b="b" l="l" r="r" t="t"/>
              <a:pathLst>
                <a:path extrusionOk="0" h="11908" w="22411">
                  <a:moveTo>
                    <a:pt x="18260" y="1"/>
                  </a:moveTo>
                  <a:cubicBezTo>
                    <a:pt x="12019" y="1"/>
                    <a:pt x="821" y="1330"/>
                    <a:pt x="821" y="1330"/>
                  </a:cubicBezTo>
                  <a:cubicBezTo>
                    <a:pt x="821" y="1330"/>
                    <a:pt x="92" y="11209"/>
                    <a:pt x="943" y="11908"/>
                  </a:cubicBezTo>
                  <a:cubicBezTo>
                    <a:pt x="1" y="9142"/>
                    <a:pt x="22098" y="2819"/>
                    <a:pt x="22341" y="783"/>
                  </a:cubicBezTo>
                  <a:cubicBezTo>
                    <a:pt x="22410" y="207"/>
                    <a:pt x="20720" y="1"/>
                    <a:pt x="1826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3"/>
            <p:cNvSpPr/>
            <p:nvPr/>
          </p:nvSpPr>
          <p:spPr>
            <a:xfrm>
              <a:off x="4893225" y="826100"/>
              <a:ext cx="952150" cy="592175"/>
            </a:xfrm>
            <a:custGeom>
              <a:rect b="b" l="l" r="r" t="t"/>
              <a:pathLst>
                <a:path extrusionOk="0" h="23687" w="38086">
                  <a:moveTo>
                    <a:pt x="27961" y="1"/>
                  </a:moveTo>
                  <a:cubicBezTo>
                    <a:pt x="17418" y="1"/>
                    <a:pt x="1611" y="2713"/>
                    <a:pt x="1611" y="2713"/>
                  </a:cubicBezTo>
                  <a:lnTo>
                    <a:pt x="0" y="23686"/>
                  </a:lnTo>
                  <a:cubicBezTo>
                    <a:pt x="0" y="23686"/>
                    <a:pt x="24065" y="19774"/>
                    <a:pt x="32787" y="19774"/>
                  </a:cubicBezTo>
                  <a:cubicBezTo>
                    <a:pt x="34718" y="19774"/>
                    <a:pt x="35897" y="19966"/>
                    <a:pt x="35897" y="20434"/>
                  </a:cubicBezTo>
                  <a:cubicBezTo>
                    <a:pt x="37356" y="19036"/>
                    <a:pt x="38086" y="3169"/>
                    <a:pt x="36870" y="1801"/>
                  </a:cubicBezTo>
                  <a:cubicBezTo>
                    <a:pt x="35825" y="470"/>
                    <a:pt x="32349" y="1"/>
                    <a:pt x="2796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3"/>
            <p:cNvSpPr/>
            <p:nvPr/>
          </p:nvSpPr>
          <p:spPr>
            <a:xfrm>
              <a:off x="5787600" y="1084650"/>
              <a:ext cx="47150" cy="256100"/>
            </a:xfrm>
            <a:custGeom>
              <a:rect b="b" l="l" r="r" t="t"/>
              <a:pathLst>
                <a:path extrusionOk="0" h="10244" w="1886">
                  <a:moveTo>
                    <a:pt x="1521" y="1"/>
                  </a:moveTo>
                  <a:cubicBezTo>
                    <a:pt x="1521" y="2402"/>
                    <a:pt x="1247" y="8876"/>
                    <a:pt x="1" y="9940"/>
                  </a:cubicBezTo>
                  <a:lnTo>
                    <a:pt x="244" y="10244"/>
                  </a:lnTo>
                  <a:cubicBezTo>
                    <a:pt x="1885" y="8815"/>
                    <a:pt x="1885" y="365"/>
                    <a:pt x="188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3"/>
            <p:cNvSpPr/>
            <p:nvPr/>
          </p:nvSpPr>
          <p:spPr>
            <a:xfrm>
              <a:off x="4709325" y="843000"/>
              <a:ext cx="237100" cy="2357975"/>
            </a:xfrm>
            <a:custGeom>
              <a:rect b="b" l="l" r="r" t="t"/>
              <a:pathLst>
                <a:path extrusionOk="0" h="94319" w="9484">
                  <a:moveTo>
                    <a:pt x="8724" y="1"/>
                  </a:moveTo>
                  <a:lnTo>
                    <a:pt x="0" y="94258"/>
                  </a:lnTo>
                  <a:lnTo>
                    <a:pt x="760" y="94318"/>
                  </a:lnTo>
                  <a:lnTo>
                    <a:pt x="9484" y="92"/>
                  </a:lnTo>
                  <a:lnTo>
                    <a:pt x="8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3"/>
            <p:cNvSpPr/>
            <p:nvPr/>
          </p:nvSpPr>
          <p:spPr>
            <a:xfrm>
              <a:off x="4745025" y="1950925"/>
              <a:ext cx="156575" cy="209000"/>
            </a:xfrm>
            <a:custGeom>
              <a:rect b="b" l="l" r="r" t="t"/>
              <a:pathLst>
                <a:path extrusionOk="0" h="8360" w="6263">
                  <a:moveTo>
                    <a:pt x="3922" y="1"/>
                  </a:moveTo>
                  <a:lnTo>
                    <a:pt x="1430" y="274"/>
                  </a:lnTo>
                  <a:cubicBezTo>
                    <a:pt x="457" y="365"/>
                    <a:pt x="153" y="1946"/>
                    <a:pt x="1338" y="2189"/>
                  </a:cubicBezTo>
                  <a:cubicBezTo>
                    <a:pt x="578" y="2371"/>
                    <a:pt x="366" y="3830"/>
                    <a:pt x="1399" y="4286"/>
                  </a:cubicBezTo>
                  <a:cubicBezTo>
                    <a:pt x="274" y="4286"/>
                    <a:pt x="1" y="6292"/>
                    <a:pt x="1551" y="6353"/>
                  </a:cubicBezTo>
                  <a:cubicBezTo>
                    <a:pt x="366" y="6384"/>
                    <a:pt x="274" y="8086"/>
                    <a:pt x="1673" y="8207"/>
                  </a:cubicBezTo>
                  <a:cubicBezTo>
                    <a:pt x="2554" y="8329"/>
                    <a:pt x="3466" y="8359"/>
                    <a:pt x="4348" y="8359"/>
                  </a:cubicBezTo>
                  <a:cubicBezTo>
                    <a:pt x="5442" y="8238"/>
                    <a:pt x="5806" y="7387"/>
                    <a:pt x="5442" y="6536"/>
                  </a:cubicBezTo>
                  <a:cubicBezTo>
                    <a:pt x="6262" y="6080"/>
                    <a:pt x="6050" y="4651"/>
                    <a:pt x="5351" y="4560"/>
                  </a:cubicBezTo>
                  <a:cubicBezTo>
                    <a:pt x="6262" y="3982"/>
                    <a:pt x="5928" y="2402"/>
                    <a:pt x="4864" y="2341"/>
                  </a:cubicBezTo>
                  <a:cubicBezTo>
                    <a:pt x="5958" y="1581"/>
                    <a:pt x="5381" y="183"/>
                    <a:pt x="3922" y="1"/>
                  </a:cubicBezTo>
                  <a:close/>
                </a:path>
              </a:pathLst>
            </a:custGeom>
            <a:solidFill>
              <a:srgbClr val="EFAB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3"/>
            <p:cNvSpPr/>
            <p:nvPr/>
          </p:nvSpPr>
          <p:spPr>
            <a:xfrm>
              <a:off x="4777700" y="2001075"/>
              <a:ext cx="88950" cy="12950"/>
            </a:xfrm>
            <a:custGeom>
              <a:rect b="b" l="l" r="r" t="t"/>
              <a:pathLst>
                <a:path extrusionOk="0" h="518" w="3558">
                  <a:moveTo>
                    <a:pt x="31" y="1"/>
                  </a:moveTo>
                  <a:lnTo>
                    <a:pt x="1" y="365"/>
                  </a:lnTo>
                  <a:lnTo>
                    <a:pt x="3557" y="517"/>
                  </a:lnTo>
                  <a:lnTo>
                    <a:pt x="3557" y="122"/>
                  </a:lnTo>
                  <a:lnTo>
                    <a:pt x="31" y="1"/>
                  </a:ln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3"/>
            <p:cNvSpPr/>
            <p:nvPr/>
          </p:nvSpPr>
          <p:spPr>
            <a:xfrm>
              <a:off x="4780000" y="2053500"/>
              <a:ext cx="98800" cy="16000"/>
            </a:xfrm>
            <a:custGeom>
              <a:rect b="b" l="l" r="r" t="t"/>
              <a:pathLst>
                <a:path extrusionOk="0" h="640" w="3952">
                  <a:moveTo>
                    <a:pt x="31" y="1"/>
                  </a:moveTo>
                  <a:lnTo>
                    <a:pt x="0" y="396"/>
                  </a:lnTo>
                  <a:lnTo>
                    <a:pt x="3921" y="639"/>
                  </a:lnTo>
                  <a:lnTo>
                    <a:pt x="3952" y="244"/>
                  </a:lnTo>
                  <a:lnTo>
                    <a:pt x="31" y="1"/>
                  </a:ln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3"/>
            <p:cNvSpPr/>
            <p:nvPr/>
          </p:nvSpPr>
          <p:spPr>
            <a:xfrm>
              <a:off x="4783800" y="2105175"/>
              <a:ext cx="98050" cy="12950"/>
            </a:xfrm>
            <a:custGeom>
              <a:rect b="b" l="l" r="r" t="t"/>
              <a:pathLst>
                <a:path extrusionOk="0" h="518" w="3922">
                  <a:moveTo>
                    <a:pt x="0" y="1"/>
                  </a:moveTo>
                  <a:lnTo>
                    <a:pt x="0" y="396"/>
                  </a:lnTo>
                  <a:lnTo>
                    <a:pt x="3891" y="518"/>
                  </a:lnTo>
                  <a:lnTo>
                    <a:pt x="3921" y="153"/>
                  </a:lnTo>
                  <a:lnTo>
                    <a:pt x="0" y="1"/>
                  </a:ln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3"/>
            <p:cNvSpPr/>
            <p:nvPr/>
          </p:nvSpPr>
          <p:spPr>
            <a:xfrm>
              <a:off x="4701725" y="1896300"/>
              <a:ext cx="207475" cy="56925"/>
            </a:xfrm>
            <a:custGeom>
              <a:rect b="b" l="l" r="r" t="t"/>
              <a:pathLst>
                <a:path extrusionOk="0" h="2277" w="8299">
                  <a:moveTo>
                    <a:pt x="5620" y="0"/>
                  </a:moveTo>
                  <a:cubicBezTo>
                    <a:pt x="5093" y="0"/>
                    <a:pt x="4610" y="7"/>
                    <a:pt x="4347" y="27"/>
                  </a:cubicBezTo>
                  <a:cubicBezTo>
                    <a:pt x="3587" y="58"/>
                    <a:pt x="1855" y="27"/>
                    <a:pt x="547" y="1122"/>
                  </a:cubicBezTo>
                  <a:cubicBezTo>
                    <a:pt x="335" y="1335"/>
                    <a:pt x="122" y="1608"/>
                    <a:pt x="0" y="1882"/>
                  </a:cubicBezTo>
                  <a:cubicBezTo>
                    <a:pt x="1551" y="1912"/>
                    <a:pt x="1490" y="2277"/>
                    <a:pt x="3070" y="2277"/>
                  </a:cubicBezTo>
                  <a:cubicBezTo>
                    <a:pt x="4362" y="2110"/>
                    <a:pt x="4970" y="2056"/>
                    <a:pt x="5304" y="2056"/>
                  </a:cubicBezTo>
                  <a:cubicBezTo>
                    <a:pt x="5639" y="2056"/>
                    <a:pt x="5700" y="2110"/>
                    <a:pt x="5897" y="2155"/>
                  </a:cubicBezTo>
                  <a:cubicBezTo>
                    <a:pt x="8025" y="2155"/>
                    <a:pt x="8298" y="514"/>
                    <a:pt x="7903" y="27"/>
                  </a:cubicBezTo>
                  <a:cubicBezTo>
                    <a:pt x="7903" y="27"/>
                    <a:pt x="6674" y="0"/>
                    <a:pt x="5620" y="0"/>
                  </a:cubicBezTo>
                  <a:close/>
                </a:path>
              </a:pathLst>
            </a:custGeom>
            <a:solidFill>
              <a:srgbClr val="EFAB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3"/>
            <p:cNvSpPr/>
            <p:nvPr/>
          </p:nvSpPr>
          <p:spPr>
            <a:xfrm>
              <a:off x="4751875" y="1945600"/>
              <a:ext cx="101850" cy="220400"/>
            </a:xfrm>
            <a:custGeom>
              <a:rect b="b" l="l" r="r" t="t"/>
              <a:pathLst>
                <a:path extrusionOk="0" h="8816" w="4074">
                  <a:moveTo>
                    <a:pt x="3861" y="1"/>
                  </a:moveTo>
                  <a:lnTo>
                    <a:pt x="1277" y="214"/>
                  </a:lnTo>
                  <a:cubicBezTo>
                    <a:pt x="639" y="244"/>
                    <a:pt x="92" y="761"/>
                    <a:pt x="61" y="1399"/>
                  </a:cubicBezTo>
                  <a:cubicBezTo>
                    <a:pt x="31" y="1825"/>
                    <a:pt x="244" y="2220"/>
                    <a:pt x="608" y="2463"/>
                  </a:cubicBezTo>
                  <a:cubicBezTo>
                    <a:pt x="365" y="2676"/>
                    <a:pt x="244" y="2980"/>
                    <a:pt x="213" y="3314"/>
                  </a:cubicBezTo>
                  <a:cubicBezTo>
                    <a:pt x="183" y="3739"/>
                    <a:pt x="335" y="4135"/>
                    <a:pt x="669" y="4439"/>
                  </a:cubicBezTo>
                  <a:cubicBezTo>
                    <a:pt x="274" y="4651"/>
                    <a:pt x="0" y="5077"/>
                    <a:pt x="0" y="5533"/>
                  </a:cubicBezTo>
                  <a:cubicBezTo>
                    <a:pt x="0" y="5989"/>
                    <a:pt x="213" y="6384"/>
                    <a:pt x="608" y="6597"/>
                  </a:cubicBezTo>
                  <a:cubicBezTo>
                    <a:pt x="365" y="6809"/>
                    <a:pt x="183" y="7113"/>
                    <a:pt x="183" y="7417"/>
                  </a:cubicBezTo>
                  <a:cubicBezTo>
                    <a:pt x="183" y="8086"/>
                    <a:pt x="730" y="8633"/>
                    <a:pt x="1399" y="8633"/>
                  </a:cubicBezTo>
                  <a:cubicBezTo>
                    <a:pt x="2280" y="8724"/>
                    <a:pt x="3162" y="8785"/>
                    <a:pt x="4043" y="8785"/>
                  </a:cubicBezTo>
                  <a:lnTo>
                    <a:pt x="4074" y="8816"/>
                  </a:lnTo>
                  <a:lnTo>
                    <a:pt x="4074" y="8420"/>
                  </a:lnTo>
                  <a:cubicBezTo>
                    <a:pt x="3192" y="8420"/>
                    <a:pt x="2311" y="8390"/>
                    <a:pt x="1429" y="8268"/>
                  </a:cubicBezTo>
                  <a:cubicBezTo>
                    <a:pt x="821" y="8208"/>
                    <a:pt x="578" y="7843"/>
                    <a:pt x="578" y="7448"/>
                  </a:cubicBezTo>
                  <a:cubicBezTo>
                    <a:pt x="578" y="7083"/>
                    <a:pt x="912" y="6779"/>
                    <a:pt x="1277" y="6779"/>
                  </a:cubicBezTo>
                  <a:lnTo>
                    <a:pt x="1277" y="6414"/>
                  </a:lnTo>
                  <a:cubicBezTo>
                    <a:pt x="1244" y="6418"/>
                    <a:pt x="1211" y="6420"/>
                    <a:pt x="1178" y="6420"/>
                  </a:cubicBezTo>
                  <a:cubicBezTo>
                    <a:pt x="735" y="6420"/>
                    <a:pt x="367" y="6045"/>
                    <a:pt x="396" y="5563"/>
                  </a:cubicBezTo>
                  <a:cubicBezTo>
                    <a:pt x="365" y="5138"/>
                    <a:pt x="700" y="4743"/>
                    <a:pt x="1156" y="4743"/>
                  </a:cubicBezTo>
                  <a:lnTo>
                    <a:pt x="2037" y="4743"/>
                  </a:lnTo>
                  <a:lnTo>
                    <a:pt x="1216" y="4347"/>
                  </a:lnTo>
                  <a:cubicBezTo>
                    <a:pt x="821" y="4195"/>
                    <a:pt x="578" y="3770"/>
                    <a:pt x="608" y="3314"/>
                  </a:cubicBezTo>
                  <a:cubicBezTo>
                    <a:pt x="608" y="3010"/>
                    <a:pt x="821" y="2706"/>
                    <a:pt x="1125" y="2584"/>
                  </a:cubicBezTo>
                  <a:lnTo>
                    <a:pt x="1885" y="2402"/>
                  </a:lnTo>
                  <a:lnTo>
                    <a:pt x="1095" y="2220"/>
                  </a:lnTo>
                  <a:cubicBezTo>
                    <a:pt x="700" y="2159"/>
                    <a:pt x="396" y="1825"/>
                    <a:pt x="426" y="1429"/>
                  </a:cubicBezTo>
                  <a:cubicBezTo>
                    <a:pt x="456" y="943"/>
                    <a:pt x="852" y="609"/>
                    <a:pt x="1307" y="578"/>
                  </a:cubicBezTo>
                  <a:lnTo>
                    <a:pt x="3891" y="396"/>
                  </a:lnTo>
                  <a:lnTo>
                    <a:pt x="3861" y="1"/>
                  </a:ln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3"/>
            <p:cNvSpPr/>
            <p:nvPr/>
          </p:nvSpPr>
          <p:spPr>
            <a:xfrm>
              <a:off x="4840775" y="1895450"/>
              <a:ext cx="49425" cy="15225"/>
            </a:xfrm>
            <a:custGeom>
              <a:rect b="b" l="l" r="r" t="t"/>
              <a:pathLst>
                <a:path extrusionOk="0" h="609" w="1977">
                  <a:moveTo>
                    <a:pt x="1825" y="1"/>
                  </a:moveTo>
                  <a:cubicBezTo>
                    <a:pt x="1369" y="153"/>
                    <a:pt x="882" y="213"/>
                    <a:pt x="396" y="213"/>
                  </a:cubicBezTo>
                  <a:lnTo>
                    <a:pt x="396" y="31"/>
                  </a:lnTo>
                  <a:lnTo>
                    <a:pt x="1" y="31"/>
                  </a:lnTo>
                  <a:lnTo>
                    <a:pt x="1" y="609"/>
                  </a:lnTo>
                  <a:lnTo>
                    <a:pt x="244" y="609"/>
                  </a:lnTo>
                  <a:cubicBezTo>
                    <a:pt x="821" y="609"/>
                    <a:pt x="1399" y="517"/>
                    <a:pt x="1976" y="365"/>
                  </a:cubicBezTo>
                  <a:lnTo>
                    <a:pt x="1825" y="1"/>
                  </a:ln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3"/>
            <p:cNvSpPr/>
            <p:nvPr/>
          </p:nvSpPr>
          <p:spPr>
            <a:xfrm>
              <a:off x="3247275" y="2799800"/>
              <a:ext cx="317425" cy="335525"/>
            </a:xfrm>
            <a:custGeom>
              <a:rect b="b" l="l" r="r" t="t"/>
              <a:pathLst>
                <a:path extrusionOk="0" h="13421" w="12697">
                  <a:moveTo>
                    <a:pt x="4007" y="0"/>
                  </a:moveTo>
                  <a:cubicBezTo>
                    <a:pt x="3469" y="0"/>
                    <a:pt x="2922" y="128"/>
                    <a:pt x="2402" y="453"/>
                  </a:cubicBezTo>
                  <a:cubicBezTo>
                    <a:pt x="1" y="1973"/>
                    <a:pt x="1430" y="5256"/>
                    <a:pt x="1521" y="5681"/>
                  </a:cubicBezTo>
                  <a:cubicBezTo>
                    <a:pt x="2068" y="7870"/>
                    <a:pt x="5655" y="11913"/>
                    <a:pt x="5655" y="11913"/>
                  </a:cubicBezTo>
                  <a:cubicBezTo>
                    <a:pt x="6007" y="12378"/>
                    <a:pt x="6369" y="12536"/>
                    <a:pt x="6660" y="12536"/>
                  </a:cubicBezTo>
                  <a:cubicBezTo>
                    <a:pt x="7066" y="12536"/>
                    <a:pt x="7333" y="12228"/>
                    <a:pt x="7240" y="12014"/>
                  </a:cubicBezTo>
                  <a:lnTo>
                    <a:pt x="7240" y="12014"/>
                  </a:lnTo>
                  <a:cubicBezTo>
                    <a:pt x="7335" y="12143"/>
                    <a:pt x="7717" y="12643"/>
                    <a:pt x="7813" y="12764"/>
                  </a:cubicBezTo>
                  <a:cubicBezTo>
                    <a:pt x="8196" y="13243"/>
                    <a:pt x="8550" y="13420"/>
                    <a:pt x="8836" y="13420"/>
                  </a:cubicBezTo>
                  <a:cubicBezTo>
                    <a:pt x="9365" y="13420"/>
                    <a:pt x="9662" y="12813"/>
                    <a:pt x="9484" y="12399"/>
                  </a:cubicBezTo>
                  <a:lnTo>
                    <a:pt x="9484" y="12399"/>
                  </a:lnTo>
                  <a:cubicBezTo>
                    <a:pt x="9746" y="12863"/>
                    <a:pt x="10110" y="13043"/>
                    <a:pt x="10434" y="13043"/>
                  </a:cubicBezTo>
                  <a:cubicBezTo>
                    <a:pt x="10939" y="13043"/>
                    <a:pt x="11348" y="12606"/>
                    <a:pt x="11126" y="12125"/>
                  </a:cubicBezTo>
                  <a:lnTo>
                    <a:pt x="11126" y="12125"/>
                  </a:lnTo>
                  <a:cubicBezTo>
                    <a:pt x="11299" y="12363"/>
                    <a:pt x="11528" y="12471"/>
                    <a:pt x="11745" y="12471"/>
                  </a:cubicBezTo>
                  <a:cubicBezTo>
                    <a:pt x="12251" y="12471"/>
                    <a:pt x="12697" y="11884"/>
                    <a:pt x="12250" y="10970"/>
                  </a:cubicBezTo>
                  <a:cubicBezTo>
                    <a:pt x="11977" y="10210"/>
                    <a:pt x="8603" y="4466"/>
                    <a:pt x="8603" y="4466"/>
                  </a:cubicBezTo>
                  <a:cubicBezTo>
                    <a:pt x="8633" y="4450"/>
                    <a:pt x="8665" y="4442"/>
                    <a:pt x="8700" y="4442"/>
                  </a:cubicBezTo>
                  <a:cubicBezTo>
                    <a:pt x="9202" y="4442"/>
                    <a:pt x="10205" y="5980"/>
                    <a:pt x="11342" y="5980"/>
                  </a:cubicBezTo>
                  <a:cubicBezTo>
                    <a:pt x="11491" y="5980"/>
                    <a:pt x="11642" y="5954"/>
                    <a:pt x="11795" y="5894"/>
                  </a:cubicBezTo>
                  <a:cubicBezTo>
                    <a:pt x="11886" y="5833"/>
                    <a:pt x="11916" y="5681"/>
                    <a:pt x="11855" y="5560"/>
                  </a:cubicBezTo>
                  <a:cubicBezTo>
                    <a:pt x="10488" y="3615"/>
                    <a:pt x="8694" y="2004"/>
                    <a:pt x="6627" y="849"/>
                  </a:cubicBezTo>
                  <a:cubicBezTo>
                    <a:pt x="5923" y="418"/>
                    <a:pt x="4979" y="0"/>
                    <a:pt x="4007" y="0"/>
                  </a:cubicBezTo>
                  <a:close/>
                </a:path>
              </a:pathLst>
            </a:custGeom>
            <a:solidFill>
              <a:srgbClr val="E2A0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3"/>
            <p:cNvSpPr/>
            <p:nvPr/>
          </p:nvSpPr>
          <p:spPr>
            <a:xfrm>
              <a:off x="3372675" y="3011725"/>
              <a:ext cx="56250" cy="88950"/>
            </a:xfrm>
            <a:custGeom>
              <a:rect b="b" l="l" r="r" t="t"/>
              <a:pathLst>
                <a:path extrusionOk="0" h="3558" w="2250">
                  <a:moveTo>
                    <a:pt x="243" y="1"/>
                  </a:moveTo>
                  <a:lnTo>
                    <a:pt x="0" y="153"/>
                  </a:lnTo>
                  <a:lnTo>
                    <a:pt x="2006" y="3557"/>
                  </a:lnTo>
                  <a:lnTo>
                    <a:pt x="2250" y="3436"/>
                  </a:lnTo>
                  <a:lnTo>
                    <a:pt x="243" y="1"/>
                  </a:lnTo>
                  <a:close/>
                </a:path>
              </a:pathLst>
            </a:custGeom>
            <a:solidFill>
              <a:srgbClr val="CB82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3"/>
            <p:cNvSpPr/>
            <p:nvPr/>
          </p:nvSpPr>
          <p:spPr>
            <a:xfrm>
              <a:off x="3409150" y="2997300"/>
              <a:ext cx="76775" cy="114000"/>
            </a:xfrm>
            <a:custGeom>
              <a:rect b="b" l="l" r="r" t="t"/>
              <a:pathLst>
                <a:path extrusionOk="0" h="4560" w="3071">
                  <a:moveTo>
                    <a:pt x="243" y="0"/>
                  </a:moveTo>
                  <a:lnTo>
                    <a:pt x="0" y="152"/>
                  </a:lnTo>
                  <a:lnTo>
                    <a:pt x="2857" y="4560"/>
                  </a:lnTo>
                  <a:lnTo>
                    <a:pt x="3070" y="4408"/>
                  </a:lnTo>
                  <a:lnTo>
                    <a:pt x="243" y="0"/>
                  </a:lnTo>
                  <a:close/>
                </a:path>
              </a:pathLst>
            </a:custGeom>
            <a:solidFill>
              <a:srgbClr val="CB82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3"/>
            <p:cNvSpPr/>
            <p:nvPr/>
          </p:nvSpPr>
          <p:spPr>
            <a:xfrm>
              <a:off x="3446375" y="2976025"/>
              <a:ext cx="82100" cy="127675"/>
            </a:xfrm>
            <a:custGeom>
              <a:rect b="b" l="l" r="r" t="t"/>
              <a:pathLst>
                <a:path extrusionOk="0" h="5107" w="3284">
                  <a:moveTo>
                    <a:pt x="244" y="0"/>
                  </a:moveTo>
                  <a:lnTo>
                    <a:pt x="1" y="152"/>
                  </a:lnTo>
                  <a:lnTo>
                    <a:pt x="3040" y="5107"/>
                  </a:lnTo>
                  <a:lnTo>
                    <a:pt x="3283" y="4955"/>
                  </a:lnTo>
                  <a:lnTo>
                    <a:pt x="244" y="0"/>
                  </a:lnTo>
                  <a:close/>
                </a:path>
              </a:pathLst>
            </a:custGeom>
            <a:solidFill>
              <a:srgbClr val="CB82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3"/>
            <p:cNvSpPr/>
            <p:nvPr/>
          </p:nvSpPr>
          <p:spPr>
            <a:xfrm>
              <a:off x="2838400" y="2384475"/>
              <a:ext cx="592800" cy="585500"/>
            </a:xfrm>
            <a:custGeom>
              <a:rect b="b" l="l" r="r" t="t"/>
              <a:pathLst>
                <a:path extrusionOk="0" h="23420" w="23712">
                  <a:moveTo>
                    <a:pt x="7257" y="1"/>
                  </a:moveTo>
                  <a:cubicBezTo>
                    <a:pt x="2891" y="1"/>
                    <a:pt x="0" y="5243"/>
                    <a:pt x="3772" y="10167"/>
                  </a:cubicBezTo>
                  <a:cubicBezTo>
                    <a:pt x="6629" y="14088"/>
                    <a:pt x="17298" y="23419"/>
                    <a:pt x="17298" y="23419"/>
                  </a:cubicBezTo>
                  <a:cubicBezTo>
                    <a:pt x="20247" y="18525"/>
                    <a:pt x="23712" y="17553"/>
                    <a:pt x="23712" y="17553"/>
                  </a:cubicBezTo>
                  <a:cubicBezTo>
                    <a:pt x="19061" y="10774"/>
                    <a:pt x="15505" y="5698"/>
                    <a:pt x="12101" y="2112"/>
                  </a:cubicBezTo>
                  <a:cubicBezTo>
                    <a:pt x="10453" y="628"/>
                    <a:pt x="8766" y="1"/>
                    <a:pt x="72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3"/>
            <p:cNvSpPr/>
            <p:nvPr/>
          </p:nvSpPr>
          <p:spPr>
            <a:xfrm>
              <a:off x="3251850" y="2905725"/>
              <a:ext cx="24350" cy="22075"/>
            </a:xfrm>
            <a:custGeom>
              <a:rect b="b" l="l" r="r" t="t"/>
              <a:pathLst>
                <a:path extrusionOk="0" h="883" w="974">
                  <a:moveTo>
                    <a:pt x="484" y="0"/>
                  </a:moveTo>
                  <a:cubicBezTo>
                    <a:pt x="287" y="0"/>
                    <a:pt x="112" y="118"/>
                    <a:pt x="61" y="320"/>
                  </a:cubicBezTo>
                  <a:cubicBezTo>
                    <a:pt x="0" y="563"/>
                    <a:pt x="122" y="806"/>
                    <a:pt x="365" y="867"/>
                  </a:cubicBezTo>
                  <a:cubicBezTo>
                    <a:pt x="407" y="877"/>
                    <a:pt x="449" y="882"/>
                    <a:pt x="489" y="882"/>
                  </a:cubicBezTo>
                  <a:cubicBezTo>
                    <a:pt x="686" y="882"/>
                    <a:pt x="862" y="764"/>
                    <a:pt x="912" y="563"/>
                  </a:cubicBezTo>
                  <a:cubicBezTo>
                    <a:pt x="973" y="320"/>
                    <a:pt x="851" y="77"/>
                    <a:pt x="608" y="16"/>
                  </a:cubicBezTo>
                  <a:cubicBezTo>
                    <a:pt x="567" y="5"/>
                    <a:pt x="525" y="0"/>
                    <a:pt x="48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3"/>
            <p:cNvSpPr/>
            <p:nvPr/>
          </p:nvSpPr>
          <p:spPr>
            <a:xfrm>
              <a:off x="3215375" y="2760975"/>
              <a:ext cx="177075" cy="164150"/>
            </a:xfrm>
            <a:custGeom>
              <a:rect b="b" l="l" r="r" t="t"/>
              <a:pathLst>
                <a:path extrusionOk="0" h="6566" w="7083">
                  <a:moveTo>
                    <a:pt x="7022" y="0"/>
                  </a:moveTo>
                  <a:cubicBezTo>
                    <a:pt x="4043" y="487"/>
                    <a:pt x="1125" y="4043"/>
                    <a:pt x="0" y="6383"/>
                  </a:cubicBezTo>
                  <a:lnTo>
                    <a:pt x="335" y="6566"/>
                  </a:lnTo>
                  <a:cubicBezTo>
                    <a:pt x="1429" y="4256"/>
                    <a:pt x="4256" y="851"/>
                    <a:pt x="7083" y="395"/>
                  </a:cubicBezTo>
                  <a:lnTo>
                    <a:pt x="702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3"/>
            <p:cNvSpPr/>
            <p:nvPr/>
          </p:nvSpPr>
          <p:spPr>
            <a:xfrm>
              <a:off x="3004125" y="2418250"/>
              <a:ext cx="202925" cy="95775"/>
            </a:xfrm>
            <a:custGeom>
              <a:rect b="b" l="l" r="r" t="t"/>
              <a:pathLst>
                <a:path extrusionOk="0" h="3831" w="8117">
                  <a:moveTo>
                    <a:pt x="2584" y="1"/>
                  </a:moveTo>
                  <a:lnTo>
                    <a:pt x="2523" y="366"/>
                  </a:lnTo>
                  <a:cubicBezTo>
                    <a:pt x="4134" y="700"/>
                    <a:pt x="5624" y="1490"/>
                    <a:pt x="6809" y="2645"/>
                  </a:cubicBezTo>
                  <a:cubicBezTo>
                    <a:pt x="5294" y="1635"/>
                    <a:pt x="3519" y="1111"/>
                    <a:pt x="1733" y="1111"/>
                  </a:cubicBezTo>
                  <a:cubicBezTo>
                    <a:pt x="1154" y="1111"/>
                    <a:pt x="573" y="1166"/>
                    <a:pt x="0" y="1277"/>
                  </a:cubicBezTo>
                  <a:lnTo>
                    <a:pt x="61" y="1673"/>
                  </a:lnTo>
                  <a:cubicBezTo>
                    <a:pt x="652" y="1561"/>
                    <a:pt x="1234" y="1505"/>
                    <a:pt x="1806" y="1505"/>
                  </a:cubicBezTo>
                  <a:cubicBezTo>
                    <a:pt x="3883" y="1505"/>
                    <a:pt x="5845" y="2245"/>
                    <a:pt x="7751" y="3770"/>
                  </a:cubicBezTo>
                  <a:cubicBezTo>
                    <a:pt x="7782" y="3800"/>
                    <a:pt x="7812" y="3831"/>
                    <a:pt x="7873" y="3831"/>
                  </a:cubicBezTo>
                  <a:cubicBezTo>
                    <a:pt x="8025" y="3831"/>
                    <a:pt x="8116" y="3648"/>
                    <a:pt x="8025" y="3527"/>
                  </a:cubicBezTo>
                  <a:cubicBezTo>
                    <a:pt x="6748" y="1673"/>
                    <a:pt x="4803" y="426"/>
                    <a:pt x="25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3"/>
            <p:cNvSpPr/>
            <p:nvPr/>
          </p:nvSpPr>
          <p:spPr>
            <a:xfrm>
              <a:off x="3247275" y="2567200"/>
              <a:ext cx="187725" cy="259150"/>
            </a:xfrm>
            <a:custGeom>
              <a:rect b="b" l="l" r="r" t="t"/>
              <a:pathLst>
                <a:path extrusionOk="0" h="10366" w="7509">
                  <a:moveTo>
                    <a:pt x="335" y="0"/>
                  </a:moveTo>
                  <a:lnTo>
                    <a:pt x="1" y="213"/>
                  </a:lnTo>
                  <a:cubicBezTo>
                    <a:pt x="62" y="304"/>
                    <a:pt x="6202" y="8967"/>
                    <a:pt x="7205" y="10365"/>
                  </a:cubicBezTo>
                  <a:lnTo>
                    <a:pt x="7509" y="10153"/>
                  </a:lnTo>
                  <a:cubicBezTo>
                    <a:pt x="6506" y="8724"/>
                    <a:pt x="396" y="92"/>
                    <a:pt x="335" y="0"/>
                  </a:cubicBezTo>
                  <a:close/>
                </a:path>
              </a:pathLst>
            </a:custGeom>
            <a:solidFill>
              <a:srgbClr val="DAE9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4"/>
          <p:cNvSpPr txBox="1"/>
          <p:nvPr>
            <p:ph type="title"/>
          </p:nvPr>
        </p:nvSpPr>
        <p:spPr>
          <a:xfrm>
            <a:off x="453600" y="292625"/>
            <a:ext cx="82368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Agenda</a:t>
            </a:r>
            <a:endParaRPr/>
          </a:p>
        </p:txBody>
      </p:sp>
      <p:sp>
        <p:nvSpPr>
          <p:cNvPr id="143" name="Google Shape;143;p14"/>
          <p:cNvSpPr/>
          <p:nvPr/>
        </p:nvSpPr>
        <p:spPr>
          <a:xfrm flipH="1">
            <a:off x="692002" y="1207677"/>
            <a:ext cx="527400" cy="543900"/>
          </a:xfrm>
          <a:prstGeom prst="ellipse">
            <a:avLst/>
          </a:prstGeom>
          <a:solidFill>
            <a:schemeClr val="accen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1600">
                <a:solidFill>
                  <a:schemeClr val="dk1"/>
                </a:solidFill>
                <a:latin typeface="Fira Sans Extra Condensed SemiBold"/>
                <a:ea typeface="Fira Sans Extra Condensed SemiBold"/>
                <a:cs typeface="Fira Sans Extra Condensed SemiBold"/>
                <a:sym typeface="Fira Sans Extra Condensed SemiBold"/>
              </a:rPr>
              <a:t>01</a:t>
            </a:r>
            <a:endParaRPr sz="1600">
              <a:solidFill>
                <a:schemeClr val="dk1"/>
              </a:solidFill>
              <a:latin typeface="Fira Sans Extra Condensed SemiBold"/>
              <a:ea typeface="Fira Sans Extra Condensed SemiBold"/>
              <a:cs typeface="Fira Sans Extra Condensed SemiBold"/>
              <a:sym typeface="Fira Sans Extra Condensed SemiBold"/>
            </a:endParaRPr>
          </a:p>
        </p:txBody>
      </p:sp>
      <p:grpSp>
        <p:nvGrpSpPr>
          <p:cNvPr id="144" name="Google Shape;144;p14"/>
          <p:cNvGrpSpPr/>
          <p:nvPr/>
        </p:nvGrpSpPr>
        <p:grpSpPr>
          <a:xfrm>
            <a:off x="1442753" y="1283874"/>
            <a:ext cx="2292607" cy="414625"/>
            <a:chOff x="5101800" y="1403300"/>
            <a:chExt cx="3585000" cy="817800"/>
          </a:xfrm>
        </p:grpSpPr>
        <p:sp>
          <p:nvSpPr>
            <p:cNvPr id="145" name="Google Shape;145;p14"/>
            <p:cNvSpPr/>
            <p:nvPr/>
          </p:nvSpPr>
          <p:spPr>
            <a:xfrm flipH="1">
              <a:off x="5101800" y="1403300"/>
              <a:ext cx="3585000" cy="817800"/>
            </a:xfrm>
            <a:prstGeom prst="roundRect">
              <a:avLst>
                <a:gd fmla="val 46588"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6" name="Google Shape;146;p14"/>
            <p:cNvSpPr/>
            <p:nvPr/>
          </p:nvSpPr>
          <p:spPr>
            <a:xfrm flipH="1">
              <a:off x="5266800" y="1684032"/>
              <a:ext cx="3255000" cy="257700"/>
            </a:xfrm>
            <a:prstGeom prst="roundRect">
              <a:avLst>
                <a:gd fmla="val 0"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1"/>
                  </a:solidFill>
                  <a:latin typeface="Fira Sans Extra Condensed SemiBold"/>
                  <a:ea typeface="Fira Sans Extra Condensed SemiBold"/>
                  <a:cs typeface="Fira Sans Extra Condensed SemiBold"/>
                  <a:sym typeface="Fira Sans Extra Condensed SemiBold"/>
                </a:rPr>
                <a:t>Introduction</a:t>
              </a:r>
              <a:endParaRPr sz="2000">
                <a:solidFill>
                  <a:schemeClr val="dk1"/>
                </a:solidFill>
              </a:endParaRPr>
            </a:p>
          </p:txBody>
        </p:sp>
      </p:grpSp>
      <p:sp>
        <p:nvSpPr>
          <p:cNvPr id="147" name="Google Shape;147;p14"/>
          <p:cNvSpPr/>
          <p:nvPr/>
        </p:nvSpPr>
        <p:spPr>
          <a:xfrm flipH="1">
            <a:off x="692002" y="1817277"/>
            <a:ext cx="527400" cy="543900"/>
          </a:xfrm>
          <a:prstGeom prst="ellipse">
            <a:avLst/>
          </a:prstGeom>
          <a:solidFill>
            <a:schemeClr val="accen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1600">
                <a:solidFill>
                  <a:schemeClr val="dk1"/>
                </a:solidFill>
                <a:latin typeface="Fira Sans Extra Condensed SemiBold"/>
                <a:ea typeface="Fira Sans Extra Condensed SemiBold"/>
                <a:cs typeface="Fira Sans Extra Condensed SemiBold"/>
                <a:sym typeface="Fira Sans Extra Condensed SemiBold"/>
              </a:rPr>
              <a:t>02</a:t>
            </a:r>
            <a:endParaRPr sz="1600">
              <a:solidFill>
                <a:schemeClr val="dk1"/>
              </a:solidFill>
              <a:latin typeface="Fira Sans Extra Condensed SemiBold"/>
              <a:ea typeface="Fira Sans Extra Condensed SemiBold"/>
              <a:cs typeface="Fira Sans Extra Condensed SemiBold"/>
              <a:sym typeface="Fira Sans Extra Condensed SemiBold"/>
            </a:endParaRPr>
          </a:p>
        </p:txBody>
      </p:sp>
      <p:grpSp>
        <p:nvGrpSpPr>
          <p:cNvPr id="148" name="Google Shape;148;p14"/>
          <p:cNvGrpSpPr/>
          <p:nvPr/>
        </p:nvGrpSpPr>
        <p:grpSpPr>
          <a:xfrm>
            <a:off x="1442682" y="1893474"/>
            <a:ext cx="2911378" cy="414625"/>
            <a:chOff x="5101800" y="1403300"/>
            <a:chExt cx="3585000" cy="817800"/>
          </a:xfrm>
        </p:grpSpPr>
        <p:sp>
          <p:nvSpPr>
            <p:cNvPr id="149" name="Google Shape;149;p14"/>
            <p:cNvSpPr/>
            <p:nvPr/>
          </p:nvSpPr>
          <p:spPr>
            <a:xfrm flipH="1">
              <a:off x="5101800" y="1403300"/>
              <a:ext cx="3585000" cy="817800"/>
            </a:xfrm>
            <a:prstGeom prst="roundRect">
              <a:avLst>
                <a:gd fmla="val 46588"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0" name="Google Shape;150;p14"/>
            <p:cNvSpPr/>
            <p:nvPr/>
          </p:nvSpPr>
          <p:spPr>
            <a:xfrm flipH="1">
              <a:off x="5266800" y="1684032"/>
              <a:ext cx="3255000" cy="257700"/>
            </a:xfrm>
            <a:prstGeom prst="roundRect">
              <a:avLst>
                <a:gd fmla="val 0"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1"/>
                  </a:solidFill>
                  <a:latin typeface="Fira Sans Extra Condensed SemiBold"/>
                  <a:ea typeface="Fira Sans Extra Condensed SemiBold"/>
                  <a:cs typeface="Fira Sans Extra Condensed SemiBold"/>
                  <a:sym typeface="Fira Sans Extra Condensed SemiBold"/>
                </a:rPr>
                <a:t>Research Methodology</a:t>
              </a:r>
              <a:endParaRPr sz="2000">
                <a:solidFill>
                  <a:schemeClr val="dk1"/>
                </a:solidFill>
              </a:endParaRPr>
            </a:p>
          </p:txBody>
        </p:sp>
      </p:grpSp>
      <p:sp>
        <p:nvSpPr>
          <p:cNvPr id="151" name="Google Shape;151;p14"/>
          <p:cNvSpPr/>
          <p:nvPr/>
        </p:nvSpPr>
        <p:spPr>
          <a:xfrm flipH="1">
            <a:off x="692002" y="2503077"/>
            <a:ext cx="527400" cy="543900"/>
          </a:xfrm>
          <a:prstGeom prst="ellipse">
            <a:avLst/>
          </a:prstGeom>
          <a:solidFill>
            <a:schemeClr val="accen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1600">
                <a:solidFill>
                  <a:schemeClr val="dk1"/>
                </a:solidFill>
                <a:latin typeface="Fira Sans Extra Condensed SemiBold"/>
                <a:ea typeface="Fira Sans Extra Condensed SemiBold"/>
                <a:cs typeface="Fira Sans Extra Condensed SemiBold"/>
                <a:sym typeface="Fira Sans Extra Condensed SemiBold"/>
              </a:rPr>
              <a:t>03</a:t>
            </a:r>
            <a:endParaRPr sz="1600">
              <a:solidFill>
                <a:schemeClr val="dk1"/>
              </a:solidFill>
              <a:latin typeface="Fira Sans Extra Condensed SemiBold"/>
              <a:ea typeface="Fira Sans Extra Condensed SemiBold"/>
              <a:cs typeface="Fira Sans Extra Condensed SemiBold"/>
              <a:sym typeface="Fira Sans Extra Condensed SemiBold"/>
            </a:endParaRPr>
          </a:p>
        </p:txBody>
      </p:sp>
      <p:grpSp>
        <p:nvGrpSpPr>
          <p:cNvPr id="152" name="Google Shape;152;p14"/>
          <p:cNvGrpSpPr/>
          <p:nvPr/>
        </p:nvGrpSpPr>
        <p:grpSpPr>
          <a:xfrm>
            <a:off x="1442754" y="2579274"/>
            <a:ext cx="2911378" cy="414625"/>
            <a:chOff x="5101800" y="1403300"/>
            <a:chExt cx="3585000" cy="817800"/>
          </a:xfrm>
        </p:grpSpPr>
        <p:sp>
          <p:nvSpPr>
            <p:cNvPr id="153" name="Google Shape;153;p14"/>
            <p:cNvSpPr/>
            <p:nvPr/>
          </p:nvSpPr>
          <p:spPr>
            <a:xfrm flipH="1">
              <a:off x="5101800" y="1403300"/>
              <a:ext cx="3585000" cy="817800"/>
            </a:xfrm>
            <a:prstGeom prst="roundRect">
              <a:avLst>
                <a:gd fmla="val 46588"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 name="Google Shape;154;p14"/>
            <p:cNvSpPr/>
            <p:nvPr/>
          </p:nvSpPr>
          <p:spPr>
            <a:xfrm flipH="1">
              <a:off x="5266800" y="1684032"/>
              <a:ext cx="3255000" cy="257700"/>
            </a:xfrm>
            <a:prstGeom prst="roundRect">
              <a:avLst>
                <a:gd fmla="val 0"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1"/>
                  </a:solidFill>
                  <a:latin typeface="Fira Sans Extra Condensed SemiBold"/>
                  <a:ea typeface="Fira Sans Extra Condensed SemiBold"/>
                  <a:cs typeface="Fira Sans Extra Condensed SemiBold"/>
                  <a:sym typeface="Fira Sans Extra Condensed SemiBold"/>
                </a:rPr>
                <a:t>Schwartz’s Framework</a:t>
              </a:r>
              <a:endParaRPr sz="2000">
                <a:solidFill>
                  <a:schemeClr val="dk1"/>
                </a:solidFill>
              </a:endParaRPr>
            </a:p>
          </p:txBody>
        </p:sp>
      </p:grpSp>
      <p:sp>
        <p:nvSpPr>
          <p:cNvPr id="155" name="Google Shape;155;p14"/>
          <p:cNvSpPr/>
          <p:nvPr/>
        </p:nvSpPr>
        <p:spPr>
          <a:xfrm flipH="1">
            <a:off x="692002" y="3188877"/>
            <a:ext cx="527400" cy="543900"/>
          </a:xfrm>
          <a:prstGeom prst="ellipse">
            <a:avLst/>
          </a:prstGeom>
          <a:solidFill>
            <a:schemeClr val="accen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1600">
                <a:solidFill>
                  <a:schemeClr val="dk1"/>
                </a:solidFill>
                <a:latin typeface="Fira Sans Extra Condensed SemiBold"/>
                <a:ea typeface="Fira Sans Extra Condensed SemiBold"/>
                <a:cs typeface="Fira Sans Extra Condensed SemiBold"/>
                <a:sym typeface="Fira Sans Extra Condensed SemiBold"/>
              </a:rPr>
              <a:t>04</a:t>
            </a:r>
            <a:endParaRPr sz="1600">
              <a:solidFill>
                <a:schemeClr val="dk1"/>
              </a:solidFill>
              <a:latin typeface="Fira Sans Extra Condensed SemiBold"/>
              <a:ea typeface="Fira Sans Extra Condensed SemiBold"/>
              <a:cs typeface="Fira Sans Extra Condensed SemiBold"/>
              <a:sym typeface="Fira Sans Extra Condensed SemiBold"/>
            </a:endParaRPr>
          </a:p>
        </p:txBody>
      </p:sp>
      <p:grpSp>
        <p:nvGrpSpPr>
          <p:cNvPr id="156" name="Google Shape;156;p14"/>
          <p:cNvGrpSpPr/>
          <p:nvPr/>
        </p:nvGrpSpPr>
        <p:grpSpPr>
          <a:xfrm>
            <a:off x="1442753" y="3265074"/>
            <a:ext cx="2292607" cy="414625"/>
            <a:chOff x="5101800" y="1403300"/>
            <a:chExt cx="3585000" cy="817800"/>
          </a:xfrm>
        </p:grpSpPr>
        <p:sp>
          <p:nvSpPr>
            <p:cNvPr id="157" name="Google Shape;157;p14"/>
            <p:cNvSpPr/>
            <p:nvPr/>
          </p:nvSpPr>
          <p:spPr>
            <a:xfrm flipH="1">
              <a:off x="5101800" y="1403300"/>
              <a:ext cx="3585000" cy="817800"/>
            </a:xfrm>
            <a:prstGeom prst="roundRect">
              <a:avLst>
                <a:gd fmla="val 46588"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8" name="Google Shape;158;p14"/>
            <p:cNvSpPr/>
            <p:nvPr/>
          </p:nvSpPr>
          <p:spPr>
            <a:xfrm flipH="1">
              <a:off x="5266800" y="1684032"/>
              <a:ext cx="3255000" cy="257700"/>
            </a:xfrm>
            <a:prstGeom prst="roundRect">
              <a:avLst>
                <a:gd fmla="val 0"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1"/>
                  </a:solidFill>
                  <a:latin typeface="Fira Sans Extra Condensed SemiBold"/>
                  <a:ea typeface="Fira Sans Extra Condensed SemiBold"/>
                  <a:cs typeface="Fira Sans Extra Condensed SemiBold"/>
                  <a:sym typeface="Fira Sans Extra Condensed SemiBold"/>
                </a:rPr>
                <a:t>Key Findings</a:t>
              </a:r>
              <a:endParaRPr sz="2000">
                <a:solidFill>
                  <a:schemeClr val="dk1"/>
                </a:solidFill>
              </a:endParaRPr>
            </a:p>
          </p:txBody>
        </p:sp>
      </p:grpSp>
      <p:sp>
        <p:nvSpPr>
          <p:cNvPr id="159" name="Google Shape;159;p14"/>
          <p:cNvSpPr/>
          <p:nvPr/>
        </p:nvSpPr>
        <p:spPr>
          <a:xfrm flipH="1">
            <a:off x="4883002" y="1207677"/>
            <a:ext cx="527400" cy="543900"/>
          </a:xfrm>
          <a:prstGeom prst="ellipse">
            <a:avLst/>
          </a:prstGeom>
          <a:solidFill>
            <a:schemeClr val="accen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1600">
                <a:solidFill>
                  <a:schemeClr val="dk1"/>
                </a:solidFill>
                <a:latin typeface="Fira Sans Extra Condensed SemiBold"/>
                <a:ea typeface="Fira Sans Extra Condensed SemiBold"/>
                <a:cs typeface="Fira Sans Extra Condensed SemiBold"/>
                <a:sym typeface="Fira Sans Extra Condensed SemiBold"/>
              </a:rPr>
              <a:t>05</a:t>
            </a:r>
            <a:endParaRPr sz="1600">
              <a:solidFill>
                <a:schemeClr val="dk1"/>
              </a:solidFill>
              <a:latin typeface="Fira Sans Extra Condensed SemiBold"/>
              <a:ea typeface="Fira Sans Extra Condensed SemiBold"/>
              <a:cs typeface="Fira Sans Extra Condensed SemiBold"/>
              <a:sym typeface="Fira Sans Extra Condensed SemiBold"/>
            </a:endParaRPr>
          </a:p>
        </p:txBody>
      </p:sp>
      <p:grpSp>
        <p:nvGrpSpPr>
          <p:cNvPr id="160" name="Google Shape;160;p14"/>
          <p:cNvGrpSpPr/>
          <p:nvPr/>
        </p:nvGrpSpPr>
        <p:grpSpPr>
          <a:xfrm>
            <a:off x="5633753" y="1283874"/>
            <a:ext cx="2292607" cy="414625"/>
            <a:chOff x="5101800" y="1403300"/>
            <a:chExt cx="3585000" cy="817800"/>
          </a:xfrm>
        </p:grpSpPr>
        <p:sp>
          <p:nvSpPr>
            <p:cNvPr id="161" name="Google Shape;161;p14"/>
            <p:cNvSpPr/>
            <p:nvPr/>
          </p:nvSpPr>
          <p:spPr>
            <a:xfrm flipH="1">
              <a:off x="5101800" y="1403300"/>
              <a:ext cx="3585000" cy="817800"/>
            </a:xfrm>
            <a:prstGeom prst="roundRect">
              <a:avLst>
                <a:gd fmla="val 46588"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2" name="Google Shape;162;p14"/>
            <p:cNvSpPr/>
            <p:nvPr/>
          </p:nvSpPr>
          <p:spPr>
            <a:xfrm flipH="1">
              <a:off x="5266800" y="1684032"/>
              <a:ext cx="3255000" cy="257700"/>
            </a:xfrm>
            <a:prstGeom prst="roundRect">
              <a:avLst>
                <a:gd fmla="val 0"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1"/>
                  </a:solidFill>
                  <a:latin typeface="Fira Sans Extra Condensed SemiBold"/>
                  <a:ea typeface="Fira Sans Extra Condensed SemiBold"/>
                  <a:cs typeface="Fira Sans Extra Condensed SemiBold"/>
                  <a:sym typeface="Fira Sans Extra Condensed SemiBold"/>
                </a:rPr>
                <a:t>Hypothesis</a:t>
              </a:r>
              <a:endParaRPr sz="2000">
                <a:solidFill>
                  <a:schemeClr val="dk1"/>
                </a:solidFill>
              </a:endParaRPr>
            </a:p>
          </p:txBody>
        </p:sp>
      </p:grpSp>
      <p:sp>
        <p:nvSpPr>
          <p:cNvPr id="163" name="Google Shape;163;p14"/>
          <p:cNvSpPr/>
          <p:nvPr/>
        </p:nvSpPr>
        <p:spPr>
          <a:xfrm flipH="1">
            <a:off x="4883002" y="1817277"/>
            <a:ext cx="527400" cy="543900"/>
          </a:xfrm>
          <a:prstGeom prst="ellipse">
            <a:avLst/>
          </a:prstGeom>
          <a:solidFill>
            <a:schemeClr val="accen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1600">
                <a:solidFill>
                  <a:schemeClr val="dk1"/>
                </a:solidFill>
                <a:latin typeface="Fira Sans Extra Condensed SemiBold"/>
                <a:ea typeface="Fira Sans Extra Condensed SemiBold"/>
                <a:cs typeface="Fira Sans Extra Condensed SemiBold"/>
                <a:sym typeface="Fira Sans Extra Condensed SemiBold"/>
              </a:rPr>
              <a:t>06</a:t>
            </a:r>
            <a:endParaRPr sz="1600">
              <a:solidFill>
                <a:schemeClr val="dk1"/>
              </a:solidFill>
              <a:latin typeface="Fira Sans Extra Condensed SemiBold"/>
              <a:ea typeface="Fira Sans Extra Condensed SemiBold"/>
              <a:cs typeface="Fira Sans Extra Condensed SemiBold"/>
              <a:sym typeface="Fira Sans Extra Condensed SemiBold"/>
            </a:endParaRPr>
          </a:p>
        </p:txBody>
      </p:sp>
      <p:grpSp>
        <p:nvGrpSpPr>
          <p:cNvPr id="164" name="Google Shape;164;p14"/>
          <p:cNvGrpSpPr/>
          <p:nvPr/>
        </p:nvGrpSpPr>
        <p:grpSpPr>
          <a:xfrm>
            <a:off x="5539503" y="1895987"/>
            <a:ext cx="2292607" cy="414625"/>
            <a:chOff x="5101800" y="1403300"/>
            <a:chExt cx="3585000" cy="817800"/>
          </a:xfrm>
        </p:grpSpPr>
        <p:sp>
          <p:nvSpPr>
            <p:cNvPr id="165" name="Google Shape;165;p14"/>
            <p:cNvSpPr/>
            <p:nvPr/>
          </p:nvSpPr>
          <p:spPr>
            <a:xfrm flipH="1">
              <a:off x="5101800" y="1403300"/>
              <a:ext cx="3585000" cy="817800"/>
            </a:xfrm>
            <a:prstGeom prst="roundRect">
              <a:avLst>
                <a:gd fmla="val 46588"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6" name="Google Shape;166;p14"/>
            <p:cNvSpPr/>
            <p:nvPr/>
          </p:nvSpPr>
          <p:spPr>
            <a:xfrm flipH="1">
              <a:off x="5266800" y="1684032"/>
              <a:ext cx="3255000" cy="257700"/>
            </a:xfrm>
            <a:prstGeom prst="roundRect">
              <a:avLst>
                <a:gd fmla="val 0"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1"/>
                  </a:solidFill>
                  <a:latin typeface="Fira Sans Extra Condensed SemiBold"/>
                  <a:ea typeface="Fira Sans Extra Condensed SemiBold"/>
                  <a:cs typeface="Fira Sans Extra Condensed SemiBold"/>
                  <a:sym typeface="Fira Sans Extra Condensed SemiBold"/>
                </a:rPr>
                <a:t>Why this Matters?</a:t>
              </a:r>
              <a:endParaRPr sz="2000">
                <a:solidFill>
                  <a:schemeClr val="dk1"/>
                </a:solidFill>
              </a:endParaRPr>
            </a:p>
          </p:txBody>
        </p:sp>
      </p:grpSp>
      <p:sp>
        <p:nvSpPr>
          <p:cNvPr id="167" name="Google Shape;167;p14"/>
          <p:cNvSpPr/>
          <p:nvPr/>
        </p:nvSpPr>
        <p:spPr>
          <a:xfrm flipH="1">
            <a:off x="4883002" y="2503077"/>
            <a:ext cx="527400" cy="543900"/>
          </a:xfrm>
          <a:prstGeom prst="ellipse">
            <a:avLst/>
          </a:prstGeom>
          <a:solidFill>
            <a:schemeClr val="accen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1600">
                <a:solidFill>
                  <a:schemeClr val="dk1"/>
                </a:solidFill>
                <a:latin typeface="Fira Sans Extra Condensed SemiBold"/>
                <a:ea typeface="Fira Sans Extra Condensed SemiBold"/>
                <a:cs typeface="Fira Sans Extra Condensed SemiBold"/>
                <a:sym typeface="Fira Sans Extra Condensed SemiBold"/>
              </a:rPr>
              <a:t>07</a:t>
            </a:r>
            <a:endParaRPr sz="1600">
              <a:solidFill>
                <a:schemeClr val="dk1"/>
              </a:solidFill>
              <a:latin typeface="Fira Sans Extra Condensed SemiBold"/>
              <a:ea typeface="Fira Sans Extra Condensed SemiBold"/>
              <a:cs typeface="Fira Sans Extra Condensed SemiBold"/>
              <a:sym typeface="Fira Sans Extra Condensed SemiBold"/>
            </a:endParaRPr>
          </a:p>
        </p:txBody>
      </p:sp>
      <p:grpSp>
        <p:nvGrpSpPr>
          <p:cNvPr id="168" name="Google Shape;168;p14"/>
          <p:cNvGrpSpPr/>
          <p:nvPr/>
        </p:nvGrpSpPr>
        <p:grpSpPr>
          <a:xfrm>
            <a:off x="5485562" y="2579274"/>
            <a:ext cx="2973041" cy="414625"/>
            <a:chOff x="5101800" y="1403300"/>
            <a:chExt cx="3585000" cy="817800"/>
          </a:xfrm>
        </p:grpSpPr>
        <p:sp>
          <p:nvSpPr>
            <p:cNvPr id="169" name="Google Shape;169;p14"/>
            <p:cNvSpPr/>
            <p:nvPr/>
          </p:nvSpPr>
          <p:spPr>
            <a:xfrm flipH="1">
              <a:off x="5101800" y="1403300"/>
              <a:ext cx="3585000" cy="817800"/>
            </a:xfrm>
            <a:prstGeom prst="roundRect">
              <a:avLst>
                <a:gd fmla="val 46588"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0" name="Google Shape;170;p14"/>
            <p:cNvSpPr/>
            <p:nvPr/>
          </p:nvSpPr>
          <p:spPr>
            <a:xfrm flipH="1">
              <a:off x="5266800" y="1684032"/>
              <a:ext cx="3255000" cy="257700"/>
            </a:xfrm>
            <a:prstGeom prst="roundRect">
              <a:avLst>
                <a:gd fmla="val 0"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1"/>
                  </a:solidFill>
                  <a:latin typeface="Fira Sans Extra Condensed SemiBold"/>
                  <a:ea typeface="Fira Sans Extra Condensed SemiBold"/>
                  <a:cs typeface="Fira Sans Extra Condensed SemiBold"/>
                  <a:sym typeface="Fira Sans Extra Condensed SemiBold"/>
                </a:rPr>
                <a:t>Real World Applications</a:t>
              </a:r>
              <a:endParaRPr sz="2000">
                <a:solidFill>
                  <a:schemeClr val="dk1"/>
                </a:solidFill>
              </a:endParaRPr>
            </a:p>
          </p:txBody>
        </p:sp>
      </p:grpSp>
      <p:sp>
        <p:nvSpPr>
          <p:cNvPr id="171" name="Google Shape;171;p14"/>
          <p:cNvSpPr/>
          <p:nvPr/>
        </p:nvSpPr>
        <p:spPr>
          <a:xfrm flipH="1">
            <a:off x="4883002" y="3188877"/>
            <a:ext cx="527400" cy="543900"/>
          </a:xfrm>
          <a:prstGeom prst="ellipse">
            <a:avLst/>
          </a:prstGeom>
          <a:solidFill>
            <a:schemeClr val="accen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1600">
                <a:solidFill>
                  <a:schemeClr val="dk1"/>
                </a:solidFill>
                <a:latin typeface="Fira Sans Extra Condensed SemiBold"/>
                <a:ea typeface="Fira Sans Extra Condensed SemiBold"/>
                <a:cs typeface="Fira Sans Extra Condensed SemiBold"/>
                <a:sym typeface="Fira Sans Extra Condensed SemiBold"/>
              </a:rPr>
              <a:t>08</a:t>
            </a:r>
            <a:endParaRPr sz="1600">
              <a:solidFill>
                <a:schemeClr val="dk1"/>
              </a:solidFill>
              <a:latin typeface="Fira Sans Extra Condensed SemiBold"/>
              <a:ea typeface="Fira Sans Extra Condensed SemiBold"/>
              <a:cs typeface="Fira Sans Extra Condensed SemiBold"/>
              <a:sym typeface="Fira Sans Extra Condensed SemiBold"/>
            </a:endParaRPr>
          </a:p>
        </p:txBody>
      </p:sp>
      <p:grpSp>
        <p:nvGrpSpPr>
          <p:cNvPr id="172" name="Google Shape;172;p14"/>
          <p:cNvGrpSpPr/>
          <p:nvPr/>
        </p:nvGrpSpPr>
        <p:grpSpPr>
          <a:xfrm>
            <a:off x="5557553" y="3265074"/>
            <a:ext cx="2292607" cy="414625"/>
            <a:chOff x="5101800" y="1403300"/>
            <a:chExt cx="3585000" cy="817800"/>
          </a:xfrm>
        </p:grpSpPr>
        <p:sp>
          <p:nvSpPr>
            <p:cNvPr id="173" name="Google Shape;173;p14"/>
            <p:cNvSpPr/>
            <p:nvPr/>
          </p:nvSpPr>
          <p:spPr>
            <a:xfrm flipH="1">
              <a:off x="5101800" y="1403300"/>
              <a:ext cx="3585000" cy="817800"/>
            </a:xfrm>
            <a:prstGeom prst="roundRect">
              <a:avLst>
                <a:gd fmla="val 46588"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4" name="Google Shape;174;p14"/>
            <p:cNvSpPr/>
            <p:nvPr/>
          </p:nvSpPr>
          <p:spPr>
            <a:xfrm flipH="1">
              <a:off x="5266800" y="1684032"/>
              <a:ext cx="3255000" cy="257700"/>
            </a:xfrm>
            <a:prstGeom prst="roundRect">
              <a:avLst>
                <a:gd fmla="val 0"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1"/>
                  </a:solidFill>
                  <a:latin typeface="Fira Sans Extra Condensed SemiBold"/>
                  <a:ea typeface="Fira Sans Extra Condensed SemiBold"/>
                  <a:cs typeface="Fira Sans Extra Condensed SemiBold"/>
                  <a:sym typeface="Fira Sans Extra Condensed SemiBold"/>
                </a:rPr>
                <a:t>Conclusion</a:t>
              </a:r>
              <a:endParaRPr sz="2000">
                <a:solidFill>
                  <a:schemeClr val="dk1"/>
                </a:solidFil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5"/>
          <p:cNvSpPr txBox="1"/>
          <p:nvPr>
            <p:ph type="title"/>
          </p:nvPr>
        </p:nvSpPr>
        <p:spPr>
          <a:xfrm>
            <a:off x="358325" y="109300"/>
            <a:ext cx="82368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000"/>
              <a:t>Introduction</a:t>
            </a:r>
            <a:endParaRPr sz="3000"/>
          </a:p>
        </p:txBody>
      </p:sp>
      <p:grpSp>
        <p:nvGrpSpPr>
          <p:cNvPr id="180" name="Google Shape;180;p15"/>
          <p:cNvGrpSpPr/>
          <p:nvPr/>
        </p:nvGrpSpPr>
        <p:grpSpPr>
          <a:xfrm>
            <a:off x="426800" y="812213"/>
            <a:ext cx="2356200" cy="1259475"/>
            <a:chOff x="450050" y="1514475"/>
            <a:chExt cx="2356200" cy="1259475"/>
          </a:xfrm>
        </p:grpSpPr>
        <p:sp>
          <p:nvSpPr>
            <p:cNvPr id="181" name="Google Shape;181;p15"/>
            <p:cNvSpPr txBox="1"/>
            <p:nvPr/>
          </p:nvSpPr>
          <p:spPr>
            <a:xfrm>
              <a:off x="450050" y="1962450"/>
              <a:ext cx="2356200" cy="811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rPr>
                <a:t>Understand how </a:t>
              </a:r>
              <a:r>
                <a:rPr b="1" lang="en" sz="1200">
                  <a:solidFill>
                    <a:schemeClr val="dk1"/>
                  </a:solidFill>
                </a:rPr>
                <a:t>personal values</a:t>
              </a:r>
              <a:r>
                <a:rPr lang="en" sz="1200">
                  <a:solidFill>
                    <a:schemeClr val="dk1"/>
                  </a:solidFill>
                </a:rPr>
                <a:t> and </a:t>
              </a:r>
              <a:r>
                <a:rPr b="1" lang="en" sz="1200">
                  <a:solidFill>
                    <a:schemeClr val="dk1"/>
                  </a:solidFill>
                </a:rPr>
                <a:t>national culture</a:t>
              </a:r>
              <a:r>
                <a:rPr lang="en" sz="1200">
                  <a:solidFill>
                    <a:schemeClr val="dk1"/>
                  </a:solidFill>
                </a:rPr>
                <a:t> influence leadership styles and business success.</a:t>
              </a:r>
              <a:endParaRPr sz="1200">
                <a:solidFill>
                  <a:schemeClr val="dk1"/>
                </a:solidFill>
                <a:latin typeface="Roboto"/>
                <a:ea typeface="Roboto"/>
                <a:cs typeface="Roboto"/>
                <a:sym typeface="Roboto"/>
              </a:endParaRPr>
            </a:p>
          </p:txBody>
        </p:sp>
        <p:sp>
          <p:nvSpPr>
            <p:cNvPr id="182" name="Google Shape;182;p15"/>
            <p:cNvSpPr/>
            <p:nvPr/>
          </p:nvSpPr>
          <p:spPr>
            <a:xfrm>
              <a:off x="450050" y="1514475"/>
              <a:ext cx="2235000" cy="3714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Fira Sans Extra Condensed SemiBold"/>
                  <a:ea typeface="Fira Sans Extra Condensed SemiBold"/>
                  <a:cs typeface="Fira Sans Extra Condensed SemiBold"/>
                  <a:sym typeface="Fira Sans Extra Condensed SemiBold"/>
                </a:rPr>
                <a:t>Research Objective</a:t>
              </a:r>
              <a:endParaRPr sz="1800">
                <a:solidFill>
                  <a:schemeClr val="dk1"/>
                </a:solidFill>
                <a:latin typeface="Fira Sans Extra Condensed SemiBold"/>
                <a:ea typeface="Fira Sans Extra Condensed SemiBold"/>
                <a:cs typeface="Fira Sans Extra Condensed SemiBold"/>
                <a:sym typeface="Fira Sans Extra Condensed SemiBold"/>
              </a:endParaRPr>
            </a:p>
          </p:txBody>
        </p:sp>
      </p:grpSp>
      <p:grpSp>
        <p:nvGrpSpPr>
          <p:cNvPr id="183" name="Google Shape;183;p15"/>
          <p:cNvGrpSpPr/>
          <p:nvPr/>
        </p:nvGrpSpPr>
        <p:grpSpPr>
          <a:xfrm>
            <a:off x="426800" y="2124963"/>
            <a:ext cx="2356200" cy="1154775"/>
            <a:chOff x="450050" y="2695575"/>
            <a:chExt cx="2356200" cy="1154775"/>
          </a:xfrm>
        </p:grpSpPr>
        <p:sp>
          <p:nvSpPr>
            <p:cNvPr id="184" name="Google Shape;184;p15"/>
            <p:cNvSpPr txBox="1"/>
            <p:nvPr/>
          </p:nvSpPr>
          <p:spPr>
            <a:xfrm>
              <a:off x="450050" y="3143550"/>
              <a:ext cx="2356200" cy="706800"/>
            </a:xfrm>
            <a:prstGeom prst="rect">
              <a:avLst/>
            </a:prstGeom>
            <a:noFill/>
            <a:ln>
              <a:noFill/>
            </a:ln>
          </p:spPr>
          <p:txBody>
            <a:bodyPr anchorCtr="0" anchor="ctr" bIns="91425" lIns="137150" spcFirstLastPara="1" rIns="91425" wrap="square" tIns="91425">
              <a:noAutofit/>
            </a:bodyPr>
            <a:lstStyle/>
            <a:p>
              <a:pPr indent="0" lvl="0" marL="0" rtl="0" algn="l">
                <a:spcBef>
                  <a:spcPts val="0"/>
                </a:spcBef>
                <a:spcAft>
                  <a:spcPts val="0"/>
                </a:spcAft>
                <a:buNone/>
              </a:pPr>
              <a:r>
                <a:rPr lang="en" sz="1200">
                  <a:solidFill>
                    <a:schemeClr val="dk1"/>
                  </a:solidFill>
                </a:rPr>
                <a:t>Studied </a:t>
              </a:r>
              <a:r>
                <a:rPr b="1" lang="en" sz="1200">
                  <a:solidFill>
                    <a:schemeClr val="dk1"/>
                  </a:solidFill>
                </a:rPr>
                <a:t>159 companies</a:t>
              </a:r>
              <a:r>
                <a:rPr lang="en" sz="1200">
                  <a:solidFill>
                    <a:schemeClr val="dk1"/>
                  </a:solidFill>
                </a:rPr>
                <a:t> across </a:t>
              </a:r>
              <a:r>
                <a:rPr b="1" lang="en" sz="1200">
                  <a:solidFill>
                    <a:schemeClr val="dk1"/>
                  </a:solidFill>
                </a:rPr>
                <a:t>Denmark, Finland, and Ireland</a:t>
              </a:r>
              <a:r>
                <a:rPr lang="en" sz="1200">
                  <a:solidFill>
                    <a:schemeClr val="dk1"/>
                  </a:solidFill>
                </a:rPr>
                <a:t> to compare leadership differences.</a:t>
              </a:r>
              <a:endParaRPr sz="1200">
                <a:solidFill>
                  <a:schemeClr val="dk1"/>
                </a:solidFill>
                <a:latin typeface="Roboto"/>
                <a:ea typeface="Roboto"/>
                <a:cs typeface="Roboto"/>
                <a:sym typeface="Roboto"/>
              </a:endParaRPr>
            </a:p>
          </p:txBody>
        </p:sp>
        <p:sp>
          <p:nvSpPr>
            <p:cNvPr id="185" name="Google Shape;185;p15"/>
            <p:cNvSpPr/>
            <p:nvPr/>
          </p:nvSpPr>
          <p:spPr>
            <a:xfrm>
              <a:off x="450050" y="2695575"/>
              <a:ext cx="2180700" cy="371400"/>
            </a:xfrm>
            <a:prstGeom prst="roundRect">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Fira Sans Extra Condensed SemiBold"/>
                  <a:ea typeface="Fira Sans Extra Condensed SemiBold"/>
                  <a:cs typeface="Fira Sans Extra Condensed SemiBold"/>
                  <a:sym typeface="Fira Sans Extra Condensed SemiBold"/>
                </a:rPr>
                <a:t>Data Collection</a:t>
              </a:r>
              <a:endParaRPr sz="1800">
                <a:solidFill>
                  <a:schemeClr val="dk1"/>
                </a:solidFill>
                <a:latin typeface="Fira Sans Extra Condensed SemiBold"/>
                <a:ea typeface="Fira Sans Extra Condensed SemiBold"/>
                <a:cs typeface="Fira Sans Extra Condensed SemiBold"/>
                <a:sym typeface="Fira Sans Extra Condensed SemiBold"/>
              </a:endParaRPr>
            </a:p>
          </p:txBody>
        </p:sp>
      </p:grpSp>
      <p:grpSp>
        <p:nvGrpSpPr>
          <p:cNvPr id="186" name="Google Shape;186;p15"/>
          <p:cNvGrpSpPr/>
          <p:nvPr/>
        </p:nvGrpSpPr>
        <p:grpSpPr>
          <a:xfrm>
            <a:off x="426800" y="3333013"/>
            <a:ext cx="2700000" cy="1731350"/>
            <a:chOff x="450050" y="3531275"/>
            <a:chExt cx="2700000" cy="1731350"/>
          </a:xfrm>
        </p:grpSpPr>
        <p:sp>
          <p:nvSpPr>
            <p:cNvPr id="187" name="Google Shape;187;p15"/>
            <p:cNvSpPr txBox="1"/>
            <p:nvPr/>
          </p:nvSpPr>
          <p:spPr>
            <a:xfrm>
              <a:off x="450050" y="3918925"/>
              <a:ext cx="2700000" cy="1343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rPr>
                <a:t>Used </a:t>
              </a:r>
              <a:r>
                <a:rPr b="1" lang="en" sz="1200">
                  <a:solidFill>
                    <a:schemeClr val="dk1"/>
                  </a:solidFill>
                </a:rPr>
                <a:t>Schwartz’s Value Theory</a:t>
              </a:r>
              <a:r>
                <a:rPr lang="en" sz="1200">
                  <a:solidFill>
                    <a:schemeClr val="dk1"/>
                  </a:solidFill>
                </a:rPr>
                <a:t> to analyse leadership based on:</a:t>
              </a:r>
              <a:endParaRPr sz="12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Personal Values</a:t>
              </a:r>
              <a:r>
                <a:rPr lang="en" sz="1100">
                  <a:solidFill>
                    <a:schemeClr val="dk1"/>
                  </a:solidFill>
                </a:rPr>
                <a:t> (individual beliefs)</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Cultural Values</a:t>
              </a:r>
              <a:r>
                <a:rPr lang="en" sz="1100">
                  <a:solidFill>
                    <a:schemeClr val="dk1"/>
                  </a:solidFill>
                </a:rPr>
                <a:t> (shared national traits)</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Leadership Styles</a:t>
              </a:r>
              <a:r>
                <a:rPr lang="en" sz="1100">
                  <a:solidFill>
                    <a:schemeClr val="dk1"/>
                  </a:solidFill>
                </a:rPr>
                <a:t> (how leaders behave)</a:t>
              </a:r>
              <a:endParaRPr sz="1100">
                <a:solidFill>
                  <a:schemeClr val="dk1"/>
                </a:solidFill>
              </a:endParaRPr>
            </a:p>
          </p:txBody>
        </p:sp>
        <p:sp>
          <p:nvSpPr>
            <p:cNvPr id="188" name="Google Shape;188;p15"/>
            <p:cNvSpPr/>
            <p:nvPr/>
          </p:nvSpPr>
          <p:spPr>
            <a:xfrm>
              <a:off x="450050" y="3531275"/>
              <a:ext cx="2452800" cy="3714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latin typeface="Fira Sans Extra Condensed SemiBold"/>
                  <a:ea typeface="Fira Sans Extra Condensed SemiBold"/>
                  <a:cs typeface="Fira Sans Extra Condensed SemiBold"/>
                  <a:sym typeface="Fira Sans Extra Condensed SemiBold"/>
                </a:rPr>
                <a:t>Measuring Leadership</a:t>
              </a:r>
              <a:endParaRPr sz="1800">
                <a:solidFill>
                  <a:schemeClr val="lt1"/>
                </a:solidFill>
                <a:latin typeface="Fira Sans Extra Condensed SemiBold"/>
                <a:ea typeface="Fira Sans Extra Condensed SemiBold"/>
                <a:cs typeface="Fira Sans Extra Condensed SemiBold"/>
                <a:sym typeface="Fira Sans Extra Condensed SemiBold"/>
              </a:endParaRPr>
            </a:p>
          </p:txBody>
        </p:sp>
      </p:grpSp>
      <p:grpSp>
        <p:nvGrpSpPr>
          <p:cNvPr id="189" name="Google Shape;189;p15"/>
          <p:cNvGrpSpPr/>
          <p:nvPr/>
        </p:nvGrpSpPr>
        <p:grpSpPr>
          <a:xfrm>
            <a:off x="6368425" y="783575"/>
            <a:ext cx="2235000" cy="1137300"/>
            <a:chOff x="6458950" y="1514488"/>
            <a:chExt cx="2235000" cy="1137300"/>
          </a:xfrm>
        </p:grpSpPr>
        <p:sp>
          <p:nvSpPr>
            <p:cNvPr id="190" name="Google Shape;190;p15"/>
            <p:cNvSpPr txBox="1"/>
            <p:nvPr/>
          </p:nvSpPr>
          <p:spPr>
            <a:xfrm>
              <a:off x="6458950" y="1885888"/>
              <a:ext cx="2235000" cy="765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rPr>
                <a:t>Compared different leadership approaches using </a:t>
              </a:r>
              <a:r>
                <a:rPr b="1" lang="en" sz="1200">
                  <a:solidFill>
                    <a:schemeClr val="dk1"/>
                  </a:solidFill>
                </a:rPr>
                <a:t>statistical methods and case studies</a:t>
              </a:r>
              <a:r>
                <a:rPr lang="en" sz="1200">
                  <a:solidFill>
                    <a:schemeClr val="dk1"/>
                  </a:solidFill>
                </a:rPr>
                <a:t>.</a:t>
              </a:r>
              <a:endParaRPr sz="1200">
                <a:solidFill>
                  <a:schemeClr val="dk1"/>
                </a:solidFill>
                <a:latin typeface="Roboto"/>
                <a:ea typeface="Roboto"/>
                <a:cs typeface="Roboto"/>
                <a:sym typeface="Roboto"/>
              </a:endParaRPr>
            </a:p>
          </p:txBody>
        </p:sp>
        <p:sp>
          <p:nvSpPr>
            <p:cNvPr id="191" name="Google Shape;191;p15"/>
            <p:cNvSpPr/>
            <p:nvPr/>
          </p:nvSpPr>
          <p:spPr>
            <a:xfrm>
              <a:off x="6458950" y="1514488"/>
              <a:ext cx="2235000" cy="371400"/>
            </a:xfrm>
            <a:prstGeom prst="roundRect">
              <a:avLst>
                <a:gd fmla="val 50000"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latin typeface="Fira Sans Extra Condensed SemiBold"/>
                  <a:ea typeface="Fira Sans Extra Condensed SemiBold"/>
                  <a:cs typeface="Fira Sans Extra Condensed SemiBold"/>
                  <a:sym typeface="Fira Sans Extra Condensed SemiBold"/>
                </a:rPr>
                <a:t>Data Analysis</a:t>
              </a:r>
              <a:endParaRPr sz="1800">
                <a:solidFill>
                  <a:schemeClr val="lt1"/>
                </a:solidFill>
                <a:latin typeface="Fira Sans Extra Condensed SemiBold"/>
                <a:ea typeface="Fira Sans Extra Condensed SemiBold"/>
                <a:cs typeface="Fira Sans Extra Condensed SemiBold"/>
                <a:sym typeface="Fira Sans Extra Condensed SemiBold"/>
              </a:endParaRPr>
            </a:p>
          </p:txBody>
        </p:sp>
      </p:grpSp>
      <p:grpSp>
        <p:nvGrpSpPr>
          <p:cNvPr id="192" name="Google Shape;192;p15"/>
          <p:cNvGrpSpPr/>
          <p:nvPr/>
        </p:nvGrpSpPr>
        <p:grpSpPr>
          <a:xfrm>
            <a:off x="6368425" y="2186850"/>
            <a:ext cx="2235000" cy="1502875"/>
            <a:chOff x="6458950" y="2695575"/>
            <a:chExt cx="2235000" cy="1502875"/>
          </a:xfrm>
        </p:grpSpPr>
        <p:sp>
          <p:nvSpPr>
            <p:cNvPr id="193" name="Google Shape;193;p15"/>
            <p:cNvSpPr txBox="1"/>
            <p:nvPr/>
          </p:nvSpPr>
          <p:spPr>
            <a:xfrm>
              <a:off x="6458950" y="3059650"/>
              <a:ext cx="2235000" cy="1138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rPr>
                <a:t> Leadership is </a:t>
              </a:r>
              <a:r>
                <a:rPr b="1" lang="en" sz="1200">
                  <a:solidFill>
                    <a:schemeClr val="dk1"/>
                  </a:solidFill>
                </a:rPr>
                <a:t>not universal</a:t>
              </a:r>
              <a:r>
                <a:rPr lang="en" sz="1200">
                  <a:solidFill>
                    <a:schemeClr val="dk1"/>
                  </a:solidFill>
                </a:rPr>
                <a:t>; cultural values are </a:t>
              </a:r>
              <a:r>
                <a:rPr b="1" lang="en" sz="1200">
                  <a:solidFill>
                    <a:schemeClr val="dk1"/>
                  </a:solidFill>
                </a:rPr>
                <a:t>stronger than personal values</a:t>
              </a:r>
              <a:r>
                <a:rPr lang="en" sz="1200">
                  <a:solidFill>
                    <a:schemeClr val="dk1"/>
                  </a:solidFill>
                </a:rPr>
                <a:t> in shaping leadership effectiveness.</a:t>
              </a:r>
              <a:endParaRPr sz="1200">
                <a:solidFill>
                  <a:schemeClr val="dk1"/>
                </a:solidFill>
                <a:latin typeface="Roboto"/>
                <a:ea typeface="Roboto"/>
                <a:cs typeface="Roboto"/>
                <a:sym typeface="Roboto"/>
              </a:endParaRPr>
            </a:p>
          </p:txBody>
        </p:sp>
        <p:sp>
          <p:nvSpPr>
            <p:cNvPr id="194" name="Google Shape;194;p15"/>
            <p:cNvSpPr/>
            <p:nvPr/>
          </p:nvSpPr>
          <p:spPr>
            <a:xfrm>
              <a:off x="6458950" y="2695575"/>
              <a:ext cx="2235000" cy="3714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latin typeface="Fira Sans Extra Condensed SemiBold"/>
                  <a:ea typeface="Fira Sans Extra Condensed SemiBold"/>
                  <a:cs typeface="Fira Sans Extra Condensed SemiBold"/>
                  <a:sym typeface="Fira Sans Extra Condensed SemiBold"/>
                </a:rPr>
                <a:t>Key Findings</a:t>
              </a:r>
              <a:endParaRPr sz="1800">
                <a:solidFill>
                  <a:schemeClr val="lt1"/>
                </a:solidFill>
                <a:latin typeface="Fira Sans Extra Condensed SemiBold"/>
                <a:ea typeface="Fira Sans Extra Condensed SemiBold"/>
                <a:cs typeface="Fira Sans Extra Condensed SemiBold"/>
                <a:sym typeface="Fira Sans Extra Condensed SemiBold"/>
              </a:endParaRPr>
            </a:p>
          </p:txBody>
        </p:sp>
      </p:grpSp>
      <p:grpSp>
        <p:nvGrpSpPr>
          <p:cNvPr id="195" name="Google Shape;195;p15"/>
          <p:cNvGrpSpPr/>
          <p:nvPr/>
        </p:nvGrpSpPr>
        <p:grpSpPr>
          <a:xfrm>
            <a:off x="6368425" y="3740550"/>
            <a:ext cx="2235000" cy="1266650"/>
            <a:chOff x="6458950" y="3876675"/>
            <a:chExt cx="2235000" cy="1266650"/>
          </a:xfrm>
        </p:grpSpPr>
        <p:sp>
          <p:nvSpPr>
            <p:cNvPr id="196" name="Google Shape;196;p15"/>
            <p:cNvSpPr txBox="1"/>
            <p:nvPr/>
          </p:nvSpPr>
          <p:spPr>
            <a:xfrm>
              <a:off x="6458950" y="4417025"/>
              <a:ext cx="2196600" cy="726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200">
                  <a:solidFill>
                    <a:schemeClr val="dk1"/>
                  </a:solidFill>
                </a:rPr>
                <a:t>Companies must </a:t>
              </a:r>
              <a:r>
                <a:rPr b="1" lang="en" sz="1200">
                  <a:solidFill>
                    <a:schemeClr val="dk1"/>
                  </a:solidFill>
                </a:rPr>
                <a:t>adapt leadership styles</a:t>
              </a:r>
              <a:r>
                <a:rPr lang="en" sz="1200">
                  <a:solidFill>
                    <a:schemeClr val="dk1"/>
                  </a:solidFill>
                </a:rPr>
                <a:t> based on culture and </a:t>
              </a:r>
              <a:r>
                <a:rPr b="1" lang="en" sz="1200">
                  <a:solidFill>
                    <a:schemeClr val="dk1"/>
                  </a:solidFill>
                </a:rPr>
                <a:t>hire local leaders</a:t>
              </a:r>
              <a:r>
                <a:rPr lang="en" sz="1200">
                  <a:solidFill>
                    <a:schemeClr val="dk1"/>
                  </a:solidFill>
                </a:rPr>
                <a:t> to succeed globally.</a:t>
              </a:r>
              <a:endParaRPr sz="1200">
                <a:solidFill>
                  <a:schemeClr val="dk1"/>
                </a:solidFill>
              </a:endParaRPr>
            </a:p>
            <a:p>
              <a:pPr indent="0" lvl="0" marL="0" rtl="0" algn="r">
                <a:spcBef>
                  <a:spcPts val="1200"/>
                </a:spcBef>
                <a:spcAft>
                  <a:spcPts val="0"/>
                </a:spcAft>
                <a:buNone/>
              </a:pPr>
              <a:r>
                <a:t/>
              </a:r>
              <a:endParaRPr sz="1200">
                <a:solidFill>
                  <a:schemeClr val="dk1"/>
                </a:solidFill>
                <a:latin typeface="Roboto"/>
                <a:ea typeface="Roboto"/>
                <a:cs typeface="Roboto"/>
                <a:sym typeface="Roboto"/>
              </a:endParaRPr>
            </a:p>
          </p:txBody>
        </p:sp>
        <p:sp>
          <p:nvSpPr>
            <p:cNvPr id="197" name="Google Shape;197;p15"/>
            <p:cNvSpPr/>
            <p:nvPr/>
          </p:nvSpPr>
          <p:spPr>
            <a:xfrm>
              <a:off x="6458950" y="3876675"/>
              <a:ext cx="2235000" cy="371400"/>
            </a:xfrm>
            <a:prstGeom prst="roundRect">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800">
                  <a:solidFill>
                    <a:schemeClr val="lt1"/>
                  </a:solidFill>
                  <a:latin typeface="Fira Sans Extra Condensed SemiBold"/>
                  <a:ea typeface="Fira Sans Extra Condensed SemiBold"/>
                  <a:cs typeface="Fira Sans Extra Condensed SemiBold"/>
                  <a:sym typeface="Fira Sans Extra Condensed SemiBold"/>
                </a:rPr>
                <a:t>Practical Applications</a:t>
              </a:r>
              <a:endParaRPr sz="1800">
                <a:solidFill>
                  <a:schemeClr val="lt1"/>
                </a:solidFill>
                <a:latin typeface="Fira Sans Extra Condensed SemiBold"/>
                <a:ea typeface="Fira Sans Extra Condensed SemiBold"/>
                <a:cs typeface="Fira Sans Extra Condensed SemiBold"/>
                <a:sym typeface="Fira Sans Extra Condensed SemiBold"/>
              </a:endParaRPr>
            </a:p>
          </p:txBody>
        </p:sp>
      </p:grpSp>
      <p:grpSp>
        <p:nvGrpSpPr>
          <p:cNvPr id="198" name="Google Shape;198;p15"/>
          <p:cNvGrpSpPr/>
          <p:nvPr/>
        </p:nvGrpSpPr>
        <p:grpSpPr>
          <a:xfrm>
            <a:off x="3126798" y="1442835"/>
            <a:ext cx="2699850" cy="2140273"/>
            <a:chOff x="2915244" y="1748900"/>
            <a:chExt cx="3313513" cy="2745700"/>
          </a:xfrm>
        </p:grpSpPr>
        <p:grpSp>
          <p:nvGrpSpPr>
            <p:cNvPr id="199" name="Google Shape;199;p15"/>
            <p:cNvGrpSpPr/>
            <p:nvPr/>
          </p:nvGrpSpPr>
          <p:grpSpPr>
            <a:xfrm>
              <a:off x="3296097" y="1852240"/>
              <a:ext cx="2551806" cy="2551595"/>
              <a:chOff x="3516737" y="1717375"/>
              <a:chExt cx="2110500" cy="2110500"/>
            </a:xfrm>
          </p:grpSpPr>
          <p:sp>
            <p:nvSpPr>
              <p:cNvPr id="200" name="Google Shape;200;p15"/>
              <p:cNvSpPr/>
              <p:nvPr/>
            </p:nvSpPr>
            <p:spPr>
              <a:xfrm>
                <a:off x="3516737" y="1717375"/>
                <a:ext cx="2110500" cy="2110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5"/>
              <p:cNvSpPr/>
              <p:nvPr/>
            </p:nvSpPr>
            <p:spPr>
              <a:xfrm>
                <a:off x="3716800" y="1908910"/>
                <a:ext cx="1710300" cy="17103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5"/>
              <p:cNvSpPr/>
              <p:nvPr/>
            </p:nvSpPr>
            <p:spPr>
              <a:xfrm rot="561611">
                <a:off x="4610356" y="1842579"/>
                <a:ext cx="83005" cy="133164"/>
              </a:xfrm>
              <a:prstGeom prst="rect">
                <a:avLst/>
              </a:prstGeom>
              <a:solidFill>
                <a:srgbClr val="E6E6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5"/>
              <p:cNvSpPr/>
              <p:nvPr/>
            </p:nvSpPr>
            <p:spPr>
              <a:xfrm rot="5400000">
                <a:off x="4507374" y="1846324"/>
                <a:ext cx="147600" cy="128100"/>
              </a:xfrm>
              <a:prstGeom prst="triangle">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5"/>
              <p:cNvSpPr/>
              <p:nvPr/>
            </p:nvSpPr>
            <p:spPr>
              <a:xfrm rot="-10238389">
                <a:off x="4468984" y="3536569"/>
                <a:ext cx="83005" cy="133164"/>
              </a:xfrm>
              <a:prstGeom prst="rect">
                <a:avLst/>
              </a:prstGeom>
              <a:solidFill>
                <a:srgbClr val="E6E6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5"/>
              <p:cNvSpPr/>
              <p:nvPr/>
            </p:nvSpPr>
            <p:spPr>
              <a:xfrm rot="-5400000">
                <a:off x="4507372" y="3555312"/>
                <a:ext cx="147600" cy="128100"/>
              </a:xfrm>
              <a:prstGeom prst="triangle">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6" name="Google Shape;206;p15"/>
            <p:cNvSpPr/>
            <p:nvPr/>
          </p:nvSpPr>
          <p:spPr>
            <a:xfrm>
              <a:off x="3426144" y="1748900"/>
              <a:ext cx="726300" cy="726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5"/>
            <p:cNvSpPr/>
            <p:nvPr/>
          </p:nvSpPr>
          <p:spPr>
            <a:xfrm>
              <a:off x="3426144" y="3768300"/>
              <a:ext cx="726300" cy="7263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5"/>
            <p:cNvSpPr/>
            <p:nvPr/>
          </p:nvSpPr>
          <p:spPr>
            <a:xfrm>
              <a:off x="2915244" y="2753838"/>
              <a:ext cx="726300" cy="726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5"/>
            <p:cNvSpPr/>
            <p:nvPr/>
          </p:nvSpPr>
          <p:spPr>
            <a:xfrm flipH="1">
              <a:off x="4991556" y="1758425"/>
              <a:ext cx="726300" cy="7263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5"/>
            <p:cNvSpPr/>
            <p:nvPr/>
          </p:nvSpPr>
          <p:spPr>
            <a:xfrm flipH="1">
              <a:off x="5502456" y="2753838"/>
              <a:ext cx="726300" cy="7263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5"/>
            <p:cNvSpPr/>
            <p:nvPr/>
          </p:nvSpPr>
          <p:spPr>
            <a:xfrm flipH="1">
              <a:off x="4991556" y="3768300"/>
              <a:ext cx="726300" cy="7263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2" name="Google Shape;212;p15"/>
          <p:cNvGrpSpPr/>
          <p:nvPr/>
        </p:nvGrpSpPr>
        <p:grpSpPr>
          <a:xfrm>
            <a:off x="3258819" y="2388354"/>
            <a:ext cx="228183" cy="249202"/>
            <a:chOff x="3300325" y="249875"/>
            <a:chExt cx="433725" cy="480900"/>
          </a:xfrm>
        </p:grpSpPr>
        <p:sp>
          <p:nvSpPr>
            <p:cNvPr id="213" name="Google Shape;213;p15"/>
            <p:cNvSpPr/>
            <p:nvPr/>
          </p:nvSpPr>
          <p:spPr>
            <a:xfrm>
              <a:off x="3610875" y="334550"/>
              <a:ext cx="56475" cy="28250"/>
            </a:xfrm>
            <a:custGeom>
              <a:rect b="b" l="l" r="r" t="t"/>
              <a:pathLst>
                <a:path extrusionOk="0" h="1130" w="2259">
                  <a:moveTo>
                    <a:pt x="566" y="0"/>
                  </a:moveTo>
                  <a:cubicBezTo>
                    <a:pt x="253" y="0"/>
                    <a:pt x="0" y="253"/>
                    <a:pt x="0" y="567"/>
                  </a:cubicBezTo>
                  <a:cubicBezTo>
                    <a:pt x="0" y="877"/>
                    <a:pt x="253" y="1130"/>
                    <a:pt x="566" y="1130"/>
                  </a:cubicBezTo>
                  <a:lnTo>
                    <a:pt x="1696" y="1130"/>
                  </a:lnTo>
                  <a:cubicBezTo>
                    <a:pt x="2006" y="1130"/>
                    <a:pt x="2259" y="877"/>
                    <a:pt x="2259" y="567"/>
                  </a:cubicBezTo>
                  <a:cubicBezTo>
                    <a:pt x="2259" y="253"/>
                    <a:pt x="2006" y="0"/>
                    <a:pt x="169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14" name="Google Shape;214;p15"/>
            <p:cNvSpPr/>
            <p:nvPr/>
          </p:nvSpPr>
          <p:spPr>
            <a:xfrm>
              <a:off x="3467675" y="249875"/>
              <a:ext cx="46400" cy="56475"/>
            </a:xfrm>
            <a:custGeom>
              <a:rect b="b" l="l" r="r" t="t"/>
              <a:pathLst>
                <a:path extrusionOk="0" h="2259" w="1856">
                  <a:moveTo>
                    <a:pt x="647" y="1"/>
                  </a:moveTo>
                  <a:cubicBezTo>
                    <a:pt x="562" y="1"/>
                    <a:pt x="476" y="20"/>
                    <a:pt x="395" y="60"/>
                  </a:cubicBezTo>
                  <a:cubicBezTo>
                    <a:pt x="115" y="198"/>
                    <a:pt x="1" y="539"/>
                    <a:pt x="142" y="819"/>
                  </a:cubicBezTo>
                  <a:lnTo>
                    <a:pt x="705" y="1948"/>
                  </a:lnTo>
                  <a:cubicBezTo>
                    <a:pt x="806" y="2144"/>
                    <a:pt x="1004" y="2259"/>
                    <a:pt x="1211" y="2259"/>
                  </a:cubicBezTo>
                  <a:cubicBezTo>
                    <a:pt x="1296" y="2259"/>
                    <a:pt x="1383" y="2239"/>
                    <a:pt x="1464" y="2198"/>
                  </a:cubicBezTo>
                  <a:cubicBezTo>
                    <a:pt x="1744" y="2059"/>
                    <a:pt x="1856" y="1722"/>
                    <a:pt x="1717" y="1442"/>
                  </a:cubicBezTo>
                  <a:lnTo>
                    <a:pt x="1151" y="313"/>
                  </a:lnTo>
                  <a:cubicBezTo>
                    <a:pt x="1053" y="114"/>
                    <a:pt x="853" y="1"/>
                    <a:pt x="64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15" name="Google Shape;215;p15"/>
            <p:cNvSpPr/>
            <p:nvPr/>
          </p:nvSpPr>
          <p:spPr>
            <a:xfrm>
              <a:off x="3566525" y="249875"/>
              <a:ext cx="46400" cy="56475"/>
            </a:xfrm>
            <a:custGeom>
              <a:rect b="b" l="l" r="r" t="t"/>
              <a:pathLst>
                <a:path extrusionOk="0" h="2259" w="1856">
                  <a:moveTo>
                    <a:pt x="1210" y="1"/>
                  </a:moveTo>
                  <a:cubicBezTo>
                    <a:pt x="1003" y="1"/>
                    <a:pt x="803" y="114"/>
                    <a:pt x="705" y="313"/>
                  </a:cubicBezTo>
                  <a:lnTo>
                    <a:pt x="139" y="1442"/>
                  </a:lnTo>
                  <a:cubicBezTo>
                    <a:pt x="1" y="1719"/>
                    <a:pt x="115" y="2059"/>
                    <a:pt x="392" y="2198"/>
                  </a:cubicBezTo>
                  <a:cubicBezTo>
                    <a:pt x="474" y="2239"/>
                    <a:pt x="561" y="2259"/>
                    <a:pt x="646" y="2259"/>
                  </a:cubicBezTo>
                  <a:cubicBezTo>
                    <a:pt x="852" y="2259"/>
                    <a:pt x="1051" y="2144"/>
                    <a:pt x="1151" y="1948"/>
                  </a:cubicBezTo>
                  <a:lnTo>
                    <a:pt x="1714" y="819"/>
                  </a:lnTo>
                  <a:cubicBezTo>
                    <a:pt x="1856" y="539"/>
                    <a:pt x="1741" y="198"/>
                    <a:pt x="1461" y="60"/>
                  </a:cubicBezTo>
                  <a:cubicBezTo>
                    <a:pt x="1381" y="20"/>
                    <a:pt x="1295" y="1"/>
                    <a:pt x="121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16" name="Google Shape;216;p15"/>
            <p:cNvSpPr/>
            <p:nvPr/>
          </p:nvSpPr>
          <p:spPr>
            <a:xfrm>
              <a:off x="3413250" y="334550"/>
              <a:ext cx="56500" cy="28250"/>
            </a:xfrm>
            <a:custGeom>
              <a:rect b="b" l="l" r="r" t="t"/>
              <a:pathLst>
                <a:path extrusionOk="0" h="1130" w="2260">
                  <a:moveTo>
                    <a:pt x="567" y="0"/>
                  </a:moveTo>
                  <a:cubicBezTo>
                    <a:pt x="254" y="0"/>
                    <a:pt x="1" y="253"/>
                    <a:pt x="1" y="567"/>
                  </a:cubicBezTo>
                  <a:cubicBezTo>
                    <a:pt x="1" y="877"/>
                    <a:pt x="254" y="1130"/>
                    <a:pt x="567" y="1130"/>
                  </a:cubicBezTo>
                  <a:lnTo>
                    <a:pt x="1696" y="1130"/>
                  </a:lnTo>
                  <a:cubicBezTo>
                    <a:pt x="2006" y="1130"/>
                    <a:pt x="2259" y="877"/>
                    <a:pt x="2259" y="567"/>
                  </a:cubicBezTo>
                  <a:cubicBezTo>
                    <a:pt x="2259" y="253"/>
                    <a:pt x="2006" y="0"/>
                    <a:pt x="169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17" name="Google Shape;217;p15"/>
            <p:cNvSpPr/>
            <p:nvPr/>
          </p:nvSpPr>
          <p:spPr>
            <a:xfrm>
              <a:off x="3300325" y="476675"/>
              <a:ext cx="84725" cy="254100"/>
            </a:xfrm>
            <a:custGeom>
              <a:rect b="b" l="l" r="r" t="t"/>
              <a:pathLst>
                <a:path extrusionOk="0" h="10164" w="3389">
                  <a:moveTo>
                    <a:pt x="567" y="1"/>
                  </a:moveTo>
                  <a:cubicBezTo>
                    <a:pt x="254" y="1"/>
                    <a:pt x="1" y="251"/>
                    <a:pt x="1" y="564"/>
                  </a:cubicBezTo>
                  <a:lnTo>
                    <a:pt x="1" y="9598"/>
                  </a:lnTo>
                  <a:cubicBezTo>
                    <a:pt x="1" y="9911"/>
                    <a:pt x="254" y="10164"/>
                    <a:pt x="567" y="10164"/>
                  </a:cubicBezTo>
                  <a:lnTo>
                    <a:pt x="2825" y="10164"/>
                  </a:lnTo>
                  <a:cubicBezTo>
                    <a:pt x="3136" y="10164"/>
                    <a:pt x="3389" y="9911"/>
                    <a:pt x="3389" y="9598"/>
                  </a:cubicBezTo>
                  <a:lnTo>
                    <a:pt x="3389" y="564"/>
                  </a:lnTo>
                  <a:cubicBezTo>
                    <a:pt x="3389" y="251"/>
                    <a:pt x="3136" y="1"/>
                    <a:pt x="282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18" name="Google Shape;218;p15"/>
            <p:cNvSpPr/>
            <p:nvPr/>
          </p:nvSpPr>
          <p:spPr>
            <a:xfrm>
              <a:off x="3413250" y="335525"/>
              <a:ext cx="320800" cy="395250"/>
            </a:xfrm>
            <a:custGeom>
              <a:rect b="b" l="l" r="r" t="t"/>
              <a:pathLst>
                <a:path extrusionOk="0" h="15810" w="12832">
                  <a:moveTo>
                    <a:pt x="3954" y="1"/>
                  </a:moveTo>
                  <a:cubicBezTo>
                    <a:pt x="3641" y="1"/>
                    <a:pt x="3388" y="254"/>
                    <a:pt x="3388" y="564"/>
                  </a:cubicBezTo>
                  <a:cubicBezTo>
                    <a:pt x="3388" y="1871"/>
                    <a:pt x="2879" y="4225"/>
                    <a:pt x="1922" y="5186"/>
                  </a:cubicBezTo>
                  <a:cubicBezTo>
                    <a:pt x="1274" y="5830"/>
                    <a:pt x="723" y="6065"/>
                    <a:pt x="1" y="6427"/>
                  </a:cubicBezTo>
                  <a:lnTo>
                    <a:pt x="1" y="14897"/>
                  </a:lnTo>
                  <a:cubicBezTo>
                    <a:pt x="1109" y="15268"/>
                    <a:pt x="2515" y="15810"/>
                    <a:pt x="4659" y="15810"/>
                  </a:cubicBezTo>
                  <a:lnTo>
                    <a:pt x="8351" y="15810"/>
                  </a:lnTo>
                  <a:cubicBezTo>
                    <a:pt x="9567" y="15810"/>
                    <a:pt x="10516" y="14680"/>
                    <a:pt x="10046" y="13491"/>
                  </a:cubicBezTo>
                  <a:cubicBezTo>
                    <a:pt x="11019" y="13226"/>
                    <a:pt x="11546" y="12172"/>
                    <a:pt x="11175" y="11233"/>
                  </a:cubicBezTo>
                  <a:cubicBezTo>
                    <a:pt x="12386" y="10901"/>
                    <a:pt x="12832" y="9408"/>
                    <a:pt x="11992" y="8468"/>
                  </a:cubicBezTo>
                  <a:cubicBezTo>
                    <a:pt x="12314" y="8107"/>
                    <a:pt x="12467" y="7625"/>
                    <a:pt x="12410" y="7143"/>
                  </a:cubicBezTo>
                  <a:cubicBezTo>
                    <a:pt x="12311" y="6267"/>
                    <a:pt x="11495" y="5647"/>
                    <a:pt x="10612" y="5647"/>
                  </a:cubicBezTo>
                  <a:lnTo>
                    <a:pt x="6213" y="5647"/>
                  </a:lnTo>
                  <a:cubicBezTo>
                    <a:pt x="6586" y="4975"/>
                    <a:pt x="6785" y="3081"/>
                    <a:pt x="6776" y="2307"/>
                  </a:cubicBezTo>
                  <a:cubicBezTo>
                    <a:pt x="6761" y="1027"/>
                    <a:pt x="5701" y="1"/>
                    <a:pt x="441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219" name="Google Shape;219;p15"/>
          <p:cNvGrpSpPr/>
          <p:nvPr/>
        </p:nvGrpSpPr>
        <p:grpSpPr>
          <a:xfrm>
            <a:off x="5430894" y="2388338"/>
            <a:ext cx="228194" cy="249223"/>
            <a:chOff x="4447550" y="249750"/>
            <a:chExt cx="500425" cy="481125"/>
          </a:xfrm>
        </p:grpSpPr>
        <p:sp>
          <p:nvSpPr>
            <p:cNvPr id="220" name="Google Shape;220;p15"/>
            <p:cNvSpPr/>
            <p:nvPr/>
          </p:nvSpPr>
          <p:spPr>
            <a:xfrm>
              <a:off x="4447550" y="413675"/>
              <a:ext cx="353475" cy="317200"/>
            </a:xfrm>
            <a:custGeom>
              <a:rect b="b" l="l" r="r" t="t"/>
              <a:pathLst>
                <a:path extrusionOk="0" h="12688" w="14139">
                  <a:moveTo>
                    <a:pt x="12274" y="0"/>
                  </a:moveTo>
                  <a:lnTo>
                    <a:pt x="10639" y="1635"/>
                  </a:lnTo>
                  <a:cubicBezTo>
                    <a:pt x="10811" y="1720"/>
                    <a:pt x="10970" y="1831"/>
                    <a:pt x="11109" y="1964"/>
                  </a:cubicBezTo>
                  <a:cubicBezTo>
                    <a:pt x="11771" y="2623"/>
                    <a:pt x="11771" y="3698"/>
                    <a:pt x="11109" y="4358"/>
                  </a:cubicBezTo>
                  <a:lnTo>
                    <a:pt x="5520" y="9949"/>
                  </a:lnTo>
                  <a:cubicBezTo>
                    <a:pt x="5189" y="10281"/>
                    <a:pt x="4755" y="10446"/>
                    <a:pt x="4322" y="10446"/>
                  </a:cubicBezTo>
                  <a:cubicBezTo>
                    <a:pt x="3889" y="10446"/>
                    <a:pt x="3456" y="10281"/>
                    <a:pt x="3126" y="9949"/>
                  </a:cubicBezTo>
                  <a:cubicBezTo>
                    <a:pt x="2463" y="9287"/>
                    <a:pt x="2463" y="8215"/>
                    <a:pt x="3126" y="7552"/>
                  </a:cubicBezTo>
                  <a:lnTo>
                    <a:pt x="5330" y="5351"/>
                  </a:lnTo>
                  <a:cubicBezTo>
                    <a:pt x="4924" y="4499"/>
                    <a:pt x="4764" y="3554"/>
                    <a:pt x="4866" y="2620"/>
                  </a:cubicBezTo>
                  <a:lnTo>
                    <a:pt x="4866" y="2620"/>
                  </a:lnTo>
                  <a:lnTo>
                    <a:pt x="1527" y="5956"/>
                  </a:lnTo>
                  <a:cubicBezTo>
                    <a:pt x="0" y="7501"/>
                    <a:pt x="6" y="9992"/>
                    <a:pt x="1545" y="11530"/>
                  </a:cubicBezTo>
                  <a:cubicBezTo>
                    <a:pt x="2316" y="12301"/>
                    <a:pt x="3327" y="12687"/>
                    <a:pt x="4339" y="12687"/>
                  </a:cubicBezTo>
                  <a:cubicBezTo>
                    <a:pt x="5343" y="12687"/>
                    <a:pt x="6348" y="12307"/>
                    <a:pt x="7119" y="11545"/>
                  </a:cubicBezTo>
                  <a:lnTo>
                    <a:pt x="12708" y="5956"/>
                  </a:lnTo>
                  <a:cubicBezTo>
                    <a:pt x="13783" y="4878"/>
                    <a:pt x="14138" y="3276"/>
                    <a:pt x="13626" y="1843"/>
                  </a:cubicBezTo>
                  <a:cubicBezTo>
                    <a:pt x="13500" y="1467"/>
                    <a:pt x="13316" y="1114"/>
                    <a:pt x="13075" y="798"/>
                  </a:cubicBezTo>
                  <a:lnTo>
                    <a:pt x="13066" y="807"/>
                  </a:lnTo>
                  <a:cubicBezTo>
                    <a:pt x="12952" y="663"/>
                    <a:pt x="12843" y="503"/>
                    <a:pt x="12708" y="368"/>
                  </a:cubicBezTo>
                  <a:cubicBezTo>
                    <a:pt x="12569" y="235"/>
                    <a:pt x="12428" y="115"/>
                    <a:pt x="1227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21" name="Google Shape;221;p15"/>
            <p:cNvSpPr/>
            <p:nvPr/>
          </p:nvSpPr>
          <p:spPr>
            <a:xfrm>
              <a:off x="4589675" y="249750"/>
              <a:ext cx="358300" cy="322025"/>
            </a:xfrm>
            <a:custGeom>
              <a:rect b="b" l="l" r="r" t="t"/>
              <a:pathLst>
                <a:path extrusionOk="0" h="12881" w="14332">
                  <a:moveTo>
                    <a:pt x="9992" y="1"/>
                  </a:moveTo>
                  <a:cubicBezTo>
                    <a:pt x="8989" y="1"/>
                    <a:pt x="7985" y="381"/>
                    <a:pt x="7215" y="1143"/>
                  </a:cubicBezTo>
                  <a:lnTo>
                    <a:pt x="1434" y="6925"/>
                  </a:lnTo>
                  <a:cubicBezTo>
                    <a:pt x="359" y="8003"/>
                    <a:pt x="1" y="9605"/>
                    <a:pt x="515" y="11038"/>
                  </a:cubicBezTo>
                  <a:cubicBezTo>
                    <a:pt x="639" y="11414"/>
                    <a:pt x="826" y="11767"/>
                    <a:pt x="1066" y="12083"/>
                  </a:cubicBezTo>
                  <a:lnTo>
                    <a:pt x="1073" y="12074"/>
                  </a:lnTo>
                  <a:cubicBezTo>
                    <a:pt x="1187" y="12218"/>
                    <a:pt x="1295" y="12378"/>
                    <a:pt x="1434" y="12513"/>
                  </a:cubicBezTo>
                  <a:cubicBezTo>
                    <a:pt x="1569" y="12646"/>
                    <a:pt x="1711" y="12766"/>
                    <a:pt x="1864" y="12881"/>
                  </a:cubicBezTo>
                  <a:lnTo>
                    <a:pt x="3500" y="11243"/>
                  </a:lnTo>
                  <a:cubicBezTo>
                    <a:pt x="3328" y="11158"/>
                    <a:pt x="3168" y="11050"/>
                    <a:pt x="3030" y="10918"/>
                  </a:cubicBezTo>
                  <a:cubicBezTo>
                    <a:pt x="2367" y="10255"/>
                    <a:pt x="2367" y="9183"/>
                    <a:pt x="3030" y="8521"/>
                  </a:cubicBezTo>
                  <a:lnTo>
                    <a:pt x="8811" y="2739"/>
                  </a:lnTo>
                  <a:cubicBezTo>
                    <a:pt x="9143" y="2408"/>
                    <a:pt x="9576" y="2242"/>
                    <a:pt x="10010" y="2242"/>
                  </a:cubicBezTo>
                  <a:cubicBezTo>
                    <a:pt x="10443" y="2242"/>
                    <a:pt x="10876" y="2408"/>
                    <a:pt x="11205" y="2739"/>
                  </a:cubicBezTo>
                  <a:cubicBezTo>
                    <a:pt x="11868" y="3401"/>
                    <a:pt x="11868" y="4473"/>
                    <a:pt x="11205" y="5136"/>
                  </a:cubicBezTo>
                  <a:lnTo>
                    <a:pt x="8811" y="7530"/>
                  </a:lnTo>
                  <a:cubicBezTo>
                    <a:pt x="9215" y="8382"/>
                    <a:pt x="9375" y="9328"/>
                    <a:pt x="9272" y="10261"/>
                  </a:cubicBezTo>
                  <a:lnTo>
                    <a:pt x="12804" y="6732"/>
                  </a:lnTo>
                  <a:cubicBezTo>
                    <a:pt x="14331" y="5187"/>
                    <a:pt x="14325" y="2697"/>
                    <a:pt x="12786" y="1158"/>
                  </a:cubicBezTo>
                  <a:cubicBezTo>
                    <a:pt x="12015" y="387"/>
                    <a:pt x="11004" y="1"/>
                    <a:pt x="999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222" name="Google Shape;222;p15"/>
          <p:cNvGrpSpPr/>
          <p:nvPr/>
        </p:nvGrpSpPr>
        <p:grpSpPr>
          <a:xfrm>
            <a:off x="5000039" y="1563019"/>
            <a:ext cx="228161" cy="249213"/>
            <a:chOff x="2085450" y="842250"/>
            <a:chExt cx="483700" cy="481850"/>
          </a:xfrm>
        </p:grpSpPr>
        <p:sp>
          <p:nvSpPr>
            <p:cNvPr id="223" name="Google Shape;223;p15"/>
            <p:cNvSpPr/>
            <p:nvPr/>
          </p:nvSpPr>
          <p:spPr>
            <a:xfrm>
              <a:off x="2085525" y="926925"/>
              <a:ext cx="483625" cy="397175"/>
            </a:xfrm>
            <a:custGeom>
              <a:rect b="b" l="l" r="r" t="t"/>
              <a:pathLst>
                <a:path extrusionOk="0" h="15887" w="19345">
                  <a:moveTo>
                    <a:pt x="1693" y="1"/>
                  </a:moveTo>
                  <a:cubicBezTo>
                    <a:pt x="756" y="1"/>
                    <a:pt x="0" y="760"/>
                    <a:pt x="0" y="1696"/>
                  </a:cubicBezTo>
                  <a:cubicBezTo>
                    <a:pt x="0" y="2630"/>
                    <a:pt x="756" y="3389"/>
                    <a:pt x="1693" y="3389"/>
                  </a:cubicBezTo>
                  <a:lnTo>
                    <a:pt x="3990" y="3389"/>
                  </a:lnTo>
                  <a:cubicBezTo>
                    <a:pt x="4924" y="3389"/>
                    <a:pt x="5683" y="4147"/>
                    <a:pt x="5683" y="5084"/>
                  </a:cubicBezTo>
                  <a:lnTo>
                    <a:pt x="5683" y="8547"/>
                  </a:lnTo>
                  <a:cubicBezTo>
                    <a:pt x="5683" y="11347"/>
                    <a:pt x="7962" y="13627"/>
                    <a:pt x="10766" y="13627"/>
                  </a:cubicBezTo>
                  <a:lnTo>
                    <a:pt x="13626" y="13627"/>
                  </a:lnTo>
                  <a:lnTo>
                    <a:pt x="13626" y="15322"/>
                  </a:lnTo>
                  <a:cubicBezTo>
                    <a:pt x="13626" y="15656"/>
                    <a:pt x="13901" y="15887"/>
                    <a:pt x="14194" y="15887"/>
                  </a:cubicBezTo>
                  <a:cubicBezTo>
                    <a:pt x="14308" y="15887"/>
                    <a:pt x="14425" y="15852"/>
                    <a:pt x="14530" y="15774"/>
                  </a:cubicBezTo>
                  <a:lnTo>
                    <a:pt x="19046" y="12386"/>
                  </a:lnTo>
                  <a:cubicBezTo>
                    <a:pt x="19345" y="12160"/>
                    <a:pt x="19345" y="11706"/>
                    <a:pt x="19046" y="11483"/>
                  </a:cubicBezTo>
                  <a:lnTo>
                    <a:pt x="14530" y="8095"/>
                  </a:lnTo>
                  <a:cubicBezTo>
                    <a:pt x="14424" y="8016"/>
                    <a:pt x="14307" y="7981"/>
                    <a:pt x="14192" y="7981"/>
                  </a:cubicBezTo>
                  <a:cubicBezTo>
                    <a:pt x="13899" y="7981"/>
                    <a:pt x="13626" y="8212"/>
                    <a:pt x="13626" y="8547"/>
                  </a:cubicBezTo>
                  <a:lnTo>
                    <a:pt x="13626" y="10239"/>
                  </a:lnTo>
                  <a:lnTo>
                    <a:pt x="10766" y="10239"/>
                  </a:lnTo>
                  <a:cubicBezTo>
                    <a:pt x="9829" y="10239"/>
                    <a:pt x="9070" y="9480"/>
                    <a:pt x="9070" y="8547"/>
                  </a:cubicBezTo>
                  <a:lnTo>
                    <a:pt x="9070" y="5084"/>
                  </a:lnTo>
                  <a:cubicBezTo>
                    <a:pt x="9070" y="2280"/>
                    <a:pt x="6791" y="1"/>
                    <a:pt x="399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24" name="Google Shape;224;p15"/>
            <p:cNvSpPr/>
            <p:nvPr/>
          </p:nvSpPr>
          <p:spPr>
            <a:xfrm>
              <a:off x="2085450" y="1151875"/>
              <a:ext cx="143650" cy="87575"/>
            </a:xfrm>
            <a:custGeom>
              <a:rect b="b" l="l" r="r" t="t"/>
              <a:pathLst>
                <a:path extrusionOk="0" h="3503" w="5746">
                  <a:moveTo>
                    <a:pt x="4577" y="1"/>
                  </a:moveTo>
                  <a:cubicBezTo>
                    <a:pt x="4391" y="73"/>
                    <a:pt x="4192" y="112"/>
                    <a:pt x="3990" y="115"/>
                  </a:cubicBezTo>
                  <a:lnTo>
                    <a:pt x="1693" y="115"/>
                  </a:lnTo>
                  <a:cubicBezTo>
                    <a:pt x="759" y="115"/>
                    <a:pt x="0" y="871"/>
                    <a:pt x="0" y="1807"/>
                  </a:cubicBezTo>
                  <a:cubicBezTo>
                    <a:pt x="0" y="2744"/>
                    <a:pt x="759" y="3503"/>
                    <a:pt x="1693" y="3503"/>
                  </a:cubicBezTo>
                  <a:lnTo>
                    <a:pt x="1696" y="3500"/>
                  </a:lnTo>
                  <a:lnTo>
                    <a:pt x="3993" y="3500"/>
                  </a:lnTo>
                  <a:cubicBezTo>
                    <a:pt x="4589" y="3500"/>
                    <a:pt x="5183" y="3391"/>
                    <a:pt x="5746" y="3186"/>
                  </a:cubicBezTo>
                  <a:cubicBezTo>
                    <a:pt x="5065" y="2253"/>
                    <a:pt x="4662" y="1151"/>
                    <a:pt x="457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25" name="Google Shape;225;p15"/>
            <p:cNvSpPr/>
            <p:nvPr/>
          </p:nvSpPr>
          <p:spPr>
            <a:xfrm>
              <a:off x="2274775" y="842250"/>
              <a:ext cx="294375" cy="197650"/>
            </a:xfrm>
            <a:custGeom>
              <a:rect b="b" l="l" r="r" t="t"/>
              <a:pathLst>
                <a:path extrusionOk="0" h="7906" w="11775">
                  <a:moveTo>
                    <a:pt x="6622" y="0"/>
                  </a:moveTo>
                  <a:cubicBezTo>
                    <a:pt x="6329" y="0"/>
                    <a:pt x="6056" y="231"/>
                    <a:pt x="6056" y="566"/>
                  </a:cubicBezTo>
                  <a:lnTo>
                    <a:pt x="6056" y="2259"/>
                  </a:lnTo>
                  <a:lnTo>
                    <a:pt x="3196" y="2259"/>
                  </a:lnTo>
                  <a:cubicBezTo>
                    <a:pt x="2030" y="2265"/>
                    <a:pt x="904" y="2668"/>
                    <a:pt x="1" y="3406"/>
                  </a:cubicBezTo>
                  <a:cubicBezTo>
                    <a:pt x="940" y="4068"/>
                    <a:pt x="1675" y="4978"/>
                    <a:pt x="2130" y="6032"/>
                  </a:cubicBezTo>
                  <a:cubicBezTo>
                    <a:pt x="2431" y="5785"/>
                    <a:pt x="2804" y="5649"/>
                    <a:pt x="3196" y="5646"/>
                  </a:cubicBezTo>
                  <a:lnTo>
                    <a:pt x="6056" y="5646"/>
                  </a:lnTo>
                  <a:lnTo>
                    <a:pt x="6056" y="7342"/>
                  </a:lnTo>
                  <a:cubicBezTo>
                    <a:pt x="6056" y="7679"/>
                    <a:pt x="6334" y="7906"/>
                    <a:pt x="6625" y="7906"/>
                  </a:cubicBezTo>
                  <a:cubicBezTo>
                    <a:pt x="6740" y="7906"/>
                    <a:pt x="6857" y="7871"/>
                    <a:pt x="6960" y="7793"/>
                  </a:cubicBezTo>
                  <a:lnTo>
                    <a:pt x="11476" y="4406"/>
                  </a:lnTo>
                  <a:cubicBezTo>
                    <a:pt x="11775" y="4180"/>
                    <a:pt x="11775" y="3725"/>
                    <a:pt x="11476" y="3502"/>
                  </a:cubicBezTo>
                  <a:lnTo>
                    <a:pt x="6960" y="115"/>
                  </a:lnTo>
                  <a:cubicBezTo>
                    <a:pt x="6854" y="36"/>
                    <a:pt x="6737" y="0"/>
                    <a:pt x="66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226" name="Google Shape;226;p15"/>
          <p:cNvGrpSpPr/>
          <p:nvPr/>
        </p:nvGrpSpPr>
        <p:grpSpPr>
          <a:xfrm>
            <a:off x="5053717" y="3190351"/>
            <a:ext cx="228205" cy="249213"/>
            <a:chOff x="5049725" y="2027900"/>
            <a:chExt cx="481750" cy="481850"/>
          </a:xfrm>
        </p:grpSpPr>
        <p:sp>
          <p:nvSpPr>
            <p:cNvPr id="227" name="Google Shape;227;p15"/>
            <p:cNvSpPr/>
            <p:nvPr/>
          </p:nvSpPr>
          <p:spPr>
            <a:xfrm>
              <a:off x="5191775" y="2394925"/>
              <a:ext cx="197625" cy="114825"/>
            </a:xfrm>
            <a:custGeom>
              <a:rect b="b" l="l" r="r" t="t"/>
              <a:pathLst>
                <a:path extrusionOk="0" h="4593" w="7905">
                  <a:moveTo>
                    <a:pt x="0" y="0"/>
                  </a:moveTo>
                  <a:lnTo>
                    <a:pt x="0" y="566"/>
                  </a:lnTo>
                  <a:cubicBezTo>
                    <a:pt x="3" y="1298"/>
                    <a:pt x="479" y="1949"/>
                    <a:pt x="1178" y="2171"/>
                  </a:cubicBezTo>
                  <a:cubicBezTo>
                    <a:pt x="1407" y="3502"/>
                    <a:pt x="2560" y="4593"/>
                    <a:pt x="3954" y="4593"/>
                  </a:cubicBezTo>
                  <a:cubicBezTo>
                    <a:pt x="5345" y="4593"/>
                    <a:pt x="6499" y="3502"/>
                    <a:pt x="6728" y="2171"/>
                  </a:cubicBezTo>
                  <a:cubicBezTo>
                    <a:pt x="7426" y="1949"/>
                    <a:pt x="7902" y="1298"/>
                    <a:pt x="7905" y="566"/>
                  </a:cubicBezTo>
                  <a:lnTo>
                    <a:pt x="790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28" name="Google Shape;228;p15"/>
            <p:cNvSpPr/>
            <p:nvPr/>
          </p:nvSpPr>
          <p:spPr>
            <a:xfrm>
              <a:off x="5113625" y="2027900"/>
              <a:ext cx="347300" cy="338825"/>
            </a:xfrm>
            <a:custGeom>
              <a:rect b="b" l="l" r="r" t="t"/>
              <a:pathLst>
                <a:path extrusionOk="0" h="13553" w="13892">
                  <a:moveTo>
                    <a:pt x="7080" y="2260"/>
                  </a:moveTo>
                  <a:cubicBezTo>
                    <a:pt x="9574" y="2263"/>
                    <a:pt x="11594" y="4284"/>
                    <a:pt x="11597" y="6777"/>
                  </a:cubicBezTo>
                  <a:cubicBezTo>
                    <a:pt x="11597" y="7090"/>
                    <a:pt x="11344" y="7340"/>
                    <a:pt x="11031" y="7340"/>
                  </a:cubicBezTo>
                  <a:cubicBezTo>
                    <a:pt x="10718" y="7340"/>
                    <a:pt x="10468" y="7090"/>
                    <a:pt x="10468" y="6777"/>
                  </a:cubicBezTo>
                  <a:cubicBezTo>
                    <a:pt x="10465" y="4907"/>
                    <a:pt x="8950" y="3392"/>
                    <a:pt x="7080" y="3389"/>
                  </a:cubicBezTo>
                  <a:cubicBezTo>
                    <a:pt x="6767" y="3389"/>
                    <a:pt x="6514" y="3136"/>
                    <a:pt x="6514" y="2826"/>
                  </a:cubicBezTo>
                  <a:cubicBezTo>
                    <a:pt x="6514" y="2513"/>
                    <a:pt x="6767" y="2260"/>
                    <a:pt x="7080" y="2260"/>
                  </a:cubicBezTo>
                  <a:close/>
                  <a:moveTo>
                    <a:pt x="7070" y="1"/>
                  </a:moveTo>
                  <a:cubicBezTo>
                    <a:pt x="6595" y="1"/>
                    <a:pt x="6111" y="50"/>
                    <a:pt x="5623" y="152"/>
                  </a:cubicBezTo>
                  <a:cubicBezTo>
                    <a:pt x="3075" y="685"/>
                    <a:pt x="1001" y="2754"/>
                    <a:pt x="459" y="5301"/>
                  </a:cubicBezTo>
                  <a:cubicBezTo>
                    <a:pt x="1" y="7469"/>
                    <a:pt x="567" y="9644"/>
                    <a:pt x="2015" y="11270"/>
                  </a:cubicBezTo>
                  <a:cubicBezTo>
                    <a:pt x="2584" y="11908"/>
                    <a:pt x="2952" y="12703"/>
                    <a:pt x="3072" y="13552"/>
                  </a:cubicBezTo>
                  <a:lnTo>
                    <a:pt x="11088" y="13552"/>
                  </a:lnTo>
                  <a:cubicBezTo>
                    <a:pt x="11221" y="12691"/>
                    <a:pt x="11597" y="11887"/>
                    <a:pt x="12175" y="11233"/>
                  </a:cubicBezTo>
                  <a:cubicBezTo>
                    <a:pt x="13259" y="10002"/>
                    <a:pt x="13892" y="8418"/>
                    <a:pt x="13892" y="6777"/>
                  </a:cubicBezTo>
                  <a:cubicBezTo>
                    <a:pt x="13892" y="2969"/>
                    <a:pt x="10766" y="1"/>
                    <a:pt x="707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29" name="Google Shape;229;p15"/>
            <p:cNvSpPr/>
            <p:nvPr/>
          </p:nvSpPr>
          <p:spPr>
            <a:xfrm>
              <a:off x="5049725" y="2197300"/>
              <a:ext cx="56400" cy="28275"/>
            </a:xfrm>
            <a:custGeom>
              <a:rect b="b" l="l" r="r" t="t"/>
              <a:pathLst>
                <a:path extrusionOk="0" h="1131" w="2256">
                  <a:moveTo>
                    <a:pt x="563" y="1"/>
                  </a:moveTo>
                  <a:cubicBezTo>
                    <a:pt x="250" y="1"/>
                    <a:pt x="0" y="254"/>
                    <a:pt x="0" y="567"/>
                  </a:cubicBezTo>
                  <a:cubicBezTo>
                    <a:pt x="0" y="877"/>
                    <a:pt x="250" y="1130"/>
                    <a:pt x="563" y="1130"/>
                  </a:cubicBezTo>
                  <a:lnTo>
                    <a:pt x="1693" y="1130"/>
                  </a:lnTo>
                  <a:cubicBezTo>
                    <a:pt x="2006" y="1130"/>
                    <a:pt x="2256" y="877"/>
                    <a:pt x="2256" y="567"/>
                  </a:cubicBezTo>
                  <a:cubicBezTo>
                    <a:pt x="2256" y="254"/>
                    <a:pt x="2006" y="1"/>
                    <a:pt x="169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30" name="Google Shape;230;p15"/>
            <p:cNvSpPr/>
            <p:nvPr/>
          </p:nvSpPr>
          <p:spPr>
            <a:xfrm>
              <a:off x="5052575" y="2102800"/>
              <a:ext cx="50850" cy="48075"/>
            </a:xfrm>
            <a:custGeom>
              <a:rect b="b" l="l" r="r" t="t"/>
              <a:pathLst>
                <a:path extrusionOk="0" h="1923" w="2034">
                  <a:moveTo>
                    <a:pt x="623" y="0"/>
                  </a:moveTo>
                  <a:cubicBezTo>
                    <a:pt x="478" y="0"/>
                    <a:pt x="333" y="56"/>
                    <a:pt x="224" y="167"/>
                  </a:cubicBezTo>
                  <a:cubicBezTo>
                    <a:pt x="4" y="384"/>
                    <a:pt x="1" y="736"/>
                    <a:pt x="214" y="959"/>
                  </a:cubicBezTo>
                  <a:lnTo>
                    <a:pt x="1015" y="1757"/>
                  </a:lnTo>
                  <a:cubicBezTo>
                    <a:pt x="1125" y="1867"/>
                    <a:pt x="1269" y="1922"/>
                    <a:pt x="1413" y="1922"/>
                  </a:cubicBezTo>
                  <a:cubicBezTo>
                    <a:pt x="1558" y="1922"/>
                    <a:pt x="1702" y="1867"/>
                    <a:pt x="1813" y="1757"/>
                  </a:cubicBezTo>
                  <a:cubicBezTo>
                    <a:pt x="2033" y="1534"/>
                    <a:pt x="2033" y="1179"/>
                    <a:pt x="1813" y="959"/>
                  </a:cubicBezTo>
                  <a:lnTo>
                    <a:pt x="1015" y="158"/>
                  </a:lnTo>
                  <a:cubicBezTo>
                    <a:pt x="906" y="53"/>
                    <a:pt x="764" y="0"/>
                    <a:pt x="62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31" name="Google Shape;231;p15"/>
            <p:cNvSpPr/>
            <p:nvPr/>
          </p:nvSpPr>
          <p:spPr>
            <a:xfrm>
              <a:off x="5052575" y="2272175"/>
              <a:ext cx="50700" cy="47900"/>
            </a:xfrm>
            <a:custGeom>
              <a:rect b="b" l="l" r="r" t="t"/>
              <a:pathLst>
                <a:path extrusionOk="0" h="1916" w="2028">
                  <a:moveTo>
                    <a:pt x="1405" y="0"/>
                  </a:moveTo>
                  <a:cubicBezTo>
                    <a:pt x="1264" y="0"/>
                    <a:pt x="1124" y="53"/>
                    <a:pt x="1015" y="159"/>
                  </a:cubicBezTo>
                  <a:lnTo>
                    <a:pt x="214" y="960"/>
                  </a:lnTo>
                  <a:cubicBezTo>
                    <a:pt x="1" y="1179"/>
                    <a:pt x="4" y="1532"/>
                    <a:pt x="224" y="1749"/>
                  </a:cubicBezTo>
                  <a:cubicBezTo>
                    <a:pt x="333" y="1860"/>
                    <a:pt x="478" y="1916"/>
                    <a:pt x="623" y="1916"/>
                  </a:cubicBezTo>
                  <a:cubicBezTo>
                    <a:pt x="764" y="1916"/>
                    <a:pt x="906" y="1863"/>
                    <a:pt x="1015" y="1758"/>
                  </a:cubicBezTo>
                  <a:lnTo>
                    <a:pt x="1813" y="960"/>
                  </a:lnTo>
                  <a:cubicBezTo>
                    <a:pt x="2027" y="737"/>
                    <a:pt x="2024" y="384"/>
                    <a:pt x="1804" y="168"/>
                  </a:cubicBezTo>
                  <a:cubicBezTo>
                    <a:pt x="1695" y="56"/>
                    <a:pt x="1550" y="0"/>
                    <a:pt x="140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32" name="Google Shape;232;p15"/>
            <p:cNvSpPr/>
            <p:nvPr/>
          </p:nvSpPr>
          <p:spPr>
            <a:xfrm>
              <a:off x="5475050" y="2197300"/>
              <a:ext cx="56425" cy="28275"/>
            </a:xfrm>
            <a:custGeom>
              <a:rect b="b" l="l" r="r" t="t"/>
              <a:pathLst>
                <a:path extrusionOk="0" h="1131" w="2257">
                  <a:moveTo>
                    <a:pt x="564" y="1"/>
                  </a:moveTo>
                  <a:cubicBezTo>
                    <a:pt x="251" y="1"/>
                    <a:pt x="1" y="254"/>
                    <a:pt x="1" y="567"/>
                  </a:cubicBezTo>
                  <a:cubicBezTo>
                    <a:pt x="1" y="877"/>
                    <a:pt x="251" y="1130"/>
                    <a:pt x="564" y="1130"/>
                  </a:cubicBezTo>
                  <a:lnTo>
                    <a:pt x="1693" y="1130"/>
                  </a:lnTo>
                  <a:cubicBezTo>
                    <a:pt x="2006" y="1130"/>
                    <a:pt x="2256" y="877"/>
                    <a:pt x="2256" y="567"/>
                  </a:cubicBezTo>
                  <a:cubicBezTo>
                    <a:pt x="2256" y="254"/>
                    <a:pt x="2006" y="1"/>
                    <a:pt x="169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33" name="Google Shape;233;p15"/>
            <p:cNvSpPr/>
            <p:nvPr/>
          </p:nvSpPr>
          <p:spPr>
            <a:xfrm>
              <a:off x="5477925" y="2102800"/>
              <a:ext cx="50675" cy="47900"/>
            </a:xfrm>
            <a:custGeom>
              <a:rect b="b" l="l" r="r" t="t"/>
              <a:pathLst>
                <a:path extrusionOk="0" h="1916" w="2027">
                  <a:moveTo>
                    <a:pt x="1405" y="0"/>
                  </a:moveTo>
                  <a:cubicBezTo>
                    <a:pt x="1264" y="0"/>
                    <a:pt x="1123" y="53"/>
                    <a:pt x="1015" y="158"/>
                  </a:cubicBezTo>
                  <a:lnTo>
                    <a:pt x="214" y="959"/>
                  </a:lnTo>
                  <a:cubicBezTo>
                    <a:pt x="0" y="1179"/>
                    <a:pt x="3" y="1531"/>
                    <a:pt x="223" y="1748"/>
                  </a:cubicBezTo>
                  <a:cubicBezTo>
                    <a:pt x="333" y="1860"/>
                    <a:pt x="478" y="1915"/>
                    <a:pt x="623" y="1915"/>
                  </a:cubicBezTo>
                  <a:cubicBezTo>
                    <a:pt x="764" y="1915"/>
                    <a:pt x="905" y="1863"/>
                    <a:pt x="1015" y="1757"/>
                  </a:cubicBezTo>
                  <a:lnTo>
                    <a:pt x="1813" y="959"/>
                  </a:lnTo>
                  <a:cubicBezTo>
                    <a:pt x="2027" y="736"/>
                    <a:pt x="2024" y="384"/>
                    <a:pt x="1804" y="167"/>
                  </a:cubicBezTo>
                  <a:cubicBezTo>
                    <a:pt x="1694" y="56"/>
                    <a:pt x="1549" y="0"/>
                    <a:pt x="140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34" name="Google Shape;234;p15"/>
            <p:cNvSpPr/>
            <p:nvPr/>
          </p:nvSpPr>
          <p:spPr>
            <a:xfrm>
              <a:off x="5477775" y="2272000"/>
              <a:ext cx="50825" cy="48075"/>
            </a:xfrm>
            <a:custGeom>
              <a:rect b="b" l="l" r="r" t="t"/>
              <a:pathLst>
                <a:path extrusionOk="0" h="1923" w="2033">
                  <a:moveTo>
                    <a:pt x="621" y="1"/>
                  </a:moveTo>
                  <a:cubicBezTo>
                    <a:pt x="476" y="1"/>
                    <a:pt x="331" y="56"/>
                    <a:pt x="220" y="166"/>
                  </a:cubicBezTo>
                  <a:cubicBezTo>
                    <a:pt x="0" y="388"/>
                    <a:pt x="0" y="744"/>
                    <a:pt x="220" y="967"/>
                  </a:cubicBezTo>
                  <a:lnTo>
                    <a:pt x="1021" y="1765"/>
                  </a:lnTo>
                  <a:cubicBezTo>
                    <a:pt x="1129" y="1870"/>
                    <a:pt x="1270" y="1923"/>
                    <a:pt x="1411" y="1923"/>
                  </a:cubicBezTo>
                  <a:cubicBezTo>
                    <a:pt x="1555" y="1923"/>
                    <a:pt x="1700" y="1867"/>
                    <a:pt x="1810" y="1756"/>
                  </a:cubicBezTo>
                  <a:cubicBezTo>
                    <a:pt x="2030" y="1539"/>
                    <a:pt x="2033" y="1186"/>
                    <a:pt x="1819" y="967"/>
                  </a:cubicBezTo>
                  <a:lnTo>
                    <a:pt x="1021" y="166"/>
                  </a:lnTo>
                  <a:cubicBezTo>
                    <a:pt x="910" y="56"/>
                    <a:pt x="765" y="1"/>
                    <a:pt x="62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235" name="Google Shape;235;p15"/>
          <p:cNvGrpSpPr/>
          <p:nvPr/>
        </p:nvGrpSpPr>
        <p:grpSpPr>
          <a:xfrm>
            <a:off x="3695892" y="3190362"/>
            <a:ext cx="235651" cy="249194"/>
            <a:chOff x="-59029025" y="3711650"/>
            <a:chExt cx="316650" cy="315875"/>
          </a:xfrm>
        </p:grpSpPr>
        <p:sp>
          <p:nvSpPr>
            <p:cNvPr id="236" name="Google Shape;236;p15"/>
            <p:cNvSpPr/>
            <p:nvPr/>
          </p:nvSpPr>
          <p:spPr>
            <a:xfrm>
              <a:off x="-59029025" y="3712450"/>
              <a:ext cx="70125" cy="70125"/>
            </a:xfrm>
            <a:custGeom>
              <a:rect b="b" l="l" r="r" t="t"/>
              <a:pathLst>
                <a:path extrusionOk="0" h="2805" w="2805">
                  <a:moveTo>
                    <a:pt x="1229" y="0"/>
                  </a:moveTo>
                  <a:cubicBezTo>
                    <a:pt x="568" y="0"/>
                    <a:pt x="1" y="568"/>
                    <a:pt x="1" y="1229"/>
                  </a:cubicBezTo>
                  <a:cubicBezTo>
                    <a:pt x="1" y="1891"/>
                    <a:pt x="568" y="2458"/>
                    <a:pt x="1229" y="2458"/>
                  </a:cubicBezTo>
                  <a:cubicBezTo>
                    <a:pt x="1419" y="2458"/>
                    <a:pt x="1576" y="2426"/>
                    <a:pt x="1734" y="2332"/>
                  </a:cubicBezTo>
                  <a:lnTo>
                    <a:pt x="2206" y="2804"/>
                  </a:lnTo>
                  <a:cubicBezTo>
                    <a:pt x="2458" y="2489"/>
                    <a:pt x="2584" y="2426"/>
                    <a:pt x="2805" y="2206"/>
                  </a:cubicBezTo>
                  <a:lnTo>
                    <a:pt x="2332" y="1733"/>
                  </a:lnTo>
                  <a:cubicBezTo>
                    <a:pt x="2427" y="1576"/>
                    <a:pt x="2458" y="1387"/>
                    <a:pt x="2458" y="1229"/>
                  </a:cubicBezTo>
                  <a:cubicBezTo>
                    <a:pt x="2458" y="568"/>
                    <a:pt x="1923" y="0"/>
                    <a:pt x="122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5"/>
            <p:cNvSpPr/>
            <p:nvPr/>
          </p:nvSpPr>
          <p:spPr>
            <a:xfrm>
              <a:off x="-58782500" y="3958175"/>
              <a:ext cx="70125" cy="69350"/>
            </a:xfrm>
            <a:custGeom>
              <a:rect b="b" l="l" r="r" t="t"/>
              <a:pathLst>
                <a:path extrusionOk="0" h="2774" w="2805">
                  <a:moveTo>
                    <a:pt x="599" y="1"/>
                  </a:moveTo>
                  <a:cubicBezTo>
                    <a:pt x="379" y="222"/>
                    <a:pt x="316" y="316"/>
                    <a:pt x="1" y="568"/>
                  </a:cubicBezTo>
                  <a:lnTo>
                    <a:pt x="473" y="1041"/>
                  </a:lnTo>
                  <a:cubicBezTo>
                    <a:pt x="379" y="1198"/>
                    <a:pt x="347" y="1387"/>
                    <a:pt x="347" y="1576"/>
                  </a:cubicBezTo>
                  <a:cubicBezTo>
                    <a:pt x="347" y="2238"/>
                    <a:pt x="914" y="2773"/>
                    <a:pt x="1576" y="2773"/>
                  </a:cubicBezTo>
                  <a:cubicBezTo>
                    <a:pt x="2238" y="2773"/>
                    <a:pt x="2805" y="2238"/>
                    <a:pt x="2805" y="1576"/>
                  </a:cubicBezTo>
                  <a:cubicBezTo>
                    <a:pt x="2805" y="883"/>
                    <a:pt x="2238" y="348"/>
                    <a:pt x="1576" y="348"/>
                  </a:cubicBezTo>
                  <a:cubicBezTo>
                    <a:pt x="1387" y="348"/>
                    <a:pt x="1230" y="379"/>
                    <a:pt x="1072" y="474"/>
                  </a:cubicBezTo>
                  <a:lnTo>
                    <a:pt x="59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5"/>
            <p:cNvSpPr/>
            <p:nvPr/>
          </p:nvSpPr>
          <p:spPr>
            <a:xfrm>
              <a:off x="-58782500" y="3711650"/>
              <a:ext cx="70125" cy="70125"/>
            </a:xfrm>
            <a:custGeom>
              <a:rect b="b" l="l" r="r" t="t"/>
              <a:pathLst>
                <a:path extrusionOk="0" h="2805" w="2805">
                  <a:moveTo>
                    <a:pt x="1576" y="1"/>
                  </a:moveTo>
                  <a:cubicBezTo>
                    <a:pt x="914" y="1"/>
                    <a:pt x="347" y="568"/>
                    <a:pt x="347" y="1230"/>
                  </a:cubicBezTo>
                  <a:cubicBezTo>
                    <a:pt x="347" y="1419"/>
                    <a:pt x="379" y="1576"/>
                    <a:pt x="473" y="1734"/>
                  </a:cubicBezTo>
                  <a:lnTo>
                    <a:pt x="1" y="2206"/>
                  </a:lnTo>
                  <a:cubicBezTo>
                    <a:pt x="284" y="2458"/>
                    <a:pt x="347" y="2521"/>
                    <a:pt x="599" y="2805"/>
                  </a:cubicBezTo>
                  <a:lnTo>
                    <a:pt x="1072" y="2332"/>
                  </a:lnTo>
                  <a:cubicBezTo>
                    <a:pt x="1230" y="2395"/>
                    <a:pt x="1419" y="2458"/>
                    <a:pt x="1576" y="2458"/>
                  </a:cubicBezTo>
                  <a:cubicBezTo>
                    <a:pt x="2238" y="2458"/>
                    <a:pt x="2805" y="1891"/>
                    <a:pt x="2805" y="1230"/>
                  </a:cubicBezTo>
                  <a:cubicBezTo>
                    <a:pt x="2805" y="568"/>
                    <a:pt x="2238" y="1"/>
                    <a:pt x="157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5"/>
            <p:cNvSpPr/>
            <p:nvPr/>
          </p:nvSpPr>
          <p:spPr>
            <a:xfrm>
              <a:off x="-58911650" y="3880200"/>
              <a:ext cx="79550" cy="30750"/>
            </a:xfrm>
            <a:custGeom>
              <a:rect b="b" l="l" r="r" t="t"/>
              <a:pathLst>
                <a:path extrusionOk="0" h="1230" w="3182">
                  <a:moveTo>
                    <a:pt x="1607" y="1"/>
                  </a:moveTo>
                  <a:cubicBezTo>
                    <a:pt x="819" y="1"/>
                    <a:pt x="189" y="505"/>
                    <a:pt x="0" y="1230"/>
                  </a:cubicBezTo>
                  <a:lnTo>
                    <a:pt x="3182" y="1230"/>
                  </a:lnTo>
                  <a:cubicBezTo>
                    <a:pt x="3025" y="537"/>
                    <a:pt x="2394" y="1"/>
                    <a:pt x="160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5"/>
            <p:cNvSpPr/>
            <p:nvPr/>
          </p:nvSpPr>
          <p:spPr>
            <a:xfrm>
              <a:off x="-58891975" y="3818000"/>
              <a:ext cx="41775" cy="41750"/>
            </a:xfrm>
            <a:custGeom>
              <a:rect b="b" l="l" r="r" t="t"/>
              <a:pathLst>
                <a:path extrusionOk="0" h="1670" w="1671">
                  <a:moveTo>
                    <a:pt x="851" y="0"/>
                  </a:moveTo>
                  <a:cubicBezTo>
                    <a:pt x="379" y="0"/>
                    <a:pt x="1" y="378"/>
                    <a:pt x="1" y="819"/>
                  </a:cubicBezTo>
                  <a:cubicBezTo>
                    <a:pt x="1" y="1292"/>
                    <a:pt x="379" y="1670"/>
                    <a:pt x="851" y="1670"/>
                  </a:cubicBezTo>
                  <a:cubicBezTo>
                    <a:pt x="1292" y="1670"/>
                    <a:pt x="1670" y="1292"/>
                    <a:pt x="1670" y="819"/>
                  </a:cubicBezTo>
                  <a:cubicBezTo>
                    <a:pt x="1670" y="378"/>
                    <a:pt x="1292" y="0"/>
                    <a:pt x="85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5"/>
            <p:cNvSpPr/>
            <p:nvPr/>
          </p:nvSpPr>
          <p:spPr>
            <a:xfrm>
              <a:off x="-58983325" y="3755775"/>
              <a:ext cx="227625" cy="226850"/>
            </a:xfrm>
            <a:custGeom>
              <a:rect b="b" l="l" r="r" t="t"/>
              <a:pathLst>
                <a:path extrusionOk="0" h="9074" w="9105">
                  <a:moveTo>
                    <a:pt x="4537" y="1701"/>
                  </a:moveTo>
                  <a:cubicBezTo>
                    <a:pt x="5419" y="1701"/>
                    <a:pt x="6175" y="2458"/>
                    <a:pt x="6175" y="3371"/>
                  </a:cubicBezTo>
                  <a:cubicBezTo>
                    <a:pt x="6175" y="3781"/>
                    <a:pt x="6018" y="4190"/>
                    <a:pt x="5702" y="4505"/>
                  </a:cubicBezTo>
                  <a:cubicBezTo>
                    <a:pt x="6459" y="4946"/>
                    <a:pt x="6994" y="5734"/>
                    <a:pt x="6994" y="6679"/>
                  </a:cubicBezTo>
                  <a:cubicBezTo>
                    <a:pt x="6963" y="6868"/>
                    <a:pt x="6805" y="7057"/>
                    <a:pt x="6585" y="7057"/>
                  </a:cubicBezTo>
                  <a:lnTo>
                    <a:pt x="2426" y="7057"/>
                  </a:lnTo>
                  <a:cubicBezTo>
                    <a:pt x="2205" y="7057"/>
                    <a:pt x="2048" y="6868"/>
                    <a:pt x="2048" y="6679"/>
                  </a:cubicBezTo>
                  <a:cubicBezTo>
                    <a:pt x="2048" y="5734"/>
                    <a:pt x="2552" y="4946"/>
                    <a:pt x="3340" y="4505"/>
                  </a:cubicBezTo>
                  <a:cubicBezTo>
                    <a:pt x="3056" y="4190"/>
                    <a:pt x="2867" y="3781"/>
                    <a:pt x="2867" y="3371"/>
                  </a:cubicBezTo>
                  <a:cubicBezTo>
                    <a:pt x="2867" y="2458"/>
                    <a:pt x="3623" y="1701"/>
                    <a:pt x="4537" y="1701"/>
                  </a:cubicBezTo>
                  <a:close/>
                  <a:moveTo>
                    <a:pt x="4537" y="0"/>
                  </a:moveTo>
                  <a:cubicBezTo>
                    <a:pt x="2016" y="0"/>
                    <a:pt x="0" y="2048"/>
                    <a:pt x="0" y="4537"/>
                  </a:cubicBezTo>
                  <a:cubicBezTo>
                    <a:pt x="0" y="7057"/>
                    <a:pt x="2048" y="9074"/>
                    <a:pt x="4537" y="9074"/>
                  </a:cubicBezTo>
                  <a:cubicBezTo>
                    <a:pt x="7057" y="9074"/>
                    <a:pt x="9042" y="7026"/>
                    <a:pt x="9042" y="4537"/>
                  </a:cubicBezTo>
                  <a:cubicBezTo>
                    <a:pt x="9105" y="2017"/>
                    <a:pt x="7057" y="0"/>
                    <a:pt x="453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5"/>
            <p:cNvSpPr/>
            <p:nvPr/>
          </p:nvSpPr>
          <p:spPr>
            <a:xfrm>
              <a:off x="-59029025" y="3956600"/>
              <a:ext cx="70900" cy="70925"/>
            </a:xfrm>
            <a:custGeom>
              <a:rect b="b" l="l" r="r" t="t"/>
              <a:pathLst>
                <a:path extrusionOk="0" h="2837" w="2836">
                  <a:moveTo>
                    <a:pt x="2269" y="1"/>
                  </a:moveTo>
                  <a:lnTo>
                    <a:pt x="1734" y="537"/>
                  </a:lnTo>
                  <a:cubicBezTo>
                    <a:pt x="1576" y="442"/>
                    <a:pt x="1387" y="411"/>
                    <a:pt x="1229" y="411"/>
                  </a:cubicBezTo>
                  <a:cubicBezTo>
                    <a:pt x="568" y="411"/>
                    <a:pt x="1" y="946"/>
                    <a:pt x="1" y="1639"/>
                  </a:cubicBezTo>
                  <a:cubicBezTo>
                    <a:pt x="1" y="2301"/>
                    <a:pt x="568" y="2836"/>
                    <a:pt x="1229" y="2836"/>
                  </a:cubicBezTo>
                  <a:cubicBezTo>
                    <a:pt x="1891" y="2836"/>
                    <a:pt x="2458" y="2301"/>
                    <a:pt x="2458" y="1639"/>
                  </a:cubicBezTo>
                  <a:cubicBezTo>
                    <a:pt x="2458" y="1419"/>
                    <a:pt x="2427" y="1261"/>
                    <a:pt x="2332" y="1104"/>
                  </a:cubicBezTo>
                  <a:lnTo>
                    <a:pt x="2836" y="600"/>
                  </a:lnTo>
                  <a:cubicBezTo>
                    <a:pt x="2584" y="379"/>
                    <a:pt x="2490" y="285"/>
                    <a:pt x="226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5"/>
          <p:cNvGrpSpPr/>
          <p:nvPr/>
        </p:nvGrpSpPr>
        <p:grpSpPr>
          <a:xfrm>
            <a:off x="3699626" y="1563028"/>
            <a:ext cx="228166" cy="249192"/>
            <a:chOff x="6543825" y="3202075"/>
            <a:chExt cx="296975" cy="275350"/>
          </a:xfrm>
        </p:grpSpPr>
        <p:sp>
          <p:nvSpPr>
            <p:cNvPr id="244" name="Google Shape;244;p15"/>
            <p:cNvSpPr/>
            <p:nvPr/>
          </p:nvSpPr>
          <p:spPr>
            <a:xfrm>
              <a:off x="6683250" y="3202075"/>
              <a:ext cx="17350" cy="43350"/>
            </a:xfrm>
            <a:custGeom>
              <a:rect b="b" l="l" r="r" t="t"/>
              <a:pathLst>
                <a:path extrusionOk="0" h="1734" w="694">
                  <a:moveTo>
                    <a:pt x="347" y="0"/>
                  </a:moveTo>
                  <a:cubicBezTo>
                    <a:pt x="158" y="0"/>
                    <a:pt x="0" y="158"/>
                    <a:pt x="0" y="347"/>
                  </a:cubicBezTo>
                  <a:lnTo>
                    <a:pt x="0" y="1355"/>
                  </a:lnTo>
                  <a:cubicBezTo>
                    <a:pt x="0" y="1576"/>
                    <a:pt x="158" y="1733"/>
                    <a:pt x="347" y="1733"/>
                  </a:cubicBezTo>
                  <a:cubicBezTo>
                    <a:pt x="536" y="1733"/>
                    <a:pt x="693" y="1576"/>
                    <a:pt x="693" y="1355"/>
                  </a:cubicBezTo>
                  <a:lnTo>
                    <a:pt x="693" y="347"/>
                  </a:lnTo>
                  <a:cubicBezTo>
                    <a:pt x="693" y="158"/>
                    <a:pt x="536" y="0"/>
                    <a:pt x="34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5"/>
            <p:cNvSpPr/>
            <p:nvPr/>
          </p:nvSpPr>
          <p:spPr>
            <a:xfrm>
              <a:off x="6613925" y="3236125"/>
              <a:ext cx="35475" cy="34700"/>
            </a:xfrm>
            <a:custGeom>
              <a:rect b="b" l="l" r="r" t="t"/>
              <a:pathLst>
                <a:path extrusionOk="0" h="1388" w="1419">
                  <a:moveTo>
                    <a:pt x="363" y="1"/>
                  </a:moveTo>
                  <a:cubicBezTo>
                    <a:pt x="276" y="1"/>
                    <a:pt x="190" y="40"/>
                    <a:pt x="127" y="119"/>
                  </a:cubicBezTo>
                  <a:cubicBezTo>
                    <a:pt x="1" y="245"/>
                    <a:pt x="1" y="466"/>
                    <a:pt x="127" y="592"/>
                  </a:cubicBezTo>
                  <a:lnTo>
                    <a:pt x="820" y="1316"/>
                  </a:lnTo>
                  <a:cubicBezTo>
                    <a:pt x="883" y="1364"/>
                    <a:pt x="969" y="1387"/>
                    <a:pt x="1056" y="1387"/>
                  </a:cubicBezTo>
                  <a:cubicBezTo>
                    <a:pt x="1143" y="1387"/>
                    <a:pt x="1229" y="1364"/>
                    <a:pt x="1292" y="1316"/>
                  </a:cubicBezTo>
                  <a:cubicBezTo>
                    <a:pt x="1418" y="1190"/>
                    <a:pt x="1418" y="938"/>
                    <a:pt x="1292" y="844"/>
                  </a:cubicBezTo>
                  <a:lnTo>
                    <a:pt x="599" y="119"/>
                  </a:lnTo>
                  <a:cubicBezTo>
                    <a:pt x="536" y="40"/>
                    <a:pt x="450" y="1"/>
                    <a:pt x="36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5"/>
            <p:cNvSpPr/>
            <p:nvPr/>
          </p:nvSpPr>
          <p:spPr>
            <a:xfrm>
              <a:off x="6734425" y="3236425"/>
              <a:ext cx="35475" cy="34400"/>
            </a:xfrm>
            <a:custGeom>
              <a:rect b="b" l="l" r="r" t="t"/>
              <a:pathLst>
                <a:path extrusionOk="0" h="1376" w="1419">
                  <a:moveTo>
                    <a:pt x="1054" y="0"/>
                  </a:moveTo>
                  <a:cubicBezTo>
                    <a:pt x="976" y="0"/>
                    <a:pt x="894" y="33"/>
                    <a:pt x="820" y="107"/>
                  </a:cubicBezTo>
                  <a:lnTo>
                    <a:pt x="95" y="832"/>
                  </a:lnTo>
                  <a:cubicBezTo>
                    <a:pt x="1" y="926"/>
                    <a:pt x="1" y="1178"/>
                    <a:pt x="95" y="1304"/>
                  </a:cubicBezTo>
                  <a:cubicBezTo>
                    <a:pt x="158" y="1352"/>
                    <a:pt x="253" y="1375"/>
                    <a:pt x="344" y="1375"/>
                  </a:cubicBezTo>
                  <a:cubicBezTo>
                    <a:pt x="434" y="1375"/>
                    <a:pt x="521" y="1352"/>
                    <a:pt x="568" y="1304"/>
                  </a:cubicBezTo>
                  <a:lnTo>
                    <a:pt x="1293" y="580"/>
                  </a:lnTo>
                  <a:cubicBezTo>
                    <a:pt x="1419" y="454"/>
                    <a:pt x="1419" y="233"/>
                    <a:pt x="1293" y="107"/>
                  </a:cubicBezTo>
                  <a:cubicBezTo>
                    <a:pt x="1226" y="41"/>
                    <a:pt x="1142" y="0"/>
                    <a:pt x="105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5"/>
            <p:cNvSpPr/>
            <p:nvPr/>
          </p:nvSpPr>
          <p:spPr>
            <a:xfrm>
              <a:off x="6805325" y="3322575"/>
              <a:ext cx="35475" cy="121325"/>
            </a:xfrm>
            <a:custGeom>
              <a:rect b="b" l="l" r="r" t="t"/>
              <a:pathLst>
                <a:path extrusionOk="0" h="4853" w="1419">
                  <a:moveTo>
                    <a:pt x="0" y="1"/>
                  </a:moveTo>
                  <a:lnTo>
                    <a:pt x="0" y="4852"/>
                  </a:lnTo>
                  <a:lnTo>
                    <a:pt x="1040" y="4852"/>
                  </a:lnTo>
                  <a:cubicBezTo>
                    <a:pt x="1261" y="4852"/>
                    <a:pt x="1418" y="4695"/>
                    <a:pt x="1418" y="4506"/>
                  </a:cubicBezTo>
                  <a:lnTo>
                    <a:pt x="1418" y="316"/>
                  </a:lnTo>
                  <a:cubicBezTo>
                    <a:pt x="1355" y="158"/>
                    <a:pt x="1198" y="1"/>
                    <a:pt x="10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5"/>
            <p:cNvSpPr/>
            <p:nvPr/>
          </p:nvSpPr>
          <p:spPr>
            <a:xfrm>
              <a:off x="6543825" y="3323275"/>
              <a:ext cx="35475" cy="121400"/>
            </a:xfrm>
            <a:custGeom>
              <a:rect b="b" l="l" r="r" t="t"/>
              <a:pathLst>
                <a:path extrusionOk="0" h="4856" w="1419">
                  <a:moveTo>
                    <a:pt x="323" y="0"/>
                  </a:moveTo>
                  <a:cubicBezTo>
                    <a:pt x="132" y="0"/>
                    <a:pt x="1" y="149"/>
                    <a:pt x="1" y="351"/>
                  </a:cubicBezTo>
                  <a:lnTo>
                    <a:pt x="1" y="4509"/>
                  </a:lnTo>
                  <a:cubicBezTo>
                    <a:pt x="1" y="4698"/>
                    <a:pt x="158" y="4856"/>
                    <a:pt x="379" y="4856"/>
                  </a:cubicBezTo>
                  <a:lnTo>
                    <a:pt x="1418" y="4856"/>
                  </a:lnTo>
                  <a:lnTo>
                    <a:pt x="1418" y="4"/>
                  </a:lnTo>
                  <a:lnTo>
                    <a:pt x="379" y="4"/>
                  </a:lnTo>
                  <a:cubicBezTo>
                    <a:pt x="360" y="1"/>
                    <a:pt x="341" y="0"/>
                    <a:pt x="32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5"/>
            <p:cNvSpPr/>
            <p:nvPr/>
          </p:nvSpPr>
          <p:spPr>
            <a:xfrm>
              <a:off x="6643075" y="3332025"/>
              <a:ext cx="143375" cy="104000"/>
            </a:xfrm>
            <a:custGeom>
              <a:rect b="b" l="l" r="r" t="t"/>
              <a:pathLst>
                <a:path extrusionOk="0" h="4160" w="5735">
                  <a:moveTo>
                    <a:pt x="1639" y="1"/>
                  </a:moveTo>
                  <a:cubicBezTo>
                    <a:pt x="1450" y="1"/>
                    <a:pt x="1198" y="158"/>
                    <a:pt x="1072" y="379"/>
                  </a:cubicBezTo>
                  <a:lnTo>
                    <a:pt x="0" y="2490"/>
                  </a:lnTo>
                  <a:cubicBezTo>
                    <a:pt x="158" y="2584"/>
                    <a:pt x="378" y="2616"/>
                    <a:pt x="567" y="2616"/>
                  </a:cubicBezTo>
                  <a:cubicBezTo>
                    <a:pt x="1072" y="2616"/>
                    <a:pt x="1544" y="2364"/>
                    <a:pt x="1796" y="1891"/>
                  </a:cubicBezTo>
                  <a:lnTo>
                    <a:pt x="2017" y="1418"/>
                  </a:lnTo>
                  <a:lnTo>
                    <a:pt x="2710" y="1418"/>
                  </a:lnTo>
                  <a:cubicBezTo>
                    <a:pt x="2899" y="1418"/>
                    <a:pt x="3056" y="1481"/>
                    <a:pt x="3182" y="1607"/>
                  </a:cubicBezTo>
                  <a:lnTo>
                    <a:pt x="5734" y="4159"/>
                  </a:lnTo>
                  <a:lnTo>
                    <a:pt x="573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5"/>
            <p:cNvSpPr/>
            <p:nvPr/>
          </p:nvSpPr>
          <p:spPr>
            <a:xfrm>
              <a:off x="6595025" y="3288700"/>
              <a:ext cx="175675" cy="188725"/>
            </a:xfrm>
            <a:custGeom>
              <a:rect b="b" l="l" r="r" t="t"/>
              <a:pathLst>
                <a:path extrusionOk="0" h="7549" w="7027">
                  <a:moveTo>
                    <a:pt x="2206" y="1"/>
                  </a:moveTo>
                  <a:cubicBezTo>
                    <a:pt x="1828" y="1"/>
                    <a:pt x="1481" y="221"/>
                    <a:pt x="1261" y="568"/>
                  </a:cubicBezTo>
                  <a:lnTo>
                    <a:pt x="946" y="1198"/>
                  </a:lnTo>
                  <a:cubicBezTo>
                    <a:pt x="914" y="1324"/>
                    <a:pt x="757" y="1419"/>
                    <a:pt x="631" y="1419"/>
                  </a:cubicBezTo>
                  <a:lnTo>
                    <a:pt x="1" y="1419"/>
                  </a:lnTo>
                  <a:lnTo>
                    <a:pt x="1" y="6239"/>
                  </a:lnTo>
                  <a:lnTo>
                    <a:pt x="1576" y="6239"/>
                  </a:lnTo>
                  <a:lnTo>
                    <a:pt x="2584" y="7247"/>
                  </a:lnTo>
                  <a:cubicBezTo>
                    <a:pt x="2768" y="7431"/>
                    <a:pt x="3054" y="7548"/>
                    <a:pt x="3330" y="7548"/>
                  </a:cubicBezTo>
                  <a:cubicBezTo>
                    <a:pt x="3431" y="7548"/>
                    <a:pt x="3531" y="7533"/>
                    <a:pt x="3624" y="7499"/>
                  </a:cubicBezTo>
                  <a:lnTo>
                    <a:pt x="6585" y="6554"/>
                  </a:lnTo>
                  <a:cubicBezTo>
                    <a:pt x="6743" y="6522"/>
                    <a:pt x="6900" y="6396"/>
                    <a:pt x="7026" y="6302"/>
                  </a:cubicBezTo>
                  <a:lnTo>
                    <a:pt x="4537" y="3813"/>
                  </a:lnTo>
                  <a:lnTo>
                    <a:pt x="4380" y="3813"/>
                  </a:lnTo>
                  <a:lnTo>
                    <a:pt x="4348" y="3844"/>
                  </a:lnTo>
                  <a:cubicBezTo>
                    <a:pt x="4033" y="4506"/>
                    <a:pt x="3340" y="4947"/>
                    <a:pt x="2647" y="5042"/>
                  </a:cubicBezTo>
                  <a:cubicBezTo>
                    <a:pt x="2601" y="5044"/>
                    <a:pt x="2556" y="5046"/>
                    <a:pt x="2511" y="5046"/>
                  </a:cubicBezTo>
                  <a:cubicBezTo>
                    <a:pt x="2046" y="5046"/>
                    <a:pt x="1698" y="4899"/>
                    <a:pt x="1324" y="4727"/>
                  </a:cubicBezTo>
                  <a:cubicBezTo>
                    <a:pt x="1103" y="4632"/>
                    <a:pt x="1040" y="4412"/>
                    <a:pt x="1166" y="4254"/>
                  </a:cubicBezTo>
                  <a:lnTo>
                    <a:pt x="2363" y="1797"/>
                  </a:lnTo>
                  <a:cubicBezTo>
                    <a:pt x="2615" y="1324"/>
                    <a:pt x="3088" y="1041"/>
                    <a:pt x="3592" y="1041"/>
                  </a:cubicBezTo>
                  <a:lnTo>
                    <a:pt x="5104" y="1041"/>
                  </a:lnTo>
                  <a:cubicBezTo>
                    <a:pt x="5167" y="852"/>
                    <a:pt x="5262" y="631"/>
                    <a:pt x="5262" y="347"/>
                  </a:cubicBezTo>
                  <a:cubicBezTo>
                    <a:pt x="5262" y="158"/>
                    <a:pt x="5104" y="1"/>
                    <a:pt x="488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1" name="Google Shape;251;p15"/>
          <p:cNvGrpSpPr/>
          <p:nvPr/>
        </p:nvGrpSpPr>
        <p:grpSpPr>
          <a:xfrm>
            <a:off x="4196324" y="2150658"/>
            <a:ext cx="525255" cy="572714"/>
            <a:chOff x="4645650" y="3962900"/>
            <a:chExt cx="259950" cy="296175"/>
          </a:xfrm>
        </p:grpSpPr>
        <p:sp>
          <p:nvSpPr>
            <p:cNvPr id="252" name="Google Shape;252;p15"/>
            <p:cNvSpPr/>
            <p:nvPr/>
          </p:nvSpPr>
          <p:spPr>
            <a:xfrm>
              <a:off x="4853600" y="4155100"/>
              <a:ext cx="52000" cy="103975"/>
            </a:xfrm>
            <a:custGeom>
              <a:rect b="b" l="l" r="r" t="t"/>
              <a:pathLst>
                <a:path extrusionOk="0" h="4159" w="2080">
                  <a:moveTo>
                    <a:pt x="0" y="0"/>
                  </a:moveTo>
                  <a:lnTo>
                    <a:pt x="0" y="4159"/>
                  </a:lnTo>
                  <a:lnTo>
                    <a:pt x="1733" y="4159"/>
                  </a:lnTo>
                  <a:cubicBezTo>
                    <a:pt x="1922" y="4159"/>
                    <a:pt x="2079" y="4001"/>
                    <a:pt x="2079" y="3812"/>
                  </a:cubicBezTo>
                  <a:lnTo>
                    <a:pt x="2079" y="1733"/>
                  </a:lnTo>
                  <a:cubicBezTo>
                    <a:pt x="2079" y="788"/>
                    <a:pt x="1292" y="0"/>
                    <a:pt x="34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5"/>
            <p:cNvSpPr/>
            <p:nvPr/>
          </p:nvSpPr>
          <p:spPr>
            <a:xfrm>
              <a:off x="4714975" y="4155100"/>
              <a:ext cx="121300" cy="50625"/>
            </a:xfrm>
            <a:custGeom>
              <a:rect b="b" l="l" r="r" t="t"/>
              <a:pathLst>
                <a:path extrusionOk="0" h="2025" w="4852">
                  <a:moveTo>
                    <a:pt x="0" y="0"/>
                  </a:moveTo>
                  <a:lnTo>
                    <a:pt x="0" y="1481"/>
                  </a:lnTo>
                  <a:cubicBezTo>
                    <a:pt x="772" y="1843"/>
                    <a:pt x="1599" y="2024"/>
                    <a:pt x="2426" y="2024"/>
                  </a:cubicBezTo>
                  <a:cubicBezTo>
                    <a:pt x="3253" y="2024"/>
                    <a:pt x="4080" y="1843"/>
                    <a:pt x="4852" y="1481"/>
                  </a:cubicBezTo>
                  <a:lnTo>
                    <a:pt x="4852" y="0"/>
                  </a:lnTo>
                  <a:lnTo>
                    <a:pt x="4789" y="0"/>
                  </a:lnTo>
                  <a:cubicBezTo>
                    <a:pt x="4348" y="410"/>
                    <a:pt x="3781" y="693"/>
                    <a:pt x="3119" y="693"/>
                  </a:cubicBezTo>
                  <a:lnTo>
                    <a:pt x="1733" y="693"/>
                  </a:lnTo>
                  <a:cubicBezTo>
                    <a:pt x="1071" y="693"/>
                    <a:pt x="473" y="410"/>
                    <a:pt x="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5"/>
            <p:cNvSpPr/>
            <p:nvPr/>
          </p:nvSpPr>
          <p:spPr>
            <a:xfrm>
              <a:off x="4714975" y="4211025"/>
              <a:ext cx="121300" cy="48050"/>
            </a:xfrm>
            <a:custGeom>
              <a:rect b="b" l="l" r="r" t="t"/>
              <a:pathLst>
                <a:path extrusionOk="0" h="1922" w="4852">
                  <a:moveTo>
                    <a:pt x="0" y="0"/>
                  </a:moveTo>
                  <a:lnTo>
                    <a:pt x="0" y="1922"/>
                  </a:lnTo>
                  <a:lnTo>
                    <a:pt x="4852" y="1922"/>
                  </a:lnTo>
                  <a:lnTo>
                    <a:pt x="4852" y="0"/>
                  </a:lnTo>
                  <a:cubicBezTo>
                    <a:pt x="4080" y="315"/>
                    <a:pt x="3253" y="473"/>
                    <a:pt x="2426" y="473"/>
                  </a:cubicBezTo>
                  <a:cubicBezTo>
                    <a:pt x="1599" y="473"/>
                    <a:pt x="772" y="315"/>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5"/>
            <p:cNvSpPr/>
            <p:nvPr/>
          </p:nvSpPr>
          <p:spPr>
            <a:xfrm>
              <a:off x="4645650" y="4154300"/>
              <a:ext cx="52025" cy="104775"/>
            </a:xfrm>
            <a:custGeom>
              <a:rect b="b" l="l" r="r" t="t"/>
              <a:pathLst>
                <a:path extrusionOk="0" h="4191" w="2081">
                  <a:moveTo>
                    <a:pt x="1734" y="1"/>
                  </a:moveTo>
                  <a:cubicBezTo>
                    <a:pt x="757" y="32"/>
                    <a:pt x="1" y="757"/>
                    <a:pt x="1" y="1765"/>
                  </a:cubicBezTo>
                  <a:lnTo>
                    <a:pt x="1" y="3844"/>
                  </a:lnTo>
                  <a:cubicBezTo>
                    <a:pt x="1" y="4033"/>
                    <a:pt x="158" y="4191"/>
                    <a:pt x="379" y="4191"/>
                  </a:cubicBezTo>
                  <a:lnTo>
                    <a:pt x="2080" y="4191"/>
                  </a:lnTo>
                  <a:lnTo>
                    <a:pt x="208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5"/>
            <p:cNvSpPr/>
            <p:nvPr/>
          </p:nvSpPr>
          <p:spPr>
            <a:xfrm>
              <a:off x="4722850" y="4049550"/>
              <a:ext cx="103975" cy="105575"/>
            </a:xfrm>
            <a:custGeom>
              <a:rect b="b" l="l" r="r" t="t"/>
              <a:pathLst>
                <a:path extrusionOk="0" h="4223" w="4159">
                  <a:moveTo>
                    <a:pt x="2080" y="1"/>
                  </a:moveTo>
                  <a:cubicBezTo>
                    <a:pt x="1765" y="442"/>
                    <a:pt x="1260" y="694"/>
                    <a:pt x="693" y="694"/>
                  </a:cubicBezTo>
                  <a:lnTo>
                    <a:pt x="0" y="694"/>
                  </a:lnTo>
                  <a:lnTo>
                    <a:pt x="0" y="3498"/>
                  </a:lnTo>
                  <a:cubicBezTo>
                    <a:pt x="347" y="3939"/>
                    <a:pt x="851" y="4222"/>
                    <a:pt x="1418" y="4222"/>
                  </a:cubicBezTo>
                  <a:lnTo>
                    <a:pt x="2804" y="4222"/>
                  </a:lnTo>
                  <a:cubicBezTo>
                    <a:pt x="3340" y="4222"/>
                    <a:pt x="3844" y="3939"/>
                    <a:pt x="4159" y="3498"/>
                  </a:cubicBezTo>
                  <a:lnTo>
                    <a:pt x="4159" y="694"/>
                  </a:lnTo>
                  <a:lnTo>
                    <a:pt x="3466" y="694"/>
                  </a:lnTo>
                  <a:cubicBezTo>
                    <a:pt x="2899" y="694"/>
                    <a:pt x="2395" y="442"/>
                    <a:pt x="208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5"/>
            <p:cNvSpPr/>
            <p:nvPr/>
          </p:nvSpPr>
          <p:spPr>
            <a:xfrm>
              <a:off x="4678725" y="3962900"/>
              <a:ext cx="190650" cy="174100"/>
            </a:xfrm>
            <a:custGeom>
              <a:rect b="b" l="l" r="r" t="t"/>
              <a:pathLst>
                <a:path extrusionOk="0" h="6964" w="7626">
                  <a:moveTo>
                    <a:pt x="3813" y="1"/>
                  </a:moveTo>
                  <a:cubicBezTo>
                    <a:pt x="1734" y="1"/>
                    <a:pt x="1" y="1702"/>
                    <a:pt x="1" y="3813"/>
                  </a:cubicBezTo>
                  <a:lnTo>
                    <a:pt x="1" y="5955"/>
                  </a:lnTo>
                  <a:lnTo>
                    <a:pt x="64" y="5955"/>
                  </a:lnTo>
                  <a:cubicBezTo>
                    <a:pt x="64" y="6522"/>
                    <a:pt x="537" y="6964"/>
                    <a:pt x="1104" y="6964"/>
                  </a:cubicBezTo>
                  <a:lnTo>
                    <a:pt x="1104" y="3813"/>
                  </a:lnTo>
                  <a:cubicBezTo>
                    <a:pt x="1104" y="3624"/>
                    <a:pt x="1261" y="3467"/>
                    <a:pt x="1450" y="3467"/>
                  </a:cubicBezTo>
                  <a:lnTo>
                    <a:pt x="2458" y="3467"/>
                  </a:lnTo>
                  <a:cubicBezTo>
                    <a:pt x="3057" y="3467"/>
                    <a:pt x="3498" y="2994"/>
                    <a:pt x="3498" y="2427"/>
                  </a:cubicBezTo>
                  <a:lnTo>
                    <a:pt x="3498" y="1734"/>
                  </a:lnTo>
                  <a:cubicBezTo>
                    <a:pt x="3498" y="1545"/>
                    <a:pt x="3656" y="1387"/>
                    <a:pt x="3845" y="1387"/>
                  </a:cubicBezTo>
                  <a:cubicBezTo>
                    <a:pt x="4034" y="1387"/>
                    <a:pt x="4191" y="1545"/>
                    <a:pt x="4191" y="1734"/>
                  </a:cubicBezTo>
                  <a:lnTo>
                    <a:pt x="4191" y="2427"/>
                  </a:lnTo>
                  <a:cubicBezTo>
                    <a:pt x="4191" y="3025"/>
                    <a:pt x="4664" y="3467"/>
                    <a:pt x="5231" y="3467"/>
                  </a:cubicBezTo>
                  <a:lnTo>
                    <a:pt x="6239" y="3467"/>
                  </a:lnTo>
                  <a:cubicBezTo>
                    <a:pt x="6459" y="3467"/>
                    <a:pt x="6617" y="3624"/>
                    <a:pt x="6617" y="3813"/>
                  </a:cubicBezTo>
                  <a:lnTo>
                    <a:pt x="6617" y="6964"/>
                  </a:lnTo>
                  <a:cubicBezTo>
                    <a:pt x="7184" y="6964"/>
                    <a:pt x="7625" y="6491"/>
                    <a:pt x="7625" y="5955"/>
                  </a:cubicBezTo>
                  <a:lnTo>
                    <a:pt x="7625" y="3813"/>
                  </a:lnTo>
                  <a:cubicBezTo>
                    <a:pt x="7625" y="1734"/>
                    <a:pt x="5924" y="1"/>
                    <a:pt x="38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grpSp>
        <p:nvGrpSpPr>
          <p:cNvPr id="262" name="Google Shape;262;p16"/>
          <p:cNvGrpSpPr/>
          <p:nvPr/>
        </p:nvGrpSpPr>
        <p:grpSpPr>
          <a:xfrm>
            <a:off x="463385" y="2577268"/>
            <a:ext cx="2442946" cy="2322446"/>
            <a:chOff x="463409" y="2577369"/>
            <a:chExt cx="2130600" cy="1478700"/>
          </a:xfrm>
        </p:grpSpPr>
        <p:sp>
          <p:nvSpPr>
            <p:cNvPr id="263" name="Google Shape;263;p16"/>
            <p:cNvSpPr/>
            <p:nvPr/>
          </p:nvSpPr>
          <p:spPr>
            <a:xfrm>
              <a:off x="463409" y="2577369"/>
              <a:ext cx="2130600" cy="1478700"/>
            </a:xfrm>
            <a:prstGeom prst="roundRect">
              <a:avLst>
                <a:gd fmla="val 16667"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4" name="Google Shape;264;p16"/>
            <p:cNvGrpSpPr/>
            <p:nvPr/>
          </p:nvGrpSpPr>
          <p:grpSpPr>
            <a:xfrm>
              <a:off x="679198" y="2839219"/>
              <a:ext cx="1699023" cy="955000"/>
              <a:chOff x="592050" y="2398325"/>
              <a:chExt cx="1420825" cy="955000"/>
            </a:xfrm>
          </p:grpSpPr>
          <p:sp>
            <p:nvSpPr>
              <p:cNvPr id="265" name="Google Shape;265;p16"/>
              <p:cNvSpPr txBox="1"/>
              <p:nvPr/>
            </p:nvSpPr>
            <p:spPr>
              <a:xfrm>
                <a:off x="592075" y="2398325"/>
                <a:ext cx="1420800" cy="31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300">
                    <a:solidFill>
                      <a:schemeClr val="lt1"/>
                    </a:solidFill>
                    <a:latin typeface="Fira Sans Extra Condensed SemiBold"/>
                    <a:ea typeface="Fira Sans Extra Condensed SemiBold"/>
                    <a:cs typeface="Fira Sans Extra Condensed SemiBold"/>
                    <a:sym typeface="Fira Sans Extra Condensed SemiBold"/>
                  </a:rPr>
                  <a:t>Personal Values</a:t>
                </a:r>
                <a:endParaRPr sz="2300">
                  <a:solidFill>
                    <a:schemeClr val="lt1"/>
                  </a:solidFill>
                  <a:latin typeface="Fira Sans Extra Condensed SemiBold"/>
                  <a:ea typeface="Fira Sans Extra Condensed SemiBold"/>
                  <a:cs typeface="Fira Sans Extra Condensed SemiBold"/>
                  <a:sym typeface="Fira Sans Extra Condensed SemiBold"/>
                </a:endParaRPr>
              </a:p>
            </p:txBody>
          </p:sp>
          <p:sp>
            <p:nvSpPr>
              <p:cNvPr id="266" name="Google Shape;266;p16"/>
              <p:cNvSpPr txBox="1"/>
              <p:nvPr/>
            </p:nvSpPr>
            <p:spPr>
              <a:xfrm>
                <a:off x="592050" y="2714625"/>
                <a:ext cx="1420800" cy="6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lt1"/>
                    </a:solidFill>
                    <a:latin typeface="Roboto"/>
                    <a:ea typeface="Roboto"/>
                    <a:cs typeface="Roboto"/>
                    <a:sym typeface="Roboto"/>
                  </a:rPr>
                  <a:t>What a leader personally believes (e.g., creativity, responsibility).</a:t>
                </a:r>
                <a:endParaRPr sz="1600">
                  <a:solidFill>
                    <a:schemeClr val="lt1"/>
                  </a:solidFill>
                  <a:latin typeface="Roboto"/>
                  <a:ea typeface="Roboto"/>
                  <a:cs typeface="Roboto"/>
                  <a:sym typeface="Roboto"/>
                </a:endParaRPr>
              </a:p>
            </p:txBody>
          </p:sp>
        </p:grpSp>
      </p:grpSp>
      <p:grpSp>
        <p:nvGrpSpPr>
          <p:cNvPr id="267" name="Google Shape;267;p16"/>
          <p:cNvGrpSpPr/>
          <p:nvPr/>
        </p:nvGrpSpPr>
        <p:grpSpPr>
          <a:xfrm>
            <a:off x="3506302" y="2577512"/>
            <a:ext cx="2443043" cy="2322446"/>
            <a:chOff x="3506100" y="2577369"/>
            <a:chExt cx="2131800" cy="1478700"/>
          </a:xfrm>
        </p:grpSpPr>
        <p:sp>
          <p:nvSpPr>
            <p:cNvPr id="268" name="Google Shape;268;p16"/>
            <p:cNvSpPr/>
            <p:nvPr/>
          </p:nvSpPr>
          <p:spPr>
            <a:xfrm>
              <a:off x="3506100" y="2577369"/>
              <a:ext cx="2131800" cy="14787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9" name="Google Shape;269;p16"/>
            <p:cNvGrpSpPr/>
            <p:nvPr/>
          </p:nvGrpSpPr>
          <p:grpSpPr>
            <a:xfrm>
              <a:off x="3721575" y="2839225"/>
              <a:ext cx="1856702" cy="954989"/>
              <a:chOff x="3861520" y="2398327"/>
              <a:chExt cx="1551000" cy="954989"/>
            </a:xfrm>
          </p:grpSpPr>
          <p:sp>
            <p:nvSpPr>
              <p:cNvPr id="270" name="Google Shape;270;p16"/>
              <p:cNvSpPr txBox="1"/>
              <p:nvPr/>
            </p:nvSpPr>
            <p:spPr>
              <a:xfrm>
                <a:off x="3861520" y="2398327"/>
                <a:ext cx="1551000" cy="31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300">
                    <a:solidFill>
                      <a:schemeClr val="lt1"/>
                    </a:solidFill>
                    <a:latin typeface="Fira Sans Extra Condensed SemiBold"/>
                    <a:ea typeface="Fira Sans Extra Condensed SemiBold"/>
                    <a:cs typeface="Fira Sans Extra Condensed SemiBold"/>
                    <a:sym typeface="Fira Sans Extra Condensed SemiBold"/>
                  </a:rPr>
                  <a:t>National Culture</a:t>
                </a:r>
                <a:endParaRPr sz="2300">
                  <a:solidFill>
                    <a:schemeClr val="lt1"/>
                  </a:solidFill>
                  <a:latin typeface="Fira Sans Extra Condensed SemiBold"/>
                  <a:ea typeface="Fira Sans Extra Condensed SemiBold"/>
                  <a:cs typeface="Fira Sans Extra Condensed SemiBold"/>
                  <a:sym typeface="Fira Sans Extra Condensed SemiBold"/>
                </a:endParaRPr>
              </a:p>
            </p:txBody>
          </p:sp>
          <p:sp>
            <p:nvSpPr>
              <p:cNvPr id="271" name="Google Shape;271;p16"/>
              <p:cNvSpPr txBox="1"/>
              <p:nvPr/>
            </p:nvSpPr>
            <p:spPr>
              <a:xfrm>
                <a:off x="3861525" y="2714616"/>
                <a:ext cx="1420800" cy="6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lt1"/>
                    </a:solidFill>
                    <a:latin typeface="Roboto"/>
                    <a:ea typeface="Roboto"/>
                    <a:cs typeface="Roboto"/>
                    <a:sym typeface="Roboto"/>
                  </a:rPr>
                  <a:t>Shared behaviours of a country (e.g., tradition, openness).</a:t>
                </a:r>
                <a:endParaRPr sz="1600">
                  <a:solidFill>
                    <a:schemeClr val="lt1"/>
                  </a:solidFill>
                  <a:latin typeface="Roboto"/>
                  <a:ea typeface="Roboto"/>
                  <a:cs typeface="Roboto"/>
                  <a:sym typeface="Roboto"/>
                </a:endParaRPr>
              </a:p>
            </p:txBody>
          </p:sp>
        </p:grpSp>
      </p:grpSp>
      <p:grpSp>
        <p:nvGrpSpPr>
          <p:cNvPr id="272" name="Google Shape;272;p16"/>
          <p:cNvGrpSpPr/>
          <p:nvPr/>
        </p:nvGrpSpPr>
        <p:grpSpPr>
          <a:xfrm>
            <a:off x="6549987" y="2577318"/>
            <a:ext cx="2442946" cy="2322446"/>
            <a:chOff x="6549991" y="2577369"/>
            <a:chExt cx="2130600" cy="1478700"/>
          </a:xfrm>
        </p:grpSpPr>
        <p:sp>
          <p:nvSpPr>
            <p:cNvPr id="273" name="Google Shape;273;p16"/>
            <p:cNvSpPr/>
            <p:nvPr/>
          </p:nvSpPr>
          <p:spPr>
            <a:xfrm>
              <a:off x="6549991" y="2577369"/>
              <a:ext cx="2130600" cy="1478700"/>
            </a:xfrm>
            <a:prstGeom prst="roundRect">
              <a:avLst>
                <a:gd fmla="val 16667"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4" name="Google Shape;274;p16"/>
            <p:cNvGrpSpPr/>
            <p:nvPr/>
          </p:nvGrpSpPr>
          <p:grpSpPr>
            <a:xfrm>
              <a:off x="6685850" y="2839225"/>
              <a:ext cx="1913285" cy="954994"/>
              <a:chOff x="7064912" y="2398331"/>
              <a:chExt cx="1598400" cy="954994"/>
            </a:xfrm>
          </p:grpSpPr>
          <p:sp>
            <p:nvSpPr>
              <p:cNvPr id="275" name="Google Shape;275;p16"/>
              <p:cNvSpPr txBox="1"/>
              <p:nvPr/>
            </p:nvSpPr>
            <p:spPr>
              <a:xfrm>
                <a:off x="7064912" y="2398331"/>
                <a:ext cx="1598400" cy="31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300">
                    <a:solidFill>
                      <a:schemeClr val="lt1"/>
                    </a:solidFill>
                    <a:latin typeface="Fira Sans Extra Condensed SemiBold"/>
                    <a:ea typeface="Fira Sans Extra Condensed SemiBold"/>
                    <a:cs typeface="Fira Sans Extra Condensed SemiBold"/>
                    <a:sym typeface="Fira Sans Extra Condensed SemiBold"/>
                  </a:rPr>
                  <a:t>Leadership Style</a:t>
                </a:r>
                <a:endParaRPr sz="2300">
                  <a:solidFill>
                    <a:schemeClr val="lt1"/>
                  </a:solidFill>
                  <a:latin typeface="Fira Sans Extra Condensed SemiBold"/>
                  <a:ea typeface="Fira Sans Extra Condensed SemiBold"/>
                  <a:cs typeface="Fira Sans Extra Condensed SemiBold"/>
                  <a:sym typeface="Fira Sans Extra Condensed SemiBold"/>
                </a:endParaRPr>
              </a:p>
            </p:txBody>
          </p:sp>
          <p:sp>
            <p:nvSpPr>
              <p:cNvPr id="276" name="Google Shape;276;p16"/>
              <p:cNvSpPr txBox="1"/>
              <p:nvPr/>
            </p:nvSpPr>
            <p:spPr>
              <a:xfrm>
                <a:off x="7130975" y="2714625"/>
                <a:ext cx="1420800" cy="6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lt1"/>
                    </a:solidFill>
                    <a:latin typeface="Roboto"/>
                    <a:ea typeface="Roboto"/>
                    <a:cs typeface="Roboto"/>
                    <a:sym typeface="Roboto"/>
                  </a:rPr>
                  <a:t>How leaders act based on values and culture.</a:t>
                </a:r>
                <a:endParaRPr sz="1600">
                  <a:solidFill>
                    <a:schemeClr val="lt1"/>
                  </a:solidFill>
                  <a:latin typeface="Roboto"/>
                  <a:ea typeface="Roboto"/>
                  <a:cs typeface="Roboto"/>
                  <a:sym typeface="Roboto"/>
                </a:endParaRPr>
              </a:p>
            </p:txBody>
          </p:sp>
        </p:grpSp>
      </p:grpSp>
      <p:sp>
        <p:nvSpPr>
          <p:cNvPr id="277" name="Google Shape;277;p16"/>
          <p:cNvSpPr/>
          <p:nvPr/>
        </p:nvSpPr>
        <p:spPr>
          <a:xfrm>
            <a:off x="2863888" y="646900"/>
            <a:ext cx="3416100" cy="6984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2800">
                <a:solidFill>
                  <a:schemeClr val="dk1"/>
                </a:solidFill>
                <a:latin typeface="Fira Sans Extra Condensed SemiBold"/>
                <a:ea typeface="Fira Sans Extra Condensed SemiBold"/>
                <a:cs typeface="Fira Sans Extra Condensed SemiBold"/>
                <a:sym typeface="Fira Sans Extra Condensed SemiBold"/>
              </a:rPr>
              <a:t>Key Concepts</a:t>
            </a:r>
            <a:endParaRPr sz="1800">
              <a:solidFill>
                <a:schemeClr val="dk1"/>
              </a:solidFill>
              <a:latin typeface="Fira Sans Extra Condensed SemiBold"/>
              <a:ea typeface="Fira Sans Extra Condensed SemiBold"/>
              <a:cs typeface="Fira Sans Extra Condensed SemiBold"/>
              <a:sym typeface="Fira Sans Extra Condensed SemiBold"/>
            </a:endParaRPr>
          </a:p>
        </p:txBody>
      </p:sp>
      <p:sp>
        <p:nvSpPr>
          <p:cNvPr id="278" name="Google Shape;278;p16"/>
          <p:cNvSpPr/>
          <p:nvPr/>
        </p:nvSpPr>
        <p:spPr>
          <a:xfrm>
            <a:off x="1179509" y="1612194"/>
            <a:ext cx="698400" cy="69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6"/>
          <p:cNvSpPr/>
          <p:nvPr/>
        </p:nvSpPr>
        <p:spPr>
          <a:xfrm>
            <a:off x="4222739" y="1612194"/>
            <a:ext cx="698400" cy="69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6"/>
          <p:cNvSpPr/>
          <p:nvPr/>
        </p:nvSpPr>
        <p:spPr>
          <a:xfrm>
            <a:off x="7266091" y="1612194"/>
            <a:ext cx="698400" cy="6984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1" name="Google Shape;281;p16"/>
          <p:cNvGrpSpPr/>
          <p:nvPr/>
        </p:nvGrpSpPr>
        <p:grpSpPr>
          <a:xfrm>
            <a:off x="4395037" y="1785645"/>
            <a:ext cx="353802" cy="351497"/>
            <a:chOff x="580725" y="3617925"/>
            <a:chExt cx="299325" cy="297375"/>
          </a:xfrm>
        </p:grpSpPr>
        <p:sp>
          <p:nvSpPr>
            <p:cNvPr id="282" name="Google Shape;282;p16"/>
            <p:cNvSpPr/>
            <p:nvPr/>
          </p:nvSpPr>
          <p:spPr>
            <a:xfrm>
              <a:off x="609075" y="3662050"/>
              <a:ext cx="51225" cy="51200"/>
            </a:xfrm>
            <a:custGeom>
              <a:rect b="b" l="l" r="r" t="t"/>
              <a:pathLst>
                <a:path extrusionOk="0" h="2048" w="2049">
                  <a:moveTo>
                    <a:pt x="1041" y="0"/>
                  </a:moveTo>
                  <a:cubicBezTo>
                    <a:pt x="473" y="0"/>
                    <a:pt x="1" y="473"/>
                    <a:pt x="1" y="1040"/>
                  </a:cubicBezTo>
                  <a:cubicBezTo>
                    <a:pt x="1" y="1607"/>
                    <a:pt x="473" y="2048"/>
                    <a:pt x="1041" y="2048"/>
                  </a:cubicBezTo>
                  <a:cubicBezTo>
                    <a:pt x="1608" y="2048"/>
                    <a:pt x="2049" y="1607"/>
                    <a:pt x="2049" y="1040"/>
                  </a:cubicBezTo>
                  <a:cubicBezTo>
                    <a:pt x="2049" y="473"/>
                    <a:pt x="1608" y="0"/>
                    <a:pt x="104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6"/>
            <p:cNvSpPr/>
            <p:nvPr/>
          </p:nvSpPr>
          <p:spPr>
            <a:xfrm>
              <a:off x="668950" y="3617925"/>
              <a:ext cx="122875" cy="104475"/>
            </a:xfrm>
            <a:custGeom>
              <a:rect b="b" l="l" r="r" t="t"/>
              <a:pathLst>
                <a:path extrusionOk="0" h="4179" w="4915">
                  <a:moveTo>
                    <a:pt x="1040" y="1"/>
                  </a:moveTo>
                  <a:cubicBezTo>
                    <a:pt x="441" y="1"/>
                    <a:pt x="0" y="473"/>
                    <a:pt x="0" y="1072"/>
                  </a:cubicBezTo>
                  <a:lnTo>
                    <a:pt x="0" y="1797"/>
                  </a:lnTo>
                  <a:cubicBezTo>
                    <a:pt x="0" y="2364"/>
                    <a:pt x="473" y="2805"/>
                    <a:pt x="1040" y="2805"/>
                  </a:cubicBezTo>
                  <a:lnTo>
                    <a:pt x="2300" y="2805"/>
                  </a:lnTo>
                  <a:lnTo>
                    <a:pt x="3592" y="4097"/>
                  </a:lnTo>
                  <a:cubicBezTo>
                    <a:pt x="3672" y="4156"/>
                    <a:pt x="3764" y="4178"/>
                    <a:pt x="3853" y="4178"/>
                  </a:cubicBezTo>
                  <a:cubicBezTo>
                    <a:pt x="3905" y="4178"/>
                    <a:pt x="3955" y="4171"/>
                    <a:pt x="4001" y="4160"/>
                  </a:cubicBezTo>
                  <a:cubicBezTo>
                    <a:pt x="4127" y="4097"/>
                    <a:pt x="4190" y="3939"/>
                    <a:pt x="4190" y="3844"/>
                  </a:cubicBezTo>
                  <a:lnTo>
                    <a:pt x="4190" y="2742"/>
                  </a:lnTo>
                  <a:cubicBezTo>
                    <a:pt x="4600" y="2584"/>
                    <a:pt x="4915" y="2206"/>
                    <a:pt x="4915" y="1734"/>
                  </a:cubicBezTo>
                  <a:lnTo>
                    <a:pt x="4915" y="1072"/>
                  </a:lnTo>
                  <a:cubicBezTo>
                    <a:pt x="4915" y="473"/>
                    <a:pt x="4411" y="1"/>
                    <a:pt x="387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6"/>
            <p:cNvSpPr/>
            <p:nvPr/>
          </p:nvSpPr>
          <p:spPr>
            <a:xfrm>
              <a:off x="580725" y="3721900"/>
              <a:ext cx="141800" cy="192025"/>
            </a:xfrm>
            <a:custGeom>
              <a:rect b="b" l="l" r="r" t="t"/>
              <a:pathLst>
                <a:path extrusionOk="0" h="7681" w="5672">
                  <a:moveTo>
                    <a:pt x="3340" y="4506"/>
                  </a:moveTo>
                  <a:lnTo>
                    <a:pt x="3718" y="5577"/>
                  </a:lnTo>
                  <a:lnTo>
                    <a:pt x="1229" y="5577"/>
                  </a:lnTo>
                  <a:lnTo>
                    <a:pt x="1450" y="4600"/>
                  </a:lnTo>
                  <a:lnTo>
                    <a:pt x="1450" y="4506"/>
                  </a:lnTo>
                  <a:close/>
                  <a:moveTo>
                    <a:pt x="1450" y="1"/>
                  </a:moveTo>
                  <a:cubicBezTo>
                    <a:pt x="1135" y="1"/>
                    <a:pt x="883" y="221"/>
                    <a:pt x="788" y="505"/>
                  </a:cubicBezTo>
                  <a:lnTo>
                    <a:pt x="95" y="3624"/>
                  </a:lnTo>
                  <a:cubicBezTo>
                    <a:pt x="1" y="4096"/>
                    <a:pt x="316" y="4506"/>
                    <a:pt x="757" y="4506"/>
                  </a:cubicBezTo>
                  <a:lnTo>
                    <a:pt x="95" y="7247"/>
                  </a:lnTo>
                  <a:cubicBezTo>
                    <a:pt x="32" y="7436"/>
                    <a:pt x="158" y="7593"/>
                    <a:pt x="316" y="7656"/>
                  </a:cubicBezTo>
                  <a:cubicBezTo>
                    <a:pt x="350" y="7668"/>
                    <a:pt x="383" y="7673"/>
                    <a:pt x="415" y="7673"/>
                  </a:cubicBezTo>
                  <a:cubicBezTo>
                    <a:pt x="559" y="7673"/>
                    <a:pt x="679" y="7565"/>
                    <a:pt x="757" y="7436"/>
                  </a:cubicBezTo>
                  <a:lnTo>
                    <a:pt x="1040" y="6301"/>
                  </a:lnTo>
                  <a:lnTo>
                    <a:pt x="3939" y="6301"/>
                  </a:lnTo>
                  <a:lnTo>
                    <a:pt x="4254" y="7152"/>
                  </a:lnTo>
                  <a:cubicBezTo>
                    <a:pt x="4358" y="7492"/>
                    <a:pt x="4637" y="7680"/>
                    <a:pt x="4908" y="7680"/>
                  </a:cubicBezTo>
                  <a:cubicBezTo>
                    <a:pt x="4964" y="7680"/>
                    <a:pt x="5019" y="7672"/>
                    <a:pt x="5073" y="7656"/>
                  </a:cubicBezTo>
                  <a:cubicBezTo>
                    <a:pt x="5451" y="7593"/>
                    <a:pt x="5672" y="7184"/>
                    <a:pt x="5609" y="6837"/>
                  </a:cubicBezTo>
                  <a:lnTo>
                    <a:pt x="4569" y="3687"/>
                  </a:lnTo>
                  <a:cubicBezTo>
                    <a:pt x="4506" y="3372"/>
                    <a:pt x="4222" y="3183"/>
                    <a:pt x="3907" y="3183"/>
                  </a:cubicBezTo>
                  <a:lnTo>
                    <a:pt x="3183" y="3183"/>
                  </a:lnTo>
                  <a:cubicBezTo>
                    <a:pt x="2994" y="3183"/>
                    <a:pt x="2836" y="3025"/>
                    <a:pt x="2836" y="2836"/>
                  </a:cubicBezTo>
                  <a:cubicBezTo>
                    <a:pt x="2836" y="2615"/>
                    <a:pt x="2994" y="2458"/>
                    <a:pt x="3183" y="2458"/>
                  </a:cubicBezTo>
                  <a:lnTo>
                    <a:pt x="4222" y="2458"/>
                  </a:lnTo>
                  <a:cubicBezTo>
                    <a:pt x="4600" y="2458"/>
                    <a:pt x="4915" y="2143"/>
                    <a:pt x="4915" y="1765"/>
                  </a:cubicBezTo>
                  <a:cubicBezTo>
                    <a:pt x="4915" y="1355"/>
                    <a:pt x="4600" y="1040"/>
                    <a:pt x="4222" y="1040"/>
                  </a:cubicBezTo>
                  <a:lnTo>
                    <a:pt x="2332" y="1040"/>
                  </a:lnTo>
                  <a:lnTo>
                    <a:pt x="2080" y="379"/>
                  </a:lnTo>
                  <a:cubicBezTo>
                    <a:pt x="1985" y="158"/>
                    <a:pt x="1733" y="1"/>
                    <a:pt x="145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6"/>
            <p:cNvSpPr/>
            <p:nvPr/>
          </p:nvSpPr>
          <p:spPr>
            <a:xfrm>
              <a:off x="800475" y="3662050"/>
              <a:ext cx="51225" cy="51200"/>
            </a:xfrm>
            <a:custGeom>
              <a:rect b="b" l="l" r="r" t="t"/>
              <a:pathLst>
                <a:path extrusionOk="0" h="2048" w="2049">
                  <a:moveTo>
                    <a:pt x="1009" y="0"/>
                  </a:moveTo>
                  <a:cubicBezTo>
                    <a:pt x="442" y="0"/>
                    <a:pt x="1" y="473"/>
                    <a:pt x="1" y="1040"/>
                  </a:cubicBezTo>
                  <a:cubicBezTo>
                    <a:pt x="1" y="1607"/>
                    <a:pt x="442" y="2048"/>
                    <a:pt x="1009" y="2048"/>
                  </a:cubicBezTo>
                  <a:cubicBezTo>
                    <a:pt x="1576" y="2048"/>
                    <a:pt x="2048" y="1607"/>
                    <a:pt x="2048" y="1040"/>
                  </a:cubicBezTo>
                  <a:cubicBezTo>
                    <a:pt x="2048" y="473"/>
                    <a:pt x="1576" y="0"/>
                    <a:pt x="100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6"/>
            <p:cNvSpPr/>
            <p:nvPr/>
          </p:nvSpPr>
          <p:spPr>
            <a:xfrm>
              <a:off x="738250" y="3722700"/>
              <a:ext cx="141800" cy="192600"/>
            </a:xfrm>
            <a:custGeom>
              <a:rect b="b" l="l" r="r" t="t"/>
              <a:pathLst>
                <a:path extrusionOk="0" h="7704" w="5672">
                  <a:moveTo>
                    <a:pt x="4222" y="4474"/>
                  </a:moveTo>
                  <a:lnTo>
                    <a:pt x="4222" y="4568"/>
                  </a:lnTo>
                  <a:lnTo>
                    <a:pt x="4443" y="5545"/>
                  </a:lnTo>
                  <a:lnTo>
                    <a:pt x="1985" y="5545"/>
                  </a:lnTo>
                  <a:lnTo>
                    <a:pt x="2332" y="4474"/>
                  </a:lnTo>
                  <a:close/>
                  <a:moveTo>
                    <a:pt x="4222" y="0"/>
                  </a:moveTo>
                  <a:cubicBezTo>
                    <a:pt x="3939" y="0"/>
                    <a:pt x="3718" y="158"/>
                    <a:pt x="3592" y="378"/>
                  </a:cubicBezTo>
                  <a:lnTo>
                    <a:pt x="3340" y="1071"/>
                  </a:lnTo>
                  <a:lnTo>
                    <a:pt x="1450" y="1071"/>
                  </a:lnTo>
                  <a:cubicBezTo>
                    <a:pt x="1072" y="1071"/>
                    <a:pt x="757" y="1386"/>
                    <a:pt x="757" y="1764"/>
                  </a:cubicBezTo>
                  <a:cubicBezTo>
                    <a:pt x="757" y="2174"/>
                    <a:pt x="1072" y="2489"/>
                    <a:pt x="1450" y="2489"/>
                  </a:cubicBezTo>
                  <a:lnTo>
                    <a:pt x="2490" y="2489"/>
                  </a:lnTo>
                  <a:cubicBezTo>
                    <a:pt x="2679" y="2489"/>
                    <a:pt x="2836" y="2646"/>
                    <a:pt x="2836" y="2835"/>
                  </a:cubicBezTo>
                  <a:cubicBezTo>
                    <a:pt x="2836" y="3024"/>
                    <a:pt x="2679" y="3182"/>
                    <a:pt x="2490" y="3182"/>
                  </a:cubicBezTo>
                  <a:lnTo>
                    <a:pt x="1765" y="3182"/>
                  </a:lnTo>
                  <a:cubicBezTo>
                    <a:pt x="1450" y="3182"/>
                    <a:pt x="1198" y="3371"/>
                    <a:pt x="1103" y="3686"/>
                  </a:cubicBezTo>
                  <a:lnTo>
                    <a:pt x="95" y="6837"/>
                  </a:lnTo>
                  <a:cubicBezTo>
                    <a:pt x="1" y="7215"/>
                    <a:pt x="190" y="7593"/>
                    <a:pt x="599" y="7687"/>
                  </a:cubicBezTo>
                  <a:cubicBezTo>
                    <a:pt x="643" y="7696"/>
                    <a:pt x="690" y="7701"/>
                    <a:pt x="738" y="7701"/>
                  </a:cubicBezTo>
                  <a:cubicBezTo>
                    <a:pt x="1030" y="7701"/>
                    <a:pt x="1364" y="7531"/>
                    <a:pt x="1418" y="7152"/>
                  </a:cubicBezTo>
                  <a:lnTo>
                    <a:pt x="1733" y="6301"/>
                  </a:lnTo>
                  <a:lnTo>
                    <a:pt x="4632" y="6301"/>
                  </a:lnTo>
                  <a:lnTo>
                    <a:pt x="4915" y="7435"/>
                  </a:lnTo>
                  <a:cubicBezTo>
                    <a:pt x="4967" y="7591"/>
                    <a:pt x="5104" y="7704"/>
                    <a:pt x="5257" y="7704"/>
                  </a:cubicBezTo>
                  <a:cubicBezTo>
                    <a:pt x="5290" y="7704"/>
                    <a:pt x="5323" y="7698"/>
                    <a:pt x="5356" y="7687"/>
                  </a:cubicBezTo>
                  <a:cubicBezTo>
                    <a:pt x="5546" y="7624"/>
                    <a:pt x="5672" y="7435"/>
                    <a:pt x="5577" y="7246"/>
                  </a:cubicBezTo>
                  <a:lnTo>
                    <a:pt x="4915" y="4537"/>
                  </a:lnTo>
                  <a:cubicBezTo>
                    <a:pt x="5356" y="4474"/>
                    <a:pt x="5672" y="4064"/>
                    <a:pt x="5609" y="3623"/>
                  </a:cubicBezTo>
                  <a:lnTo>
                    <a:pt x="4884" y="504"/>
                  </a:lnTo>
                  <a:cubicBezTo>
                    <a:pt x="4821" y="189"/>
                    <a:pt x="4537" y="0"/>
                    <a:pt x="42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7" name="Google Shape;287;p16"/>
          <p:cNvGrpSpPr/>
          <p:nvPr/>
        </p:nvGrpSpPr>
        <p:grpSpPr>
          <a:xfrm>
            <a:off x="7439321" y="1786827"/>
            <a:ext cx="351940" cy="349133"/>
            <a:chOff x="1672375" y="3982600"/>
            <a:chExt cx="297750" cy="295375"/>
          </a:xfrm>
        </p:grpSpPr>
        <p:sp>
          <p:nvSpPr>
            <p:cNvPr id="288" name="Google Shape;288;p16"/>
            <p:cNvSpPr/>
            <p:nvPr/>
          </p:nvSpPr>
          <p:spPr>
            <a:xfrm>
              <a:off x="1796825" y="3982600"/>
              <a:ext cx="51225" cy="51225"/>
            </a:xfrm>
            <a:custGeom>
              <a:rect b="b" l="l" r="r" t="t"/>
              <a:pathLst>
                <a:path extrusionOk="0" h="2049" w="2049">
                  <a:moveTo>
                    <a:pt x="1008" y="1"/>
                  </a:moveTo>
                  <a:cubicBezTo>
                    <a:pt x="441" y="1"/>
                    <a:pt x="0" y="442"/>
                    <a:pt x="0" y="1009"/>
                  </a:cubicBezTo>
                  <a:cubicBezTo>
                    <a:pt x="0" y="1576"/>
                    <a:pt x="441" y="2048"/>
                    <a:pt x="1008" y="2048"/>
                  </a:cubicBezTo>
                  <a:cubicBezTo>
                    <a:pt x="1576" y="2048"/>
                    <a:pt x="2048" y="1576"/>
                    <a:pt x="2048" y="1009"/>
                  </a:cubicBezTo>
                  <a:cubicBezTo>
                    <a:pt x="2048" y="442"/>
                    <a:pt x="1576" y="1"/>
                    <a:pt x="100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6"/>
            <p:cNvSpPr/>
            <p:nvPr/>
          </p:nvSpPr>
          <p:spPr>
            <a:xfrm>
              <a:off x="1672375" y="4092075"/>
              <a:ext cx="297750" cy="185900"/>
            </a:xfrm>
            <a:custGeom>
              <a:rect b="b" l="l" r="r" t="t"/>
              <a:pathLst>
                <a:path extrusionOk="0" h="7436" w="11910">
                  <a:moveTo>
                    <a:pt x="3498" y="1"/>
                  </a:moveTo>
                  <a:cubicBezTo>
                    <a:pt x="2174" y="316"/>
                    <a:pt x="1418" y="820"/>
                    <a:pt x="1418" y="1482"/>
                  </a:cubicBezTo>
                  <a:cubicBezTo>
                    <a:pt x="1418" y="2112"/>
                    <a:pt x="2080" y="2553"/>
                    <a:pt x="3088" y="2868"/>
                  </a:cubicBezTo>
                  <a:lnTo>
                    <a:pt x="1891" y="5357"/>
                  </a:lnTo>
                  <a:lnTo>
                    <a:pt x="1765" y="5357"/>
                  </a:lnTo>
                  <a:cubicBezTo>
                    <a:pt x="788" y="5357"/>
                    <a:pt x="1" y="5766"/>
                    <a:pt x="1" y="6365"/>
                  </a:cubicBezTo>
                  <a:cubicBezTo>
                    <a:pt x="1" y="6963"/>
                    <a:pt x="757" y="7404"/>
                    <a:pt x="1765" y="7404"/>
                  </a:cubicBezTo>
                  <a:cubicBezTo>
                    <a:pt x="2804" y="7404"/>
                    <a:pt x="3498" y="6963"/>
                    <a:pt x="3498" y="6365"/>
                  </a:cubicBezTo>
                  <a:cubicBezTo>
                    <a:pt x="3498" y="5987"/>
                    <a:pt x="3151" y="5609"/>
                    <a:pt x="2615" y="5451"/>
                  </a:cubicBezTo>
                  <a:lnTo>
                    <a:pt x="3781" y="3025"/>
                  </a:lnTo>
                  <a:cubicBezTo>
                    <a:pt x="4348" y="3151"/>
                    <a:pt x="4978" y="3183"/>
                    <a:pt x="5608" y="3214"/>
                  </a:cubicBezTo>
                  <a:lnTo>
                    <a:pt x="5608" y="5388"/>
                  </a:lnTo>
                  <a:cubicBezTo>
                    <a:pt x="4758" y="5451"/>
                    <a:pt x="4222" y="5892"/>
                    <a:pt x="4222" y="6396"/>
                  </a:cubicBezTo>
                  <a:cubicBezTo>
                    <a:pt x="4222" y="6995"/>
                    <a:pt x="4978" y="7436"/>
                    <a:pt x="5955" y="7436"/>
                  </a:cubicBezTo>
                  <a:cubicBezTo>
                    <a:pt x="6932" y="7436"/>
                    <a:pt x="7688" y="6995"/>
                    <a:pt x="7688" y="6396"/>
                  </a:cubicBezTo>
                  <a:cubicBezTo>
                    <a:pt x="7688" y="5892"/>
                    <a:pt x="7089" y="5451"/>
                    <a:pt x="6302" y="5388"/>
                  </a:cubicBezTo>
                  <a:lnTo>
                    <a:pt x="6302" y="3214"/>
                  </a:lnTo>
                  <a:cubicBezTo>
                    <a:pt x="6932" y="3214"/>
                    <a:pt x="7562" y="3151"/>
                    <a:pt x="8129" y="3025"/>
                  </a:cubicBezTo>
                  <a:lnTo>
                    <a:pt x="9295" y="5451"/>
                  </a:lnTo>
                  <a:cubicBezTo>
                    <a:pt x="8759" y="5609"/>
                    <a:pt x="8381" y="5987"/>
                    <a:pt x="8381" y="6365"/>
                  </a:cubicBezTo>
                  <a:cubicBezTo>
                    <a:pt x="8381" y="6963"/>
                    <a:pt x="9137" y="7404"/>
                    <a:pt x="10114" y="7404"/>
                  </a:cubicBezTo>
                  <a:cubicBezTo>
                    <a:pt x="11122" y="7404"/>
                    <a:pt x="11909" y="6963"/>
                    <a:pt x="11909" y="6365"/>
                  </a:cubicBezTo>
                  <a:cubicBezTo>
                    <a:pt x="11909" y="5766"/>
                    <a:pt x="11122" y="5357"/>
                    <a:pt x="10145" y="5357"/>
                  </a:cubicBezTo>
                  <a:lnTo>
                    <a:pt x="10019" y="5357"/>
                  </a:lnTo>
                  <a:lnTo>
                    <a:pt x="8822" y="2868"/>
                  </a:lnTo>
                  <a:cubicBezTo>
                    <a:pt x="9830" y="2584"/>
                    <a:pt x="10492" y="2112"/>
                    <a:pt x="10492" y="1482"/>
                  </a:cubicBezTo>
                  <a:cubicBezTo>
                    <a:pt x="10492" y="820"/>
                    <a:pt x="9736" y="316"/>
                    <a:pt x="8381" y="1"/>
                  </a:cubicBezTo>
                  <a:lnTo>
                    <a:pt x="8381" y="64"/>
                  </a:lnTo>
                  <a:lnTo>
                    <a:pt x="8381" y="1450"/>
                  </a:lnTo>
                  <a:cubicBezTo>
                    <a:pt x="8381" y="1639"/>
                    <a:pt x="8223" y="1797"/>
                    <a:pt x="8034" y="1797"/>
                  </a:cubicBezTo>
                  <a:lnTo>
                    <a:pt x="3876" y="1797"/>
                  </a:lnTo>
                  <a:cubicBezTo>
                    <a:pt x="3655" y="1797"/>
                    <a:pt x="3498" y="1639"/>
                    <a:pt x="3498" y="1450"/>
                  </a:cubicBezTo>
                  <a:lnTo>
                    <a:pt x="3498" y="64"/>
                  </a:lnTo>
                  <a:lnTo>
                    <a:pt x="349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6"/>
            <p:cNvSpPr/>
            <p:nvPr/>
          </p:nvSpPr>
          <p:spPr>
            <a:xfrm>
              <a:off x="1778700" y="4051125"/>
              <a:ext cx="86675" cy="69325"/>
            </a:xfrm>
            <a:custGeom>
              <a:rect b="b" l="l" r="r" t="t"/>
              <a:pathLst>
                <a:path extrusionOk="0" h="2773" w="3467">
                  <a:moveTo>
                    <a:pt x="1733" y="1"/>
                  </a:moveTo>
                  <a:cubicBezTo>
                    <a:pt x="788" y="1"/>
                    <a:pt x="1" y="757"/>
                    <a:pt x="1" y="1733"/>
                  </a:cubicBezTo>
                  <a:lnTo>
                    <a:pt x="1" y="2773"/>
                  </a:lnTo>
                  <a:lnTo>
                    <a:pt x="3466" y="2773"/>
                  </a:lnTo>
                  <a:lnTo>
                    <a:pt x="3466" y="1733"/>
                  </a:lnTo>
                  <a:cubicBezTo>
                    <a:pt x="3466" y="788"/>
                    <a:pt x="2679" y="1"/>
                    <a:pt x="173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1" name="Google Shape;291;p16"/>
          <p:cNvGrpSpPr/>
          <p:nvPr/>
        </p:nvGrpSpPr>
        <p:grpSpPr>
          <a:xfrm>
            <a:off x="1353670" y="1786354"/>
            <a:ext cx="350079" cy="350079"/>
            <a:chOff x="2037825" y="3254050"/>
            <a:chExt cx="296175" cy="296175"/>
          </a:xfrm>
        </p:grpSpPr>
        <p:sp>
          <p:nvSpPr>
            <p:cNvPr id="292" name="Google Shape;292;p16"/>
            <p:cNvSpPr/>
            <p:nvPr/>
          </p:nvSpPr>
          <p:spPr>
            <a:xfrm>
              <a:off x="2063825" y="3254050"/>
              <a:ext cx="86675" cy="86675"/>
            </a:xfrm>
            <a:custGeom>
              <a:rect b="b" l="l" r="r" t="t"/>
              <a:pathLst>
                <a:path extrusionOk="0" h="3467" w="3467">
                  <a:moveTo>
                    <a:pt x="1733" y="1"/>
                  </a:moveTo>
                  <a:cubicBezTo>
                    <a:pt x="788" y="1"/>
                    <a:pt x="1" y="788"/>
                    <a:pt x="1" y="1733"/>
                  </a:cubicBezTo>
                  <a:cubicBezTo>
                    <a:pt x="1" y="2679"/>
                    <a:pt x="788" y="3466"/>
                    <a:pt x="1733" y="3466"/>
                  </a:cubicBezTo>
                  <a:cubicBezTo>
                    <a:pt x="2678" y="3466"/>
                    <a:pt x="3466" y="2679"/>
                    <a:pt x="3466" y="1733"/>
                  </a:cubicBezTo>
                  <a:cubicBezTo>
                    <a:pt x="3466" y="788"/>
                    <a:pt x="2678" y="1"/>
                    <a:pt x="173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6"/>
            <p:cNvSpPr/>
            <p:nvPr/>
          </p:nvSpPr>
          <p:spPr>
            <a:xfrm>
              <a:off x="2178025" y="3289500"/>
              <a:ext cx="104000" cy="67950"/>
            </a:xfrm>
            <a:custGeom>
              <a:rect b="b" l="l" r="r" t="t"/>
              <a:pathLst>
                <a:path extrusionOk="0" h="2718" w="4160">
                  <a:moveTo>
                    <a:pt x="347" y="0"/>
                  </a:moveTo>
                  <a:cubicBezTo>
                    <a:pt x="158" y="0"/>
                    <a:pt x="1" y="158"/>
                    <a:pt x="1" y="347"/>
                  </a:cubicBezTo>
                  <a:cubicBezTo>
                    <a:pt x="1" y="536"/>
                    <a:pt x="95" y="662"/>
                    <a:pt x="316" y="662"/>
                  </a:cubicBezTo>
                  <a:lnTo>
                    <a:pt x="2395" y="662"/>
                  </a:lnTo>
                  <a:cubicBezTo>
                    <a:pt x="2584" y="662"/>
                    <a:pt x="2742" y="820"/>
                    <a:pt x="2742" y="1009"/>
                  </a:cubicBezTo>
                  <a:lnTo>
                    <a:pt x="2742" y="1576"/>
                  </a:lnTo>
                  <a:lnTo>
                    <a:pt x="2616" y="1450"/>
                  </a:lnTo>
                  <a:cubicBezTo>
                    <a:pt x="2568" y="1387"/>
                    <a:pt x="2482" y="1355"/>
                    <a:pt x="2391" y="1355"/>
                  </a:cubicBezTo>
                  <a:cubicBezTo>
                    <a:pt x="2301" y="1355"/>
                    <a:pt x="2206" y="1387"/>
                    <a:pt x="2143" y="1450"/>
                  </a:cubicBezTo>
                  <a:cubicBezTo>
                    <a:pt x="2049" y="1576"/>
                    <a:pt x="2049" y="1796"/>
                    <a:pt x="2143" y="1922"/>
                  </a:cubicBezTo>
                  <a:lnTo>
                    <a:pt x="2868" y="2647"/>
                  </a:lnTo>
                  <a:cubicBezTo>
                    <a:pt x="2931" y="2694"/>
                    <a:pt x="3017" y="2718"/>
                    <a:pt x="3104" y="2718"/>
                  </a:cubicBezTo>
                  <a:cubicBezTo>
                    <a:pt x="3191" y="2718"/>
                    <a:pt x="3277" y="2694"/>
                    <a:pt x="3340" y="2647"/>
                  </a:cubicBezTo>
                  <a:lnTo>
                    <a:pt x="4033" y="1922"/>
                  </a:lnTo>
                  <a:cubicBezTo>
                    <a:pt x="4159" y="1796"/>
                    <a:pt x="4159" y="1576"/>
                    <a:pt x="4033" y="1450"/>
                  </a:cubicBezTo>
                  <a:cubicBezTo>
                    <a:pt x="3986" y="1387"/>
                    <a:pt x="3899" y="1355"/>
                    <a:pt x="3809" y="1355"/>
                  </a:cubicBezTo>
                  <a:cubicBezTo>
                    <a:pt x="3718" y="1355"/>
                    <a:pt x="3624" y="1387"/>
                    <a:pt x="3561" y="1450"/>
                  </a:cubicBezTo>
                  <a:lnTo>
                    <a:pt x="3466" y="1576"/>
                  </a:lnTo>
                  <a:lnTo>
                    <a:pt x="3466" y="1009"/>
                  </a:lnTo>
                  <a:cubicBezTo>
                    <a:pt x="3466" y="441"/>
                    <a:pt x="2994" y="0"/>
                    <a:pt x="242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6"/>
            <p:cNvSpPr/>
            <p:nvPr/>
          </p:nvSpPr>
          <p:spPr>
            <a:xfrm>
              <a:off x="2070125" y="3444225"/>
              <a:ext cx="106350" cy="69075"/>
            </a:xfrm>
            <a:custGeom>
              <a:rect b="b" l="l" r="r" t="t"/>
              <a:pathLst>
                <a:path extrusionOk="0" h="2763" w="4254">
                  <a:moveTo>
                    <a:pt x="1095" y="0"/>
                  </a:moveTo>
                  <a:cubicBezTo>
                    <a:pt x="1002" y="0"/>
                    <a:pt x="904" y="28"/>
                    <a:pt x="820" y="112"/>
                  </a:cubicBezTo>
                  <a:lnTo>
                    <a:pt x="127" y="805"/>
                  </a:lnTo>
                  <a:cubicBezTo>
                    <a:pt x="1" y="931"/>
                    <a:pt x="1" y="1184"/>
                    <a:pt x="127" y="1278"/>
                  </a:cubicBezTo>
                  <a:cubicBezTo>
                    <a:pt x="190" y="1341"/>
                    <a:pt x="276" y="1373"/>
                    <a:pt x="363" y="1373"/>
                  </a:cubicBezTo>
                  <a:cubicBezTo>
                    <a:pt x="449" y="1373"/>
                    <a:pt x="536" y="1341"/>
                    <a:pt x="599" y="1278"/>
                  </a:cubicBezTo>
                  <a:lnTo>
                    <a:pt x="725" y="1184"/>
                  </a:lnTo>
                  <a:lnTo>
                    <a:pt x="725" y="1719"/>
                  </a:lnTo>
                  <a:cubicBezTo>
                    <a:pt x="725" y="2318"/>
                    <a:pt x="1198" y="2759"/>
                    <a:pt x="1733" y="2759"/>
                  </a:cubicBezTo>
                  <a:lnTo>
                    <a:pt x="3813" y="2759"/>
                  </a:lnTo>
                  <a:cubicBezTo>
                    <a:pt x="3837" y="2761"/>
                    <a:pt x="3861" y="2763"/>
                    <a:pt x="3883" y="2763"/>
                  </a:cubicBezTo>
                  <a:cubicBezTo>
                    <a:pt x="4122" y="2763"/>
                    <a:pt x="4254" y="2616"/>
                    <a:pt x="4254" y="2444"/>
                  </a:cubicBezTo>
                  <a:cubicBezTo>
                    <a:pt x="4254" y="2223"/>
                    <a:pt x="4096" y="2066"/>
                    <a:pt x="3907" y="2066"/>
                  </a:cubicBezTo>
                  <a:lnTo>
                    <a:pt x="1828" y="2066"/>
                  </a:lnTo>
                  <a:cubicBezTo>
                    <a:pt x="1639" y="2066"/>
                    <a:pt x="1481" y="1908"/>
                    <a:pt x="1481" y="1719"/>
                  </a:cubicBezTo>
                  <a:lnTo>
                    <a:pt x="1481" y="1184"/>
                  </a:lnTo>
                  <a:lnTo>
                    <a:pt x="1576" y="1278"/>
                  </a:lnTo>
                  <a:cubicBezTo>
                    <a:pt x="1639" y="1341"/>
                    <a:pt x="1733" y="1373"/>
                    <a:pt x="1824" y="1373"/>
                  </a:cubicBezTo>
                  <a:cubicBezTo>
                    <a:pt x="1914" y="1373"/>
                    <a:pt x="2001" y="1341"/>
                    <a:pt x="2048" y="1278"/>
                  </a:cubicBezTo>
                  <a:cubicBezTo>
                    <a:pt x="2174" y="1184"/>
                    <a:pt x="2174" y="931"/>
                    <a:pt x="2048" y="805"/>
                  </a:cubicBezTo>
                  <a:lnTo>
                    <a:pt x="1355" y="112"/>
                  </a:lnTo>
                  <a:cubicBezTo>
                    <a:pt x="1292" y="81"/>
                    <a:pt x="1261" y="81"/>
                    <a:pt x="1229" y="18"/>
                  </a:cubicBezTo>
                  <a:cubicBezTo>
                    <a:pt x="1187" y="7"/>
                    <a:pt x="1142" y="0"/>
                    <a:pt x="109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6"/>
            <p:cNvSpPr/>
            <p:nvPr/>
          </p:nvSpPr>
          <p:spPr>
            <a:xfrm>
              <a:off x="2219775" y="3375350"/>
              <a:ext cx="89025" cy="85875"/>
            </a:xfrm>
            <a:custGeom>
              <a:rect b="b" l="l" r="r" t="t"/>
              <a:pathLst>
                <a:path extrusionOk="0" h="3435" w="3561">
                  <a:moveTo>
                    <a:pt x="1796" y="0"/>
                  </a:moveTo>
                  <a:cubicBezTo>
                    <a:pt x="788" y="0"/>
                    <a:pt x="0" y="788"/>
                    <a:pt x="0" y="1733"/>
                  </a:cubicBezTo>
                  <a:cubicBezTo>
                    <a:pt x="0" y="2647"/>
                    <a:pt x="788" y="3434"/>
                    <a:pt x="1796" y="3434"/>
                  </a:cubicBezTo>
                  <a:cubicBezTo>
                    <a:pt x="2741" y="3434"/>
                    <a:pt x="3561" y="2647"/>
                    <a:pt x="3561" y="1733"/>
                  </a:cubicBezTo>
                  <a:cubicBezTo>
                    <a:pt x="3561" y="788"/>
                    <a:pt x="2773" y="0"/>
                    <a:pt x="179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6"/>
            <p:cNvSpPr/>
            <p:nvPr/>
          </p:nvSpPr>
          <p:spPr>
            <a:xfrm>
              <a:off x="2037825" y="3339125"/>
              <a:ext cx="138650" cy="88225"/>
            </a:xfrm>
            <a:custGeom>
              <a:rect b="b" l="l" r="r" t="t"/>
              <a:pathLst>
                <a:path extrusionOk="0" h="3529" w="5546">
                  <a:moveTo>
                    <a:pt x="1072" y="0"/>
                  </a:moveTo>
                  <a:cubicBezTo>
                    <a:pt x="442" y="536"/>
                    <a:pt x="32" y="1292"/>
                    <a:pt x="32" y="2143"/>
                  </a:cubicBezTo>
                  <a:lnTo>
                    <a:pt x="32" y="3182"/>
                  </a:lnTo>
                  <a:cubicBezTo>
                    <a:pt x="1" y="3371"/>
                    <a:pt x="158" y="3529"/>
                    <a:pt x="347" y="3529"/>
                  </a:cubicBezTo>
                  <a:lnTo>
                    <a:pt x="5199" y="3529"/>
                  </a:lnTo>
                  <a:cubicBezTo>
                    <a:pt x="5388" y="3529"/>
                    <a:pt x="5546" y="3371"/>
                    <a:pt x="5546" y="3182"/>
                  </a:cubicBezTo>
                  <a:lnTo>
                    <a:pt x="5546" y="2143"/>
                  </a:lnTo>
                  <a:cubicBezTo>
                    <a:pt x="5546" y="1292"/>
                    <a:pt x="5168" y="536"/>
                    <a:pt x="4538" y="0"/>
                  </a:cubicBezTo>
                  <a:cubicBezTo>
                    <a:pt x="4096" y="473"/>
                    <a:pt x="3466" y="756"/>
                    <a:pt x="2805" y="756"/>
                  </a:cubicBezTo>
                  <a:cubicBezTo>
                    <a:pt x="2143" y="756"/>
                    <a:pt x="1513" y="504"/>
                    <a:pt x="107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6"/>
            <p:cNvSpPr/>
            <p:nvPr/>
          </p:nvSpPr>
          <p:spPr>
            <a:xfrm>
              <a:off x="2193775" y="3460400"/>
              <a:ext cx="140225" cy="89825"/>
            </a:xfrm>
            <a:custGeom>
              <a:rect b="b" l="l" r="r" t="t"/>
              <a:pathLst>
                <a:path extrusionOk="0" h="3593" w="5609">
                  <a:moveTo>
                    <a:pt x="1009" y="1"/>
                  </a:moveTo>
                  <a:cubicBezTo>
                    <a:pt x="379" y="537"/>
                    <a:pt x="1" y="1261"/>
                    <a:pt x="1" y="2143"/>
                  </a:cubicBezTo>
                  <a:lnTo>
                    <a:pt x="1" y="3246"/>
                  </a:lnTo>
                  <a:cubicBezTo>
                    <a:pt x="1" y="3435"/>
                    <a:pt x="158" y="3592"/>
                    <a:pt x="347" y="3592"/>
                  </a:cubicBezTo>
                  <a:lnTo>
                    <a:pt x="5262" y="3592"/>
                  </a:lnTo>
                  <a:cubicBezTo>
                    <a:pt x="5451" y="3592"/>
                    <a:pt x="5609" y="3435"/>
                    <a:pt x="5609" y="3246"/>
                  </a:cubicBezTo>
                  <a:lnTo>
                    <a:pt x="5609" y="2143"/>
                  </a:lnTo>
                  <a:cubicBezTo>
                    <a:pt x="5577" y="1261"/>
                    <a:pt x="5199" y="537"/>
                    <a:pt x="4569" y="1"/>
                  </a:cubicBezTo>
                  <a:cubicBezTo>
                    <a:pt x="4128" y="474"/>
                    <a:pt x="3498" y="757"/>
                    <a:pt x="2773" y="757"/>
                  </a:cubicBezTo>
                  <a:cubicBezTo>
                    <a:pt x="2080" y="757"/>
                    <a:pt x="1450" y="474"/>
                    <a:pt x="100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98" name="Google Shape;298;p16"/>
          <p:cNvCxnSpPr>
            <a:stCxn id="277" idx="1"/>
            <a:endCxn id="278" idx="6"/>
          </p:cNvCxnSpPr>
          <p:nvPr/>
        </p:nvCxnSpPr>
        <p:spPr>
          <a:xfrm flipH="1">
            <a:off x="1877788" y="996100"/>
            <a:ext cx="986100" cy="965400"/>
          </a:xfrm>
          <a:prstGeom prst="curvedConnector3">
            <a:avLst>
              <a:gd fmla="val 49994" name="adj1"/>
            </a:avLst>
          </a:prstGeom>
          <a:noFill/>
          <a:ln cap="flat" cmpd="sng" w="19050">
            <a:solidFill>
              <a:schemeClr val="dk1"/>
            </a:solidFill>
            <a:prstDash val="solid"/>
            <a:round/>
            <a:headEnd len="med" w="med" type="none"/>
            <a:tailEnd len="med" w="med" type="none"/>
          </a:ln>
        </p:spPr>
      </p:cxnSp>
      <p:cxnSp>
        <p:nvCxnSpPr>
          <p:cNvPr id="299" name="Google Shape;299;p16"/>
          <p:cNvCxnSpPr>
            <a:stCxn id="277" idx="3"/>
            <a:endCxn id="280" idx="2"/>
          </p:cNvCxnSpPr>
          <p:nvPr/>
        </p:nvCxnSpPr>
        <p:spPr>
          <a:xfrm>
            <a:off x="6279988" y="996100"/>
            <a:ext cx="986100" cy="965400"/>
          </a:xfrm>
          <a:prstGeom prst="curvedConnector3">
            <a:avLst>
              <a:gd fmla="val 50000" name="adj1"/>
            </a:avLst>
          </a:prstGeom>
          <a:noFill/>
          <a:ln cap="flat" cmpd="sng" w="19050">
            <a:solidFill>
              <a:schemeClr val="dk1"/>
            </a:solidFill>
            <a:prstDash val="solid"/>
            <a:round/>
            <a:headEnd len="med" w="med" type="none"/>
            <a:tailEnd len="med" w="med" type="none"/>
          </a:ln>
        </p:spPr>
      </p:cxnSp>
      <p:cxnSp>
        <p:nvCxnSpPr>
          <p:cNvPr id="300" name="Google Shape;300;p16"/>
          <p:cNvCxnSpPr>
            <a:stCxn id="277" idx="2"/>
            <a:endCxn id="279" idx="2"/>
          </p:cNvCxnSpPr>
          <p:nvPr/>
        </p:nvCxnSpPr>
        <p:spPr>
          <a:xfrm rot="5400000">
            <a:off x="4089238" y="1478800"/>
            <a:ext cx="616200" cy="349200"/>
          </a:xfrm>
          <a:prstGeom prst="curvedConnector4">
            <a:avLst>
              <a:gd fmla="val 21656" name="adj1"/>
              <a:gd fmla="val 168191" name="adj2"/>
            </a:avLst>
          </a:prstGeom>
          <a:noFill/>
          <a:ln cap="flat" cmpd="sng" w="19050">
            <a:solidFill>
              <a:schemeClr val="dk1"/>
            </a:solidFill>
            <a:prstDash val="solid"/>
            <a:round/>
            <a:headEnd len="med" w="med" type="none"/>
            <a:tailEnd len="med" w="med" type="none"/>
          </a:ln>
        </p:spPr>
      </p:cxnSp>
      <p:cxnSp>
        <p:nvCxnSpPr>
          <p:cNvPr id="301" name="Google Shape;301;p16"/>
          <p:cNvCxnSpPr>
            <a:stCxn id="278" idx="2"/>
            <a:endCxn id="263" idx="0"/>
          </p:cNvCxnSpPr>
          <p:nvPr/>
        </p:nvCxnSpPr>
        <p:spPr>
          <a:xfrm>
            <a:off x="1179509" y="1961394"/>
            <a:ext cx="505200" cy="615900"/>
          </a:xfrm>
          <a:prstGeom prst="curvedConnector4">
            <a:avLst>
              <a:gd fmla="val -47135" name="adj1"/>
              <a:gd fmla="val 78347" name="adj2"/>
            </a:avLst>
          </a:prstGeom>
          <a:noFill/>
          <a:ln cap="flat" cmpd="sng" w="19050">
            <a:solidFill>
              <a:schemeClr val="dk1"/>
            </a:solidFill>
            <a:prstDash val="solid"/>
            <a:round/>
            <a:headEnd len="med" w="med" type="none"/>
            <a:tailEnd len="med" w="med" type="none"/>
          </a:ln>
        </p:spPr>
      </p:cxnSp>
      <p:cxnSp>
        <p:nvCxnSpPr>
          <p:cNvPr id="302" name="Google Shape;302;p16"/>
          <p:cNvCxnSpPr>
            <a:stCxn id="280" idx="6"/>
            <a:endCxn id="273" idx="0"/>
          </p:cNvCxnSpPr>
          <p:nvPr/>
        </p:nvCxnSpPr>
        <p:spPr>
          <a:xfrm flipH="1">
            <a:off x="7771591" y="1961394"/>
            <a:ext cx="192900" cy="615900"/>
          </a:xfrm>
          <a:prstGeom prst="curvedConnector4">
            <a:avLst>
              <a:gd fmla="val -123445" name="adj1"/>
              <a:gd fmla="val 78351" name="adj2"/>
            </a:avLst>
          </a:prstGeom>
          <a:noFill/>
          <a:ln cap="flat" cmpd="sng" w="19050">
            <a:solidFill>
              <a:schemeClr val="dk1"/>
            </a:solidFill>
            <a:prstDash val="solid"/>
            <a:round/>
            <a:headEnd len="med" w="med" type="none"/>
            <a:tailEnd len="med" w="med" type="none"/>
          </a:ln>
        </p:spPr>
      </p:cxnSp>
      <p:cxnSp>
        <p:nvCxnSpPr>
          <p:cNvPr id="303" name="Google Shape;303;p16"/>
          <p:cNvCxnSpPr>
            <a:stCxn id="279" idx="6"/>
            <a:endCxn id="268" idx="0"/>
          </p:cNvCxnSpPr>
          <p:nvPr/>
        </p:nvCxnSpPr>
        <p:spPr>
          <a:xfrm flipH="1">
            <a:off x="4727939" y="1961394"/>
            <a:ext cx="193200" cy="616200"/>
          </a:xfrm>
          <a:prstGeom prst="curvedConnector4">
            <a:avLst>
              <a:gd fmla="val -123253" name="adj1"/>
              <a:gd fmla="val 78328" name="adj2"/>
            </a:avLst>
          </a:prstGeom>
          <a:noFill/>
          <a:ln cap="flat" cmpd="sng" w="19050">
            <a:solidFill>
              <a:schemeClr val="dk1"/>
            </a:solidFill>
            <a:prstDash val="solid"/>
            <a:round/>
            <a:headEnd len="med" w="med" type="none"/>
            <a:tailEnd len="med" w="med"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17"/>
          <p:cNvSpPr txBox="1"/>
          <p:nvPr>
            <p:ph type="title"/>
          </p:nvPr>
        </p:nvSpPr>
        <p:spPr>
          <a:xfrm>
            <a:off x="453600" y="-111125"/>
            <a:ext cx="82368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000"/>
              <a:t>Research Methodology</a:t>
            </a:r>
            <a:endParaRPr sz="3000"/>
          </a:p>
        </p:txBody>
      </p:sp>
      <p:grpSp>
        <p:nvGrpSpPr>
          <p:cNvPr id="309" name="Google Shape;309;p17"/>
          <p:cNvGrpSpPr/>
          <p:nvPr/>
        </p:nvGrpSpPr>
        <p:grpSpPr>
          <a:xfrm>
            <a:off x="419200" y="544800"/>
            <a:ext cx="2323200" cy="2082600"/>
            <a:chOff x="419200" y="544800"/>
            <a:chExt cx="2323200" cy="2082600"/>
          </a:xfrm>
        </p:grpSpPr>
        <p:sp>
          <p:nvSpPr>
            <p:cNvPr id="310" name="Google Shape;310;p17"/>
            <p:cNvSpPr/>
            <p:nvPr/>
          </p:nvSpPr>
          <p:spPr>
            <a:xfrm>
              <a:off x="419200" y="544800"/>
              <a:ext cx="2323200" cy="433500"/>
            </a:xfrm>
            <a:prstGeom prst="roundRect">
              <a:avLst>
                <a:gd fmla="val 50000" name="adj"/>
              </a:avLst>
            </a:prstGeom>
            <a:solidFill>
              <a:srgbClr val="D9E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Roboto SemiBold"/>
                  <a:ea typeface="Roboto SemiBold"/>
                  <a:cs typeface="Roboto SemiBold"/>
                  <a:sym typeface="Roboto SemiBold"/>
                </a:rPr>
                <a:t>Research Objective</a:t>
              </a:r>
              <a:endParaRPr sz="1800">
                <a:solidFill>
                  <a:schemeClr val="dk1"/>
                </a:solidFill>
                <a:latin typeface="Roboto SemiBold"/>
                <a:ea typeface="Roboto SemiBold"/>
                <a:cs typeface="Roboto SemiBold"/>
                <a:sym typeface="Roboto SemiBold"/>
              </a:endParaRPr>
            </a:p>
          </p:txBody>
        </p:sp>
        <p:sp>
          <p:nvSpPr>
            <p:cNvPr id="311" name="Google Shape;311;p17"/>
            <p:cNvSpPr txBox="1"/>
            <p:nvPr/>
          </p:nvSpPr>
          <p:spPr>
            <a:xfrm>
              <a:off x="419200" y="978300"/>
              <a:ext cx="2323200" cy="1649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1. The study </a:t>
              </a:r>
              <a:r>
                <a:rPr b="1" lang="en" sz="1200">
                  <a:solidFill>
                    <a:schemeClr val="dk1"/>
                  </a:solidFill>
                  <a:latin typeface="Roboto"/>
                  <a:ea typeface="Roboto"/>
                  <a:cs typeface="Roboto"/>
                  <a:sym typeface="Roboto"/>
                </a:rPr>
                <a:t>analyzes leadership effectiveness</a:t>
              </a:r>
              <a:r>
                <a:rPr lang="en" sz="1200">
                  <a:solidFill>
                    <a:schemeClr val="dk1"/>
                  </a:solidFill>
                  <a:latin typeface="Roboto"/>
                  <a:ea typeface="Roboto"/>
                  <a:cs typeface="Roboto"/>
                  <a:sym typeface="Roboto"/>
                </a:rPr>
                <a:t> based on </a:t>
              </a:r>
              <a:r>
                <a:rPr b="1" lang="en" sz="1200">
                  <a:solidFill>
                    <a:schemeClr val="dk1"/>
                  </a:solidFill>
                  <a:latin typeface="Roboto"/>
                  <a:ea typeface="Roboto"/>
                  <a:cs typeface="Roboto"/>
                  <a:sym typeface="Roboto"/>
                </a:rPr>
                <a:t>personal values vs. cultural values</a:t>
              </a:r>
              <a:r>
                <a:rPr lang="en" sz="1200">
                  <a:solidFill>
                    <a:schemeClr val="dk1"/>
                  </a:solidFill>
                  <a:latin typeface="Roboto"/>
                  <a:ea typeface="Roboto"/>
                  <a:cs typeface="Roboto"/>
                  <a:sym typeface="Roboto"/>
                </a:rPr>
                <a:t>.</a:t>
              </a:r>
              <a:endParaRPr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2. It explores whether </a:t>
              </a:r>
              <a:r>
                <a:rPr b="1" lang="en" sz="1200">
                  <a:solidFill>
                    <a:schemeClr val="dk1"/>
                  </a:solidFill>
                  <a:latin typeface="Roboto"/>
                  <a:ea typeface="Roboto"/>
                  <a:cs typeface="Roboto"/>
                  <a:sym typeface="Roboto"/>
                </a:rPr>
                <a:t>leaders succeed because of their own beliefs or because they align with their national culture</a:t>
              </a:r>
              <a:r>
                <a:rPr lang="en" sz="1200">
                  <a:solidFill>
                    <a:schemeClr val="dk1"/>
                  </a:solidFill>
                  <a:latin typeface="Roboto"/>
                  <a:ea typeface="Roboto"/>
                  <a:cs typeface="Roboto"/>
                  <a:sym typeface="Roboto"/>
                </a:rPr>
                <a:t>.</a:t>
              </a:r>
              <a:endParaRPr sz="1200">
                <a:solidFill>
                  <a:schemeClr val="dk1"/>
                </a:solidFill>
                <a:latin typeface="Roboto"/>
                <a:ea typeface="Roboto"/>
                <a:cs typeface="Roboto"/>
                <a:sym typeface="Roboto"/>
              </a:endParaRPr>
            </a:p>
          </p:txBody>
        </p:sp>
      </p:grpSp>
      <p:grpSp>
        <p:nvGrpSpPr>
          <p:cNvPr id="312" name="Google Shape;312;p17"/>
          <p:cNvGrpSpPr/>
          <p:nvPr/>
        </p:nvGrpSpPr>
        <p:grpSpPr>
          <a:xfrm>
            <a:off x="384850" y="2627400"/>
            <a:ext cx="2391900" cy="2391050"/>
            <a:chOff x="384850" y="2627400"/>
            <a:chExt cx="2391900" cy="2391050"/>
          </a:xfrm>
        </p:grpSpPr>
        <p:sp>
          <p:nvSpPr>
            <p:cNvPr id="313" name="Google Shape;313;p17"/>
            <p:cNvSpPr/>
            <p:nvPr/>
          </p:nvSpPr>
          <p:spPr>
            <a:xfrm>
              <a:off x="437225" y="2627400"/>
              <a:ext cx="2179500" cy="399600"/>
            </a:xfrm>
            <a:prstGeom prst="roundRect">
              <a:avLst>
                <a:gd fmla="val 50000" name="adj"/>
              </a:avLst>
            </a:prstGeom>
            <a:solidFill>
              <a:srgbClr val="ABD3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Roboto SemiBold"/>
                  <a:ea typeface="Roboto SemiBold"/>
                  <a:cs typeface="Roboto SemiBold"/>
                  <a:sym typeface="Roboto SemiBold"/>
                </a:rPr>
                <a:t>Data Collection</a:t>
              </a:r>
              <a:endParaRPr sz="1800">
                <a:solidFill>
                  <a:schemeClr val="dk1"/>
                </a:solidFill>
                <a:latin typeface="Roboto SemiBold"/>
                <a:ea typeface="Roboto SemiBold"/>
                <a:cs typeface="Roboto SemiBold"/>
                <a:sym typeface="Roboto SemiBold"/>
              </a:endParaRPr>
            </a:p>
          </p:txBody>
        </p:sp>
        <p:sp>
          <p:nvSpPr>
            <p:cNvPr id="314" name="Google Shape;314;p17"/>
            <p:cNvSpPr txBox="1"/>
            <p:nvPr/>
          </p:nvSpPr>
          <p:spPr>
            <a:xfrm>
              <a:off x="384850" y="3044150"/>
              <a:ext cx="2391900" cy="1974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n" sz="1100">
                  <a:solidFill>
                    <a:schemeClr val="dk1"/>
                  </a:solidFill>
                  <a:latin typeface="Roboto"/>
                  <a:ea typeface="Roboto"/>
                  <a:cs typeface="Roboto"/>
                  <a:sym typeface="Roboto"/>
                </a:rPr>
                <a:t>1.</a:t>
              </a:r>
              <a:r>
                <a:rPr b="1" lang="en" sz="1100">
                  <a:solidFill>
                    <a:schemeClr val="dk1"/>
                  </a:solidFill>
                  <a:latin typeface="Roboto"/>
                  <a:ea typeface="Roboto"/>
                  <a:cs typeface="Roboto"/>
                  <a:sym typeface="Roboto"/>
                </a:rPr>
                <a:t> 159 companies</a:t>
              </a:r>
              <a:r>
                <a:rPr lang="en" sz="1100">
                  <a:solidFill>
                    <a:schemeClr val="dk1"/>
                  </a:solidFill>
                  <a:latin typeface="Roboto"/>
                  <a:ea typeface="Roboto"/>
                  <a:cs typeface="Roboto"/>
                  <a:sym typeface="Roboto"/>
                </a:rPr>
                <a:t> were studied from </a:t>
              </a:r>
              <a:r>
                <a:rPr b="1" lang="en" sz="1100">
                  <a:solidFill>
                    <a:schemeClr val="dk1"/>
                  </a:solidFill>
                  <a:latin typeface="Roboto"/>
                  <a:ea typeface="Roboto"/>
                  <a:cs typeface="Roboto"/>
                  <a:sym typeface="Roboto"/>
                </a:rPr>
                <a:t>Denmark, Finland, and Ireland</a:t>
              </a:r>
              <a:r>
                <a:rPr lang="en" sz="1100">
                  <a:solidFill>
                    <a:schemeClr val="dk1"/>
                  </a:solidFill>
                  <a:latin typeface="Roboto"/>
                  <a:ea typeface="Roboto"/>
                  <a:cs typeface="Roboto"/>
                  <a:sym typeface="Roboto"/>
                </a:rPr>
                <a:t>.</a:t>
              </a:r>
              <a:endParaRPr sz="1100">
                <a:solidFill>
                  <a:schemeClr val="dk1"/>
                </a:solidFill>
                <a:latin typeface="Roboto"/>
                <a:ea typeface="Roboto"/>
                <a:cs typeface="Roboto"/>
                <a:sym typeface="Roboto"/>
              </a:endParaRPr>
            </a:p>
            <a:p>
              <a:pPr indent="0" lvl="0" marL="0" rtl="0" algn="l">
                <a:spcBef>
                  <a:spcPts val="0"/>
                </a:spcBef>
                <a:spcAft>
                  <a:spcPts val="0"/>
                </a:spcAft>
                <a:buClr>
                  <a:srgbClr val="000000"/>
                </a:buClr>
                <a:buSzPts val="1100"/>
                <a:buFont typeface="Arial"/>
                <a:buNone/>
              </a:pPr>
              <a:r>
                <a:rPr lang="en" sz="1100">
                  <a:solidFill>
                    <a:schemeClr val="dk1"/>
                  </a:solidFill>
                  <a:latin typeface="Roboto"/>
                  <a:ea typeface="Roboto"/>
                  <a:cs typeface="Roboto"/>
                  <a:sym typeface="Roboto"/>
                </a:rPr>
                <a:t>2. Data was collected from </a:t>
              </a:r>
              <a:r>
                <a:rPr b="1" lang="en" sz="1100">
                  <a:solidFill>
                    <a:schemeClr val="dk1"/>
                  </a:solidFill>
                  <a:latin typeface="Roboto"/>
                  <a:ea typeface="Roboto"/>
                  <a:cs typeface="Roboto"/>
                  <a:sym typeface="Roboto"/>
                </a:rPr>
                <a:t>CEOs </a:t>
              </a:r>
              <a:r>
                <a:rPr lang="en" sz="1100">
                  <a:solidFill>
                    <a:schemeClr val="dk1"/>
                  </a:solidFill>
                  <a:latin typeface="Roboto"/>
                  <a:ea typeface="Roboto"/>
                  <a:cs typeface="Roboto"/>
                  <a:sym typeface="Roboto"/>
                </a:rPr>
                <a:t>and </a:t>
              </a:r>
              <a:r>
                <a:rPr b="1" lang="en" sz="1100">
                  <a:solidFill>
                    <a:schemeClr val="dk1"/>
                  </a:solidFill>
                  <a:latin typeface="Roboto"/>
                  <a:ea typeface="Roboto"/>
                  <a:cs typeface="Roboto"/>
                  <a:sym typeface="Roboto"/>
                </a:rPr>
                <a:t>top managers</a:t>
              </a:r>
              <a:r>
                <a:rPr lang="en" sz="1100">
                  <a:solidFill>
                    <a:schemeClr val="dk1"/>
                  </a:solidFill>
                  <a:latin typeface="Roboto"/>
                  <a:ea typeface="Roboto"/>
                  <a:cs typeface="Roboto"/>
                  <a:sym typeface="Roboto"/>
                </a:rPr>
                <a:t> across different industries.</a:t>
              </a:r>
              <a:endParaRPr sz="1100">
                <a:solidFill>
                  <a:schemeClr val="dk1"/>
                </a:solidFill>
                <a:latin typeface="Roboto"/>
                <a:ea typeface="Roboto"/>
                <a:cs typeface="Roboto"/>
                <a:sym typeface="Roboto"/>
              </a:endParaRPr>
            </a:p>
            <a:p>
              <a:pPr indent="0" lvl="0" marL="0" rtl="0" algn="l">
                <a:spcBef>
                  <a:spcPts val="0"/>
                </a:spcBef>
                <a:spcAft>
                  <a:spcPts val="0"/>
                </a:spcAft>
                <a:buClr>
                  <a:srgbClr val="000000"/>
                </a:buClr>
                <a:buSzPts val="1100"/>
                <a:buFont typeface="Arial"/>
                <a:buNone/>
              </a:pPr>
              <a:r>
                <a:rPr lang="en" sz="1100">
                  <a:solidFill>
                    <a:schemeClr val="dk1"/>
                  </a:solidFill>
                  <a:latin typeface="Roboto"/>
                  <a:ea typeface="Roboto"/>
                  <a:cs typeface="Roboto"/>
                  <a:sym typeface="Roboto"/>
                </a:rPr>
                <a:t>3. These countries were selected because they are </a:t>
              </a:r>
              <a:r>
                <a:rPr b="1" lang="en" sz="1100">
                  <a:solidFill>
                    <a:schemeClr val="dk1"/>
                  </a:solidFill>
                  <a:latin typeface="Roboto"/>
                  <a:ea typeface="Roboto"/>
                  <a:cs typeface="Roboto"/>
                  <a:sym typeface="Roboto"/>
                </a:rPr>
                <a:t>economically competitive but have different leadership styles</a:t>
              </a:r>
              <a:r>
                <a:rPr lang="en" sz="1100">
                  <a:solidFill>
                    <a:schemeClr val="dk1"/>
                  </a:solidFill>
                  <a:latin typeface="Roboto"/>
                  <a:ea typeface="Roboto"/>
                  <a:cs typeface="Roboto"/>
                  <a:sym typeface="Roboto"/>
                </a:rPr>
                <a:t>.</a:t>
              </a:r>
              <a:endParaRPr sz="1100">
                <a:solidFill>
                  <a:schemeClr val="dk1"/>
                </a:solidFill>
                <a:latin typeface="Roboto"/>
                <a:ea typeface="Roboto"/>
                <a:cs typeface="Roboto"/>
                <a:sym typeface="Roboto"/>
              </a:endParaRPr>
            </a:p>
            <a:p>
              <a:pPr indent="0" lvl="0" marL="0" rtl="0" algn="l">
                <a:spcBef>
                  <a:spcPts val="0"/>
                </a:spcBef>
                <a:spcAft>
                  <a:spcPts val="0"/>
                </a:spcAft>
                <a:buClr>
                  <a:srgbClr val="000000"/>
                </a:buClr>
                <a:buSzPts val="1100"/>
                <a:buFont typeface="Arial"/>
                <a:buNone/>
              </a:pPr>
              <a:r>
                <a:t/>
              </a:r>
              <a:endParaRPr sz="1000">
                <a:solidFill>
                  <a:schemeClr val="dk1"/>
                </a:solidFill>
                <a:latin typeface="Roboto"/>
                <a:ea typeface="Roboto"/>
                <a:cs typeface="Roboto"/>
                <a:sym typeface="Roboto"/>
              </a:endParaRPr>
            </a:p>
          </p:txBody>
        </p:sp>
      </p:grpSp>
      <p:grpSp>
        <p:nvGrpSpPr>
          <p:cNvPr id="315" name="Google Shape;315;p17"/>
          <p:cNvGrpSpPr/>
          <p:nvPr/>
        </p:nvGrpSpPr>
        <p:grpSpPr>
          <a:xfrm>
            <a:off x="2916975" y="2835637"/>
            <a:ext cx="2963400" cy="2016038"/>
            <a:chOff x="2916975" y="2835637"/>
            <a:chExt cx="2963400" cy="2016038"/>
          </a:xfrm>
        </p:grpSpPr>
        <p:sp>
          <p:nvSpPr>
            <p:cNvPr id="316" name="Google Shape;316;p17"/>
            <p:cNvSpPr/>
            <p:nvPr/>
          </p:nvSpPr>
          <p:spPr>
            <a:xfrm>
              <a:off x="2916975" y="2835637"/>
              <a:ext cx="2963400" cy="335748"/>
            </a:xfrm>
            <a:prstGeom prst="roundRect">
              <a:avLst>
                <a:gd fmla="val 50000" name="adj"/>
              </a:avLst>
            </a:prstGeom>
            <a:solidFill>
              <a:srgbClr val="74B1F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Roboto SemiBold"/>
                  <a:ea typeface="Roboto SemiBold"/>
                  <a:cs typeface="Roboto SemiBold"/>
                  <a:sym typeface="Roboto SemiBold"/>
                </a:rPr>
                <a:t>Data Analysis Methods</a:t>
              </a:r>
              <a:endParaRPr sz="1800">
                <a:solidFill>
                  <a:schemeClr val="dk1"/>
                </a:solidFill>
                <a:latin typeface="Roboto SemiBold"/>
                <a:ea typeface="Roboto SemiBold"/>
                <a:cs typeface="Roboto SemiBold"/>
                <a:sym typeface="Roboto SemiBold"/>
              </a:endParaRPr>
            </a:p>
          </p:txBody>
        </p:sp>
        <p:sp>
          <p:nvSpPr>
            <p:cNvPr id="317" name="Google Shape;317;p17"/>
            <p:cNvSpPr txBox="1"/>
            <p:nvPr/>
          </p:nvSpPr>
          <p:spPr>
            <a:xfrm>
              <a:off x="3087975" y="3289875"/>
              <a:ext cx="2792400" cy="1561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1.</a:t>
              </a:r>
              <a:r>
                <a:rPr b="1" lang="en" sz="1200">
                  <a:solidFill>
                    <a:schemeClr val="dk1"/>
                  </a:solidFill>
                  <a:latin typeface="Roboto"/>
                  <a:ea typeface="Roboto"/>
                  <a:cs typeface="Roboto"/>
                  <a:sym typeface="Roboto"/>
                </a:rPr>
                <a:t> Schwartz’s Value Theory</a:t>
              </a:r>
              <a:r>
                <a:rPr lang="en" sz="1200">
                  <a:solidFill>
                    <a:schemeClr val="dk1"/>
                  </a:solidFill>
                  <a:latin typeface="Roboto"/>
                  <a:ea typeface="Roboto"/>
                  <a:cs typeface="Roboto"/>
                  <a:sym typeface="Roboto"/>
                </a:rPr>
                <a:t> was used to categorise personal and cultural values.</a:t>
              </a:r>
              <a:endParaRPr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2.</a:t>
              </a:r>
              <a:r>
                <a:rPr b="1" lang="en" sz="1200">
                  <a:solidFill>
                    <a:schemeClr val="dk1"/>
                  </a:solidFill>
                  <a:latin typeface="Roboto"/>
                  <a:ea typeface="Roboto"/>
                  <a:cs typeface="Roboto"/>
                  <a:sym typeface="Roboto"/>
                </a:rPr>
                <a:t> Statistical comparisons</a:t>
              </a:r>
              <a:r>
                <a:rPr lang="en" sz="1200">
                  <a:solidFill>
                    <a:schemeClr val="dk1"/>
                  </a:solidFill>
                  <a:latin typeface="Roboto"/>
                  <a:ea typeface="Roboto"/>
                  <a:cs typeface="Roboto"/>
                  <a:sym typeface="Roboto"/>
                </a:rPr>
                <a:t> were made to see which values had a stronger impact on leadership success.</a:t>
              </a:r>
              <a:endParaRPr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3. Leadership effectiveness was analysed </a:t>
              </a:r>
              <a:r>
                <a:rPr b="1" lang="en" sz="1200">
                  <a:solidFill>
                    <a:schemeClr val="dk1"/>
                  </a:solidFill>
                  <a:latin typeface="Roboto"/>
                  <a:ea typeface="Roboto"/>
                  <a:cs typeface="Roboto"/>
                  <a:sym typeface="Roboto"/>
                </a:rPr>
                <a:t>based on company performance metrics</a:t>
              </a:r>
              <a:r>
                <a:rPr lang="en" sz="1200">
                  <a:solidFill>
                    <a:schemeClr val="dk1"/>
                  </a:solidFill>
                  <a:latin typeface="Roboto"/>
                  <a:ea typeface="Roboto"/>
                  <a:cs typeface="Roboto"/>
                  <a:sym typeface="Roboto"/>
                </a:rPr>
                <a:t>.</a:t>
              </a:r>
              <a:endParaRPr sz="1200">
                <a:solidFill>
                  <a:schemeClr val="dk1"/>
                </a:solidFill>
                <a:latin typeface="Roboto"/>
                <a:ea typeface="Roboto"/>
                <a:cs typeface="Roboto"/>
                <a:sym typeface="Roboto"/>
              </a:endParaRPr>
            </a:p>
          </p:txBody>
        </p:sp>
      </p:grpSp>
      <p:grpSp>
        <p:nvGrpSpPr>
          <p:cNvPr id="318" name="Google Shape;318;p17"/>
          <p:cNvGrpSpPr/>
          <p:nvPr/>
        </p:nvGrpSpPr>
        <p:grpSpPr>
          <a:xfrm>
            <a:off x="2864100" y="461575"/>
            <a:ext cx="3620400" cy="2342975"/>
            <a:chOff x="2864100" y="461575"/>
            <a:chExt cx="3620400" cy="2342975"/>
          </a:xfrm>
        </p:grpSpPr>
        <p:sp>
          <p:nvSpPr>
            <p:cNvPr id="319" name="Google Shape;319;p17"/>
            <p:cNvSpPr/>
            <p:nvPr/>
          </p:nvSpPr>
          <p:spPr>
            <a:xfrm>
              <a:off x="2964825" y="461575"/>
              <a:ext cx="3131700" cy="572700"/>
            </a:xfrm>
            <a:prstGeom prst="roundRect">
              <a:avLst>
                <a:gd fmla="val 50000" name="adj"/>
              </a:avLst>
            </a:prstGeom>
            <a:solidFill>
              <a:srgbClr val="3377D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latin typeface="Roboto SemiBold"/>
                  <a:ea typeface="Roboto SemiBold"/>
                  <a:cs typeface="Roboto SemiBold"/>
                  <a:sym typeface="Roboto SemiBold"/>
                </a:rPr>
                <a:t>Variables &amp; Leadership Measurement</a:t>
              </a:r>
              <a:endParaRPr sz="1800">
                <a:solidFill>
                  <a:schemeClr val="lt1"/>
                </a:solidFill>
                <a:latin typeface="Roboto SemiBold"/>
                <a:ea typeface="Roboto SemiBold"/>
                <a:cs typeface="Roboto SemiBold"/>
                <a:sym typeface="Roboto SemiBold"/>
              </a:endParaRPr>
            </a:p>
          </p:txBody>
        </p:sp>
        <p:sp>
          <p:nvSpPr>
            <p:cNvPr id="320" name="Google Shape;320;p17"/>
            <p:cNvSpPr txBox="1"/>
            <p:nvPr/>
          </p:nvSpPr>
          <p:spPr>
            <a:xfrm>
              <a:off x="2864100" y="1005150"/>
              <a:ext cx="3620400" cy="1799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Independent Variables (What was measured?):</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Char char="●"/>
              </a:pPr>
              <a:r>
                <a:rPr b="1" lang="en" sz="1200">
                  <a:solidFill>
                    <a:schemeClr val="dk1"/>
                  </a:solidFill>
                  <a:latin typeface="Roboto"/>
                  <a:ea typeface="Roboto"/>
                  <a:cs typeface="Roboto"/>
                  <a:sym typeface="Roboto"/>
                </a:rPr>
                <a:t>Personal Values:</a:t>
              </a:r>
              <a:r>
                <a:rPr lang="en" sz="1200">
                  <a:solidFill>
                    <a:schemeClr val="dk1"/>
                  </a:solidFill>
                  <a:latin typeface="Roboto"/>
                  <a:ea typeface="Roboto"/>
                  <a:cs typeface="Roboto"/>
                  <a:sym typeface="Roboto"/>
                </a:rPr>
                <a:t> Individual beliefs like innovation, responsibility, and ambition.</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Char char="●"/>
              </a:pPr>
              <a:r>
                <a:rPr b="1" lang="en" sz="1200">
                  <a:solidFill>
                    <a:schemeClr val="dk1"/>
                  </a:solidFill>
                  <a:latin typeface="Roboto"/>
                  <a:ea typeface="Roboto"/>
                  <a:cs typeface="Roboto"/>
                  <a:sym typeface="Roboto"/>
                </a:rPr>
                <a:t>Cultural Values:</a:t>
              </a:r>
              <a:r>
                <a:rPr lang="en" sz="1200">
                  <a:solidFill>
                    <a:schemeClr val="dk1"/>
                  </a:solidFill>
                  <a:latin typeface="Roboto"/>
                  <a:ea typeface="Roboto"/>
                  <a:cs typeface="Roboto"/>
                  <a:sym typeface="Roboto"/>
                </a:rPr>
                <a:t> shared societal norms like teamwork, hierarchy, and stability.</a:t>
              </a:r>
              <a:endParaRPr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Dependent Variable (What was analysed?):</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Char char="●"/>
              </a:pPr>
              <a:r>
                <a:rPr b="1" lang="en" sz="1200">
                  <a:solidFill>
                    <a:schemeClr val="dk1"/>
                  </a:solidFill>
                  <a:latin typeface="Roboto"/>
                  <a:ea typeface="Roboto"/>
                  <a:cs typeface="Roboto"/>
                  <a:sym typeface="Roboto"/>
                </a:rPr>
                <a:t>Leadership Style:</a:t>
              </a:r>
              <a:r>
                <a:rPr lang="en" sz="1200">
                  <a:solidFill>
                    <a:schemeClr val="dk1"/>
                  </a:solidFill>
                  <a:latin typeface="Roboto"/>
                  <a:ea typeface="Roboto"/>
                  <a:cs typeface="Roboto"/>
                  <a:sym typeface="Roboto"/>
                </a:rPr>
                <a:t> How leaders behave based on their values and cultural influences.</a:t>
              </a:r>
              <a:endParaRPr sz="1200">
                <a:solidFill>
                  <a:schemeClr val="dk1"/>
                </a:solidFill>
                <a:latin typeface="Roboto"/>
                <a:ea typeface="Roboto"/>
                <a:cs typeface="Roboto"/>
                <a:sym typeface="Roboto"/>
              </a:endParaRPr>
            </a:p>
          </p:txBody>
        </p:sp>
      </p:grpSp>
      <p:grpSp>
        <p:nvGrpSpPr>
          <p:cNvPr id="321" name="Google Shape;321;p17"/>
          <p:cNvGrpSpPr/>
          <p:nvPr/>
        </p:nvGrpSpPr>
        <p:grpSpPr>
          <a:xfrm>
            <a:off x="6484350" y="461530"/>
            <a:ext cx="2327700" cy="2145128"/>
            <a:chOff x="6484350" y="461530"/>
            <a:chExt cx="2327700" cy="2145128"/>
          </a:xfrm>
        </p:grpSpPr>
        <p:sp>
          <p:nvSpPr>
            <p:cNvPr id="322" name="Google Shape;322;p17"/>
            <p:cNvSpPr/>
            <p:nvPr/>
          </p:nvSpPr>
          <p:spPr>
            <a:xfrm>
              <a:off x="6509425" y="461530"/>
              <a:ext cx="2263800" cy="403608"/>
            </a:xfrm>
            <a:prstGeom prst="roundRect">
              <a:avLst>
                <a:gd fmla="val 50000" name="adj"/>
              </a:avLst>
            </a:prstGeom>
            <a:solidFill>
              <a:srgbClr val="3A639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latin typeface="Roboto SemiBold"/>
                  <a:ea typeface="Roboto SemiBold"/>
                  <a:cs typeface="Roboto SemiBold"/>
                  <a:sym typeface="Roboto SemiBold"/>
                </a:rPr>
                <a:t>Key Findings </a:t>
              </a:r>
              <a:endParaRPr sz="1800">
                <a:solidFill>
                  <a:schemeClr val="lt1"/>
                </a:solidFill>
                <a:latin typeface="Roboto SemiBold"/>
                <a:ea typeface="Roboto SemiBold"/>
                <a:cs typeface="Roboto SemiBold"/>
                <a:sym typeface="Roboto SemiBold"/>
              </a:endParaRPr>
            </a:p>
          </p:txBody>
        </p:sp>
        <p:sp>
          <p:nvSpPr>
            <p:cNvPr id="323" name="Google Shape;323;p17"/>
            <p:cNvSpPr txBox="1"/>
            <p:nvPr/>
          </p:nvSpPr>
          <p:spPr>
            <a:xfrm>
              <a:off x="6484350" y="865158"/>
              <a:ext cx="2327700" cy="1741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1.</a:t>
              </a:r>
              <a:r>
                <a:rPr b="1" lang="en" sz="1200">
                  <a:solidFill>
                    <a:schemeClr val="dk1"/>
                  </a:solidFill>
                  <a:latin typeface="Roboto"/>
                  <a:ea typeface="Roboto"/>
                  <a:cs typeface="Roboto"/>
                  <a:sym typeface="Roboto"/>
                </a:rPr>
                <a:t> Leadership success varies by country - </a:t>
              </a:r>
              <a:r>
                <a:rPr lang="en" sz="1200">
                  <a:solidFill>
                    <a:schemeClr val="dk1"/>
                  </a:solidFill>
                  <a:latin typeface="Roboto"/>
                  <a:ea typeface="Roboto"/>
                  <a:cs typeface="Roboto"/>
                  <a:sym typeface="Roboto"/>
                </a:rPr>
                <a:t>One style does not work everywhere.</a:t>
              </a:r>
              <a:endParaRPr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2. Cultural values shape leadership more than personal values.</a:t>
              </a:r>
              <a:endParaRPr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3.</a:t>
              </a:r>
              <a:r>
                <a:rPr b="1" lang="en" sz="1200">
                  <a:solidFill>
                    <a:schemeClr val="dk1"/>
                  </a:solidFill>
                  <a:latin typeface="Roboto"/>
                  <a:ea typeface="Roboto"/>
                  <a:cs typeface="Roboto"/>
                  <a:sym typeface="Roboto"/>
                </a:rPr>
                <a:t> Leaders who align with their country’s cultural expectations</a:t>
              </a:r>
              <a:r>
                <a:rPr lang="en" sz="1200">
                  <a:solidFill>
                    <a:schemeClr val="dk1"/>
                  </a:solidFill>
                  <a:latin typeface="Roboto"/>
                  <a:ea typeface="Roboto"/>
                  <a:cs typeface="Roboto"/>
                  <a:sym typeface="Roboto"/>
                </a:rPr>
                <a:t> tend to perform better.</a:t>
              </a:r>
              <a:endParaRPr sz="1200">
                <a:solidFill>
                  <a:schemeClr val="dk1"/>
                </a:solidFill>
                <a:latin typeface="Roboto"/>
                <a:ea typeface="Roboto"/>
                <a:cs typeface="Roboto"/>
                <a:sym typeface="Roboto"/>
              </a:endParaRPr>
            </a:p>
          </p:txBody>
        </p:sp>
      </p:grpSp>
      <p:grpSp>
        <p:nvGrpSpPr>
          <p:cNvPr id="324" name="Google Shape;324;p17"/>
          <p:cNvGrpSpPr/>
          <p:nvPr/>
        </p:nvGrpSpPr>
        <p:grpSpPr>
          <a:xfrm>
            <a:off x="6484350" y="2710620"/>
            <a:ext cx="2327700" cy="2432855"/>
            <a:chOff x="6484350" y="2710620"/>
            <a:chExt cx="2327700" cy="2432855"/>
          </a:xfrm>
        </p:grpSpPr>
        <p:sp>
          <p:nvSpPr>
            <p:cNvPr id="325" name="Google Shape;325;p17"/>
            <p:cNvSpPr/>
            <p:nvPr/>
          </p:nvSpPr>
          <p:spPr>
            <a:xfrm>
              <a:off x="6484350" y="2710620"/>
              <a:ext cx="2327700" cy="572700"/>
            </a:xfrm>
            <a:prstGeom prst="roundRect">
              <a:avLst>
                <a:gd fmla="val 50000" name="adj"/>
              </a:avLst>
            </a:prstGeom>
            <a:solidFill>
              <a:srgbClr val="233B6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latin typeface="Roboto SemiBold"/>
                  <a:ea typeface="Roboto SemiBold"/>
                  <a:cs typeface="Roboto SemiBold"/>
                  <a:sym typeface="Roboto SemiBold"/>
                </a:rPr>
                <a:t>Practical Applications </a:t>
              </a:r>
              <a:endParaRPr sz="1800">
                <a:solidFill>
                  <a:schemeClr val="lt1"/>
                </a:solidFill>
                <a:latin typeface="Roboto SemiBold"/>
                <a:ea typeface="Roboto SemiBold"/>
                <a:cs typeface="Roboto SemiBold"/>
                <a:sym typeface="Roboto SemiBold"/>
              </a:endParaRPr>
            </a:p>
          </p:txBody>
        </p:sp>
        <p:sp>
          <p:nvSpPr>
            <p:cNvPr id="326" name="Google Shape;326;p17"/>
            <p:cNvSpPr txBox="1"/>
            <p:nvPr/>
          </p:nvSpPr>
          <p:spPr>
            <a:xfrm>
              <a:off x="6484350" y="3208175"/>
              <a:ext cx="2327700" cy="1935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1"/>
                  </a:solidFill>
                  <a:latin typeface="Roboto"/>
                  <a:ea typeface="Roboto"/>
                  <a:cs typeface="Roboto"/>
                  <a:sym typeface="Roboto"/>
                </a:rPr>
                <a:t>1. Businesses must </a:t>
              </a:r>
              <a:r>
                <a:rPr b="1" lang="en" sz="1100">
                  <a:solidFill>
                    <a:schemeClr val="dk1"/>
                  </a:solidFill>
                  <a:latin typeface="Roboto"/>
                  <a:ea typeface="Roboto"/>
                  <a:cs typeface="Roboto"/>
                  <a:sym typeface="Roboto"/>
                </a:rPr>
                <a:t>adjust leadership strategies</a:t>
              </a:r>
              <a:r>
                <a:rPr lang="en" sz="1100">
                  <a:solidFill>
                    <a:schemeClr val="dk1"/>
                  </a:solidFill>
                  <a:latin typeface="Roboto"/>
                  <a:ea typeface="Roboto"/>
                  <a:cs typeface="Roboto"/>
                  <a:sym typeface="Roboto"/>
                </a:rPr>
                <a:t> based on national cultures.</a:t>
              </a:r>
              <a:endParaRPr sz="11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1100">
                  <a:solidFill>
                    <a:schemeClr val="dk1"/>
                  </a:solidFill>
                  <a:latin typeface="Roboto"/>
                  <a:ea typeface="Roboto"/>
                  <a:cs typeface="Roboto"/>
                  <a:sym typeface="Roboto"/>
                </a:rPr>
                <a:t>2. Companies expanding internationally should </a:t>
              </a:r>
              <a:r>
                <a:rPr b="1" lang="en" sz="1100">
                  <a:solidFill>
                    <a:schemeClr val="dk1"/>
                  </a:solidFill>
                  <a:latin typeface="Roboto"/>
                  <a:ea typeface="Roboto"/>
                  <a:cs typeface="Roboto"/>
                  <a:sym typeface="Roboto"/>
                </a:rPr>
                <a:t>hire local leaders</a:t>
              </a:r>
              <a:r>
                <a:rPr lang="en" sz="1100">
                  <a:solidFill>
                    <a:schemeClr val="dk1"/>
                  </a:solidFill>
                  <a:latin typeface="Roboto"/>
                  <a:ea typeface="Roboto"/>
                  <a:cs typeface="Roboto"/>
                  <a:sym typeface="Roboto"/>
                </a:rPr>
                <a:t> who understand cultural expectations.</a:t>
              </a:r>
              <a:endParaRPr sz="11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1100">
                  <a:solidFill>
                    <a:schemeClr val="dk1"/>
                  </a:solidFill>
                  <a:latin typeface="Roboto"/>
                  <a:ea typeface="Roboto"/>
                  <a:cs typeface="Roboto"/>
                  <a:sym typeface="Roboto"/>
                </a:rPr>
                <a:t>3. Understanding cultural differences improves leadership success in global markets.</a:t>
              </a:r>
              <a:endParaRPr sz="1100">
                <a:solidFill>
                  <a:schemeClr val="dk1"/>
                </a:solidFill>
                <a:latin typeface="Roboto"/>
                <a:ea typeface="Roboto"/>
                <a:cs typeface="Roboto"/>
                <a:sym typeface="Roboto"/>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18"/>
          <p:cNvSpPr txBox="1"/>
          <p:nvPr>
            <p:ph type="title"/>
          </p:nvPr>
        </p:nvSpPr>
        <p:spPr>
          <a:xfrm>
            <a:off x="453600" y="292625"/>
            <a:ext cx="82368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Schwartz’s Value Theory</a:t>
            </a:r>
            <a:endParaRPr/>
          </a:p>
        </p:txBody>
      </p:sp>
      <p:pic>
        <p:nvPicPr>
          <p:cNvPr id="332" name="Google Shape;332;p18"/>
          <p:cNvPicPr preferRelativeResize="0"/>
          <p:nvPr/>
        </p:nvPicPr>
        <p:blipFill rotWithShape="1">
          <a:blip r:embed="rId3">
            <a:alphaModFix/>
          </a:blip>
          <a:srcRect b="12487" l="0" r="0" t="0"/>
          <a:stretch/>
        </p:blipFill>
        <p:spPr>
          <a:xfrm>
            <a:off x="5151700" y="2470825"/>
            <a:ext cx="3789075" cy="2642101"/>
          </a:xfrm>
          <a:prstGeom prst="rect">
            <a:avLst/>
          </a:prstGeom>
          <a:noFill/>
          <a:ln>
            <a:noFill/>
          </a:ln>
        </p:spPr>
      </p:pic>
      <p:sp>
        <p:nvSpPr>
          <p:cNvPr id="333" name="Google Shape;333;p18"/>
          <p:cNvSpPr txBox="1"/>
          <p:nvPr/>
        </p:nvSpPr>
        <p:spPr>
          <a:xfrm>
            <a:off x="453600" y="865325"/>
            <a:ext cx="5742600" cy="39816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0"/>
              </a:spcAft>
              <a:buNone/>
            </a:pPr>
            <a:r>
              <a:rPr b="1" lang="en">
                <a:solidFill>
                  <a:schemeClr val="dk1"/>
                </a:solidFill>
                <a:latin typeface="Roboto"/>
                <a:ea typeface="Roboto"/>
                <a:cs typeface="Roboto"/>
                <a:sym typeface="Roboto"/>
              </a:rPr>
              <a:t>The Structure of Schwartz’s Model</a:t>
            </a:r>
            <a:endParaRPr b="1">
              <a:solidFill>
                <a:schemeClr val="dk1"/>
              </a:solidFill>
              <a:latin typeface="Roboto"/>
              <a:ea typeface="Roboto"/>
              <a:cs typeface="Roboto"/>
              <a:sym typeface="Roboto"/>
            </a:endParaRPr>
          </a:p>
          <a:p>
            <a:pPr indent="-317500" lvl="0" marL="457200" rtl="0" algn="l">
              <a:lnSpc>
                <a:spcPct val="150000"/>
              </a:lnSpc>
              <a:spcBef>
                <a:spcPts val="200"/>
              </a:spcBef>
              <a:spcAft>
                <a:spcPts val="0"/>
              </a:spcAft>
              <a:buClr>
                <a:schemeClr val="dk1"/>
              </a:buClr>
              <a:buSzPts val="1400"/>
              <a:buFont typeface="Roboto"/>
              <a:buChar char="●"/>
            </a:pPr>
            <a:r>
              <a:rPr b="1" lang="en">
                <a:solidFill>
                  <a:schemeClr val="dk1"/>
                </a:solidFill>
                <a:latin typeface="Roboto"/>
                <a:ea typeface="Roboto"/>
                <a:cs typeface="Roboto"/>
                <a:sym typeface="Roboto"/>
              </a:rPr>
              <a:t>Personal Values</a:t>
            </a:r>
            <a:r>
              <a:rPr lang="en">
                <a:solidFill>
                  <a:schemeClr val="dk1"/>
                </a:solidFill>
                <a:latin typeface="Roboto"/>
                <a:ea typeface="Roboto"/>
                <a:cs typeface="Roboto"/>
                <a:sym typeface="Roboto"/>
              </a:rPr>
              <a:t>:</a:t>
            </a:r>
            <a:endParaRPr>
              <a:solidFill>
                <a:schemeClr val="dk1"/>
              </a:solidFill>
              <a:latin typeface="Roboto"/>
              <a:ea typeface="Roboto"/>
              <a:cs typeface="Roboto"/>
              <a:sym typeface="Roboto"/>
            </a:endParaRPr>
          </a:p>
          <a:p>
            <a:pPr indent="-317500" lvl="1" marL="914400" rtl="0" algn="l">
              <a:lnSpc>
                <a:spcPct val="150000"/>
              </a:lnSpc>
              <a:spcBef>
                <a:spcPts val="0"/>
              </a:spcBef>
              <a:spcAft>
                <a:spcPts val="0"/>
              </a:spcAft>
              <a:buClr>
                <a:schemeClr val="dk1"/>
              </a:buClr>
              <a:buSzPts val="1400"/>
              <a:buFont typeface="Roboto"/>
              <a:buChar char="○"/>
            </a:pPr>
            <a:r>
              <a:rPr b="1" lang="en">
                <a:solidFill>
                  <a:schemeClr val="dk1"/>
                </a:solidFill>
                <a:latin typeface="Roboto"/>
                <a:ea typeface="Roboto"/>
                <a:cs typeface="Roboto"/>
                <a:sym typeface="Roboto"/>
              </a:rPr>
              <a:t>Openness-to-Change</a:t>
            </a:r>
            <a:r>
              <a:rPr lang="en">
                <a:solidFill>
                  <a:schemeClr val="dk1"/>
                </a:solidFill>
                <a:latin typeface="Roboto"/>
                <a:ea typeface="Roboto"/>
                <a:cs typeface="Roboto"/>
                <a:sym typeface="Roboto"/>
              </a:rPr>
              <a:t>: Creativity, independence, curiosity.</a:t>
            </a:r>
            <a:endParaRPr>
              <a:solidFill>
                <a:schemeClr val="dk1"/>
              </a:solidFill>
              <a:latin typeface="Roboto"/>
              <a:ea typeface="Roboto"/>
              <a:cs typeface="Roboto"/>
              <a:sym typeface="Roboto"/>
            </a:endParaRPr>
          </a:p>
          <a:p>
            <a:pPr indent="-317500" lvl="1" marL="914400" rtl="0" algn="l">
              <a:lnSpc>
                <a:spcPct val="150000"/>
              </a:lnSpc>
              <a:spcBef>
                <a:spcPts val="0"/>
              </a:spcBef>
              <a:spcAft>
                <a:spcPts val="0"/>
              </a:spcAft>
              <a:buClr>
                <a:schemeClr val="dk1"/>
              </a:buClr>
              <a:buSzPts val="1400"/>
              <a:buFont typeface="Roboto"/>
              <a:buChar char="○"/>
            </a:pPr>
            <a:r>
              <a:rPr b="1" lang="en">
                <a:solidFill>
                  <a:schemeClr val="dk1"/>
                </a:solidFill>
                <a:latin typeface="Roboto"/>
                <a:ea typeface="Roboto"/>
                <a:cs typeface="Roboto"/>
                <a:sym typeface="Roboto"/>
              </a:rPr>
              <a:t>Conservation</a:t>
            </a:r>
            <a:r>
              <a:rPr lang="en">
                <a:solidFill>
                  <a:schemeClr val="dk1"/>
                </a:solidFill>
                <a:latin typeface="Roboto"/>
                <a:ea typeface="Roboto"/>
                <a:cs typeface="Roboto"/>
                <a:sym typeface="Roboto"/>
              </a:rPr>
              <a:t>: Tradition, security, conformity.</a:t>
            </a:r>
            <a:endParaRPr>
              <a:solidFill>
                <a:schemeClr val="dk1"/>
              </a:solidFill>
              <a:latin typeface="Roboto"/>
              <a:ea typeface="Roboto"/>
              <a:cs typeface="Roboto"/>
              <a:sym typeface="Roboto"/>
            </a:endParaRPr>
          </a:p>
          <a:p>
            <a:pPr indent="-317500" lvl="1" marL="914400" rtl="0" algn="l">
              <a:lnSpc>
                <a:spcPct val="150000"/>
              </a:lnSpc>
              <a:spcBef>
                <a:spcPts val="0"/>
              </a:spcBef>
              <a:spcAft>
                <a:spcPts val="0"/>
              </a:spcAft>
              <a:buClr>
                <a:schemeClr val="dk1"/>
              </a:buClr>
              <a:buSzPts val="1400"/>
              <a:buFont typeface="Roboto"/>
              <a:buChar char="○"/>
            </a:pPr>
            <a:r>
              <a:rPr b="1" lang="en">
                <a:solidFill>
                  <a:schemeClr val="dk1"/>
                </a:solidFill>
                <a:latin typeface="Roboto"/>
                <a:ea typeface="Roboto"/>
                <a:cs typeface="Roboto"/>
                <a:sym typeface="Roboto"/>
              </a:rPr>
              <a:t>Self-Transcendence</a:t>
            </a:r>
            <a:r>
              <a:rPr lang="en">
                <a:solidFill>
                  <a:schemeClr val="dk1"/>
                </a:solidFill>
                <a:latin typeface="Roboto"/>
                <a:ea typeface="Roboto"/>
                <a:cs typeface="Roboto"/>
                <a:sym typeface="Roboto"/>
              </a:rPr>
              <a:t>: Protecting the environment, social justice.</a:t>
            </a:r>
            <a:endParaRPr>
              <a:solidFill>
                <a:schemeClr val="dk1"/>
              </a:solidFill>
              <a:latin typeface="Roboto"/>
              <a:ea typeface="Roboto"/>
              <a:cs typeface="Roboto"/>
              <a:sym typeface="Roboto"/>
            </a:endParaRPr>
          </a:p>
          <a:p>
            <a:pPr indent="-317500" lvl="1" marL="914400" rtl="0" algn="l">
              <a:lnSpc>
                <a:spcPct val="150000"/>
              </a:lnSpc>
              <a:spcBef>
                <a:spcPts val="0"/>
              </a:spcBef>
              <a:spcAft>
                <a:spcPts val="0"/>
              </a:spcAft>
              <a:buClr>
                <a:schemeClr val="dk1"/>
              </a:buClr>
              <a:buSzPts val="1400"/>
              <a:buFont typeface="Roboto"/>
              <a:buChar char="○"/>
            </a:pPr>
            <a:r>
              <a:rPr b="1" lang="en">
                <a:solidFill>
                  <a:schemeClr val="dk1"/>
                </a:solidFill>
                <a:latin typeface="Roboto"/>
                <a:ea typeface="Roboto"/>
                <a:cs typeface="Roboto"/>
                <a:sym typeface="Roboto"/>
              </a:rPr>
              <a:t>Self-Enhancement</a:t>
            </a:r>
            <a:r>
              <a:rPr lang="en">
                <a:solidFill>
                  <a:schemeClr val="dk1"/>
                </a:solidFill>
                <a:latin typeface="Roboto"/>
                <a:ea typeface="Roboto"/>
                <a:cs typeface="Roboto"/>
                <a:sym typeface="Roboto"/>
              </a:rPr>
              <a:t>: Achievement, power, influence.</a:t>
            </a:r>
            <a:endParaRPr>
              <a:solidFill>
                <a:schemeClr val="dk1"/>
              </a:solidFill>
              <a:latin typeface="Roboto"/>
              <a:ea typeface="Roboto"/>
              <a:cs typeface="Roboto"/>
              <a:sym typeface="Roboto"/>
            </a:endParaRPr>
          </a:p>
          <a:p>
            <a:pPr indent="-317500" lvl="0" marL="457200" rtl="0" algn="l">
              <a:lnSpc>
                <a:spcPct val="150000"/>
              </a:lnSpc>
              <a:spcBef>
                <a:spcPts val="0"/>
              </a:spcBef>
              <a:spcAft>
                <a:spcPts val="0"/>
              </a:spcAft>
              <a:buClr>
                <a:schemeClr val="dk1"/>
              </a:buClr>
              <a:buSzPts val="1400"/>
              <a:buFont typeface="Roboto"/>
              <a:buChar char="●"/>
            </a:pPr>
            <a:r>
              <a:rPr b="1" lang="en">
                <a:solidFill>
                  <a:schemeClr val="dk1"/>
                </a:solidFill>
                <a:latin typeface="Roboto"/>
                <a:ea typeface="Roboto"/>
                <a:cs typeface="Roboto"/>
                <a:sym typeface="Roboto"/>
              </a:rPr>
              <a:t>Cultural Values</a:t>
            </a:r>
            <a:r>
              <a:rPr lang="en">
                <a:solidFill>
                  <a:schemeClr val="dk1"/>
                </a:solidFill>
                <a:latin typeface="Roboto"/>
                <a:ea typeface="Roboto"/>
                <a:cs typeface="Roboto"/>
                <a:sym typeface="Roboto"/>
              </a:rPr>
              <a:t>:</a:t>
            </a:r>
            <a:endParaRPr>
              <a:solidFill>
                <a:schemeClr val="dk1"/>
              </a:solidFill>
              <a:latin typeface="Roboto"/>
              <a:ea typeface="Roboto"/>
              <a:cs typeface="Roboto"/>
              <a:sym typeface="Roboto"/>
            </a:endParaRPr>
          </a:p>
          <a:p>
            <a:pPr indent="-317500" lvl="1" marL="914400" rtl="0" algn="l">
              <a:lnSpc>
                <a:spcPct val="150000"/>
              </a:lnSpc>
              <a:spcBef>
                <a:spcPts val="0"/>
              </a:spcBef>
              <a:spcAft>
                <a:spcPts val="0"/>
              </a:spcAft>
              <a:buClr>
                <a:schemeClr val="dk1"/>
              </a:buClr>
              <a:buSzPts val="1400"/>
              <a:buFont typeface="Roboto"/>
              <a:buChar char="○"/>
            </a:pPr>
            <a:r>
              <a:rPr b="1" lang="en">
                <a:solidFill>
                  <a:schemeClr val="dk1"/>
                </a:solidFill>
                <a:latin typeface="Roboto"/>
                <a:ea typeface="Roboto"/>
                <a:cs typeface="Roboto"/>
                <a:sym typeface="Roboto"/>
              </a:rPr>
              <a:t>Autonomy</a:t>
            </a:r>
            <a:r>
              <a:rPr lang="en">
                <a:solidFill>
                  <a:schemeClr val="dk1"/>
                </a:solidFill>
                <a:latin typeface="Roboto"/>
                <a:ea typeface="Roboto"/>
                <a:cs typeface="Roboto"/>
                <a:sym typeface="Roboto"/>
              </a:rPr>
              <a:t>: Intellectual (creativity) vs. Affective (enjoyment).</a:t>
            </a:r>
            <a:endParaRPr>
              <a:solidFill>
                <a:schemeClr val="dk1"/>
              </a:solidFill>
              <a:latin typeface="Roboto"/>
              <a:ea typeface="Roboto"/>
              <a:cs typeface="Roboto"/>
              <a:sym typeface="Roboto"/>
            </a:endParaRPr>
          </a:p>
          <a:p>
            <a:pPr indent="-317500" lvl="1" marL="914400" rtl="0" algn="l">
              <a:lnSpc>
                <a:spcPct val="150000"/>
              </a:lnSpc>
              <a:spcBef>
                <a:spcPts val="0"/>
              </a:spcBef>
              <a:spcAft>
                <a:spcPts val="0"/>
              </a:spcAft>
              <a:buClr>
                <a:schemeClr val="dk1"/>
              </a:buClr>
              <a:buSzPts val="1400"/>
              <a:buFont typeface="Roboto"/>
              <a:buChar char="○"/>
            </a:pPr>
            <a:r>
              <a:rPr b="1" lang="en">
                <a:solidFill>
                  <a:schemeClr val="dk1"/>
                </a:solidFill>
                <a:latin typeface="Roboto"/>
                <a:ea typeface="Roboto"/>
                <a:cs typeface="Roboto"/>
                <a:sym typeface="Roboto"/>
              </a:rPr>
              <a:t>Embeddedness</a:t>
            </a:r>
            <a:r>
              <a:rPr lang="en">
                <a:solidFill>
                  <a:schemeClr val="dk1"/>
                </a:solidFill>
                <a:latin typeface="Roboto"/>
                <a:ea typeface="Roboto"/>
                <a:cs typeface="Roboto"/>
                <a:sym typeface="Roboto"/>
              </a:rPr>
              <a:t>: Tradition, hierarchy, stability.</a:t>
            </a:r>
            <a:endParaRPr>
              <a:solidFill>
                <a:schemeClr val="dk1"/>
              </a:solidFill>
              <a:latin typeface="Roboto"/>
              <a:ea typeface="Roboto"/>
              <a:cs typeface="Roboto"/>
              <a:sym typeface="Roboto"/>
            </a:endParaRPr>
          </a:p>
          <a:p>
            <a:pPr indent="-317500" lvl="1" marL="914400" rtl="0" algn="l">
              <a:lnSpc>
                <a:spcPct val="150000"/>
              </a:lnSpc>
              <a:spcBef>
                <a:spcPts val="0"/>
              </a:spcBef>
              <a:spcAft>
                <a:spcPts val="0"/>
              </a:spcAft>
              <a:buClr>
                <a:schemeClr val="dk1"/>
              </a:buClr>
              <a:buSzPts val="1400"/>
              <a:buFont typeface="Roboto"/>
              <a:buChar char="○"/>
            </a:pPr>
            <a:r>
              <a:rPr b="1" lang="en">
                <a:solidFill>
                  <a:schemeClr val="dk1"/>
                </a:solidFill>
                <a:latin typeface="Roboto"/>
                <a:ea typeface="Roboto"/>
                <a:cs typeface="Roboto"/>
                <a:sym typeface="Roboto"/>
              </a:rPr>
              <a:t>Equalism:</a:t>
            </a:r>
            <a:r>
              <a:rPr lang="en">
                <a:solidFill>
                  <a:schemeClr val="dk1"/>
                </a:solidFill>
                <a:latin typeface="Roboto"/>
                <a:ea typeface="Roboto"/>
                <a:cs typeface="Roboto"/>
                <a:sym typeface="Roboto"/>
              </a:rPr>
              <a:t>: Equality, fairness.</a:t>
            </a:r>
            <a:endParaRPr b="1">
              <a:solidFill>
                <a:schemeClr val="dk1"/>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19"/>
          <p:cNvSpPr txBox="1"/>
          <p:nvPr>
            <p:ph type="title"/>
          </p:nvPr>
        </p:nvSpPr>
        <p:spPr>
          <a:xfrm>
            <a:off x="453600" y="292625"/>
            <a:ext cx="8236800" cy="572700"/>
          </a:xfrm>
          <a:prstGeom prst="rect">
            <a:avLst/>
          </a:prstGeom>
        </p:spPr>
        <p:txBody>
          <a:bodyPr anchorCtr="0" anchor="t" bIns="91425" lIns="91425" spcFirstLastPara="1" rIns="91425" wrap="square" tIns="91425">
            <a:noAutofit/>
          </a:bodyPr>
          <a:lstStyle/>
          <a:p>
            <a:pPr indent="0" lvl="0" marL="0" rtl="0" algn="ctr">
              <a:lnSpc>
                <a:spcPct val="150000"/>
              </a:lnSpc>
              <a:spcBef>
                <a:spcPts val="1400"/>
              </a:spcBef>
              <a:spcAft>
                <a:spcPts val="400"/>
              </a:spcAft>
              <a:buNone/>
            </a:pPr>
            <a:r>
              <a:rPr b="1" lang="en">
                <a:latin typeface="Fira Sans Extra Condensed"/>
                <a:ea typeface="Fira Sans Extra Condensed"/>
                <a:cs typeface="Fira Sans Extra Condensed"/>
                <a:sym typeface="Fira Sans Extra Condensed"/>
              </a:rPr>
              <a:t>Applying Schwartz’s Framework</a:t>
            </a:r>
            <a:endParaRPr b="1">
              <a:latin typeface="Fira Sans Extra Condensed"/>
              <a:ea typeface="Fira Sans Extra Condensed"/>
              <a:cs typeface="Fira Sans Extra Condensed"/>
              <a:sym typeface="Fira Sans Extra Condensed"/>
            </a:endParaRPr>
          </a:p>
        </p:txBody>
      </p:sp>
      <p:sp>
        <p:nvSpPr>
          <p:cNvPr id="339" name="Google Shape;339;p19"/>
          <p:cNvSpPr txBox="1"/>
          <p:nvPr/>
        </p:nvSpPr>
        <p:spPr>
          <a:xfrm>
            <a:off x="547325" y="1194725"/>
            <a:ext cx="8236800" cy="3411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0"/>
              </a:spcAft>
              <a:buNone/>
            </a:pPr>
            <a:r>
              <a:rPr b="1" lang="en">
                <a:solidFill>
                  <a:schemeClr val="dk1"/>
                </a:solidFill>
                <a:latin typeface="Roboto"/>
                <a:ea typeface="Roboto"/>
                <a:cs typeface="Roboto"/>
                <a:sym typeface="Roboto"/>
              </a:rPr>
              <a:t>How the Study Used Schwartz’s Model</a:t>
            </a:r>
            <a:endParaRPr b="1">
              <a:solidFill>
                <a:schemeClr val="dk1"/>
              </a:solidFill>
              <a:latin typeface="Roboto"/>
              <a:ea typeface="Roboto"/>
              <a:cs typeface="Roboto"/>
              <a:sym typeface="Roboto"/>
            </a:endParaRPr>
          </a:p>
          <a:p>
            <a:pPr indent="-317500" lvl="0" marL="457200" rtl="0" algn="l">
              <a:lnSpc>
                <a:spcPct val="150000"/>
              </a:lnSpc>
              <a:spcBef>
                <a:spcPts val="200"/>
              </a:spcBef>
              <a:spcAft>
                <a:spcPts val="0"/>
              </a:spcAft>
              <a:buClr>
                <a:schemeClr val="dk1"/>
              </a:buClr>
              <a:buSzPts val="1400"/>
              <a:buFont typeface="Roboto"/>
              <a:buAutoNum type="arabicPeriod"/>
            </a:pPr>
            <a:r>
              <a:rPr b="1" lang="en">
                <a:solidFill>
                  <a:schemeClr val="dk1"/>
                </a:solidFill>
                <a:latin typeface="Roboto"/>
                <a:ea typeface="Roboto"/>
                <a:cs typeface="Roboto"/>
                <a:sym typeface="Roboto"/>
              </a:rPr>
              <a:t>Data Collection</a:t>
            </a:r>
            <a:r>
              <a:rPr lang="en">
                <a:solidFill>
                  <a:schemeClr val="dk1"/>
                </a:solidFill>
                <a:latin typeface="Roboto"/>
                <a:ea typeface="Roboto"/>
                <a:cs typeface="Roboto"/>
                <a:sym typeface="Roboto"/>
              </a:rPr>
              <a:t>:</a:t>
            </a:r>
            <a:endParaRPr>
              <a:solidFill>
                <a:schemeClr val="dk1"/>
              </a:solidFill>
              <a:latin typeface="Roboto"/>
              <a:ea typeface="Roboto"/>
              <a:cs typeface="Roboto"/>
              <a:sym typeface="Roboto"/>
            </a:endParaRPr>
          </a:p>
          <a:p>
            <a:pPr indent="-317500" lvl="1" marL="914400" rtl="0" algn="l">
              <a:lnSpc>
                <a:spcPct val="150000"/>
              </a:lnSpc>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CEOs ranked </a:t>
            </a:r>
            <a:r>
              <a:rPr b="1" lang="en">
                <a:solidFill>
                  <a:schemeClr val="dk1"/>
                </a:solidFill>
                <a:latin typeface="Roboto"/>
                <a:ea typeface="Roboto"/>
                <a:cs typeface="Roboto"/>
                <a:sym typeface="Roboto"/>
              </a:rPr>
              <a:t>57 personal values</a:t>
            </a:r>
            <a:r>
              <a:rPr lang="en">
                <a:solidFill>
                  <a:schemeClr val="dk1"/>
                </a:solidFill>
                <a:latin typeface="Roboto"/>
                <a:ea typeface="Roboto"/>
                <a:cs typeface="Roboto"/>
                <a:sym typeface="Roboto"/>
              </a:rPr>
              <a:t> (e.g., "creativity") and </a:t>
            </a:r>
            <a:r>
              <a:rPr b="1" lang="en">
                <a:solidFill>
                  <a:schemeClr val="dk1"/>
                </a:solidFill>
                <a:latin typeface="Roboto"/>
                <a:ea typeface="Roboto"/>
                <a:cs typeface="Roboto"/>
                <a:sym typeface="Roboto"/>
              </a:rPr>
              <a:t>45 cultural values</a:t>
            </a:r>
            <a:r>
              <a:rPr lang="en">
                <a:solidFill>
                  <a:schemeClr val="dk1"/>
                </a:solidFill>
                <a:latin typeface="Roboto"/>
                <a:ea typeface="Roboto"/>
                <a:cs typeface="Roboto"/>
                <a:sym typeface="Roboto"/>
              </a:rPr>
              <a:t> (e.g., "tradition").</a:t>
            </a:r>
            <a:endParaRPr>
              <a:solidFill>
                <a:schemeClr val="dk1"/>
              </a:solidFill>
              <a:latin typeface="Roboto"/>
              <a:ea typeface="Roboto"/>
              <a:cs typeface="Roboto"/>
              <a:sym typeface="Roboto"/>
            </a:endParaRPr>
          </a:p>
          <a:p>
            <a:pPr indent="-317500" lvl="0" marL="457200" rtl="0" algn="l">
              <a:lnSpc>
                <a:spcPct val="150000"/>
              </a:lnSpc>
              <a:spcBef>
                <a:spcPts val="0"/>
              </a:spcBef>
              <a:spcAft>
                <a:spcPts val="0"/>
              </a:spcAft>
              <a:buClr>
                <a:schemeClr val="dk1"/>
              </a:buClr>
              <a:buSzPts val="1400"/>
              <a:buFont typeface="Roboto"/>
              <a:buAutoNum type="arabicPeriod"/>
            </a:pPr>
            <a:r>
              <a:rPr b="1" lang="en">
                <a:solidFill>
                  <a:schemeClr val="dk1"/>
                </a:solidFill>
                <a:latin typeface="Roboto"/>
                <a:ea typeface="Roboto"/>
                <a:cs typeface="Roboto"/>
                <a:sym typeface="Roboto"/>
              </a:rPr>
              <a:t>Analysis</a:t>
            </a:r>
            <a:r>
              <a:rPr lang="en">
                <a:solidFill>
                  <a:schemeClr val="dk1"/>
                </a:solidFill>
                <a:latin typeface="Roboto"/>
                <a:ea typeface="Roboto"/>
                <a:cs typeface="Roboto"/>
                <a:sym typeface="Roboto"/>
              </a:rPr>
              <a:t>:</a:t>
            </a:r>
            <a:endParaRPr>
              <a:solidFill>
                <a:schemeClr val="dk1"/>
              </a:solidFill>
              <a:latin typeface="Roboto"/>
              <a:ea typeface="Roboto"/>
              <a:cs typeface="Roboto"/>
              <a:sym typeface="Roboto"/>
            </a:endParaRPr>
          </a:p>
          <a:p>
            <a:pPr indent="-317500" lvl="1" marL="914400" rtl="0" algn="l">
              <a:lnSpc>
                <a:spcPct val="150000"/>
              </a:lnSpc>
              <a:spcBef>
                <a:spcPts val="0"/>
              </a:spcBef>
              <a:spcAft>
                <a:spcPts val="0"/>
              </a:spcAft>
              <a:buClr>
                <a:schemeClr val="dk1"/>
              </a:buClr>
              <a:buSzPts val="1400"/>
              <a:buFont typeface="Roboto"/>
              <a:buChar char="○"/>
            </a:pPr>
            <a:r>
              <a:rPr b="1" lang="en">
                <a:solidFill>
                  <a:schemeClr val="dk1"/>
                </a:solidFill>
                <a:latin typeface="Roboto"/>
                <a:ea typeface="Roboto"/>
                <a:cs typeface="Roboto"/>
                <a:sym typeface="Roboto"/>
              </a:rPr>
              <a:t>Factor Analysis</a:t>
            </a:r>
            <a:r>
              <a:rPr lang="en">
                <a:solidFill>
                  <a:schemeClr val="dk1"/>
                </a:solidFill>
                <a:latin typeface="Roboto"/>
                <a:ea typeface="Roboto"/>
                <a:cs typeface="Roboto"/>
                <a:sym typeface="Roboto"/>
              </a:rPr>
              <a:t>: Grouped values into leadership styles (e.g., Irish "openness-to-change").</a:t>
            </a:r>
            <a:endParaRPr>
              <a:solidFill>
                <a:schemeClr val="dk1"/>
              </a:solidFill>
              <a:latin typeface="Roboto"/>
              <a:ea typeface="Roboto"/>
              <a:cs typeface="Roboto"/>
              <a:sym typeface="Roboto"/>
            </a:endParaRPr>
          </a:p>
          <a:p>
            <a:pPr indent="-317500" lvl="1" marL="914400" rtl="0" algn="l">
              <a:lnSpc>
                <a:spcPct val="150000"/>
              </a:lnSpc>
              <a:spcBef>
                <a:spcPts val="0"/>
              </a:spcBef>
              <a:spcAft>
                <a:spcPts val="0"/>
              </a:spcAft>
              <a:buClr>
                <a:schemeClr val="dk1"/>
              </a:buClr>
              <a:buSzPts val="1400"/>
              <a:buFont typeface="Roboto"/>
              <a:buChar char="○"/>
            </a:pPr>
            <a:r>
              <a:rPr b="1" lang="en">
                <a:solidFill>
                  <a:schemeClr val="dk1"/>
                </a:solidFill>
                <a:latin typeface="Roboto"/>
                <a:ea typeface="Roboto"/>
                <a:cs typeface="Roboto"/>
                <a:sym typeface="Roboto"/>
              </a:rPr>
              <a:t>Correlation</a:t>
            </a:r>
            <a:r>
              <a:rPr lang="en">
                <a:solidFill>
                  <a:schemeClr val="dk1"/>
                </a:solidFill>
                <a:latin typeface="Roboto"/>
                <a:ea typeface="Roboto"/>
                <a:cs typeface="Roboto"/>
                <a:sym typeface="Roboto"/>
              </a:rPr>
              <a:t>: Linked values to performance (e.g., creativity → 64.2% success in Ireland).</a:t>
            </a:r>
            <a:endParaRPr>
              <a:solidFill>
                <a:schemeClr val="dk1"/>
              </a:solidFill>
              <a:latin typeface="Roboto"/>
              <a:ea typeface="Roboto"/>
              <a:cs typeface="Roboto"/>
              <a:sym typeface="Roboto"/>
            </a:endParaRPr>
          </a:p>
          <a:p>
            <a:pPr indent="-317500" lvl="0" marL="457200" rtl="0" algn="l">
              <a:lnSpc>
                <a:spcPct val="150000"/>
              </a:lnSpc>
              <a:spcBef>
                <a:spcPts val="0"/>
              </a:spcBef>
              <a:spcAft>
                <a:spcPts val="0"/>
              </a:spcAft>
              <a:buClr>
                <a:schemeClr val="dk1"/>
              </a:buClr>
              <a:buSzPts val="1400"/>
              <a:buFont typeface="Roboto"/>
              <a:buAutoNum type="arabicPeriod"/>
            </a:pPr>
            <a:r>
              <a:rPr b="1" lang="en">
                <a:solidFill>
                  <a:schemeClr val="dk1"/>
                </a:solidFill>
                <a:latin typeface="Roboto"/>
                <a:ea typeface="Roboto"/>
                <a:cs typeface="Roboto"/>
                <a:sym typeface="Roboto"/>
              </a:rPr>
              <a:t>Key Insight</a:t>
            </a:r>
            <a:r>
              <a:rPr lang="en">
                <a:solidFill>
                  <a:schemeClr val="dk1"/>
                </a:solidFill>
                <a:latin typeface="Roboto"/>
                <a:ea typeface="Roboto"/>
                <a:cs typeface="Roboto"/>
                <a:sym typeface="Roboto"/>
              </a:rPr>
              <a:t>:</a:t>
            </a:r>
            <a:endParaRPr>
              <a:solidFill>
                <a:schemeClr val="dk1"/>
              </a:solidFill>
              <a:latin typeface="Roboto"/>
              <a:ea typeface="Roboto"/>
              <a:cs typeface="Roboto"/>
              <a:sym typeface="Roboto"/>
            </a:endParaRPr>
          </a:p>
          <a:p>
            <a:pPr indent="-317500" lvl="1" marL="914400" rtl="0" algn="l">
              <a:lnSpc>
                <a:spcPct val="150000"/>
              </a:lnSpc>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The framework revealed why </a:t>
            </a:r>
            <a:r>
              <a:rPr b="1" lang="en">
                <a:solidFill>
                  <a:schemeClr val="dk1"/>
                </a:solidFill>
                <a:latin typeface="Roboto"/>
                <a:ea typeface="Roboto"/>
                <a:cs typeface="Roboto"/>
                <a:sym typeface="Roboto"/>
              </a:rPr>
              <a:t>culture overrides personal values</a:t>
            </a:r>
            <a:r>
              <a:rPr lang="en">
                <a:solidFill>
                  <a:schemeClr val="dk1"/>
                </a:solidFill>
                <a:latin typeface="Roboto"/>
                <a:ea typeface="Roboto"/>
                <a:cs typeface="Roboto"/>
                <a:sym typeface="Roboto"/>
              </a:rPr>
              <a:t> (e.g., Danish hierarchy stifled innovation).</a:t>
            </a:r>
            <a:endParaRPr>
              <a:solidFill>
                <a:schemeClr val="dk1"/>
              </a:solidFill>
              <a:latin typeface="Roboto"/>
              <a:ea typeface="Roboto"/>
              <a:cs typeface="Roboto"/>
              <a:sym typeface="Roboto"/>
            </a:endParaRPr>
          </a:p>
          <a:p>
            <a:pPr indent="0" lvl="0" marL="0" rtl="0" algn="ctr">
              <a:lnSpc>
                <a:spcPct val="150000"/>
              </a:lnSpc>
              <a:spcBef>
                <a:spcPts val="600"/>
              </a:spcBef>
              <a:spcAft>
                <a:spcPts val="0"/>
              </a:spcAft>
              <a:buNone/>
            </a:pPr>
            <a:r>
              <a:rPr b="1" lang="en">
                <a:solidFill>
                  <a:schemeClr val="dk1"/>
                </a:solidFill>
                <a:latin typeface="Roboto"/>
                <a:ea typeface="Roboto"/>
                <a:cs typeface="Roboto"/>
                <a:sym typeface="Roboto"/>
              </a:rPr>
              <a:t>Values → Leadership Style → Performance</a:t>
            </a:r>
            <a:endParaRPr b="1" sz="1600">
              <a:solidFill>
                <a:schemeClr val="dk1"/>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20"/>
          <p:cNvSpPr txBox="1"/>
          <p:nvPr>
            <p:ph type="title"/>
          </p:nvPr>
        </p:nvSpPr>
        <p:spPr>
          <a:xfrm>
            <a:off x="453600" y="292625"/>
            <a:ext cx="82368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Leadership style by country</a:t>
            </a:r>
            <a:endParaRPr/>
          </a:p>
        </p:txBody>
      </p:sp>
      <p:graphicFrame>
        <p:nvGraphicFramePr>
          <p:cNvPr id="345" name="Google Shape;345;p20"/>
          <p:cNvGraphicFramePr/>
          <p:nvPr/>
        </p:nvGraphicFramePr>
        <p:xfrm>
          <a:off x="952500" y="1446913"/>
          <a:ext cx="3000000" cy="3000000"/>
        </p:xfrm>
        <a:graphic>
          <a:graphicData uri="http://schemas.openxmlformats.org/drawingml/2006/table">
            <a:tbl>
              <a:tblPr>
                <a:noFill/>
                <a:tableStyleId>{6BE81832-F099-495C-8D9A-C53418E13F56}</a:tableStyleId>
              </a:tblPr>
              <a:tblGrid>
                <a:gridCol w="1244275"/>
                <a:gridCol w="1917425"/>
                <a:gridCol w="2267550"/>
                <a:gridCol w="1809750"/>
              </a:tblGrid>
              <a:tr h="381000">
                <a:tc>
                  <a:txBody>
                    <a:bodyPr/>
                    <a:lstStyle/>
                    <a:p>
                      <a:pPr indent="0" lvl="0" marL="0" rtl="0" algn="l">
                        <a:lnSpc>
                          <a:spcPct val="115000"/>
                        </a:lnSpc>
                        <a:spcBef>
                          <a:spcPts val="0"/>
                        </a:spcBef>
                        <a:spcAft>
                          <a:spcPts val="0"/>
                        </a:spcAft>
                        <a:buNone/>
                      </a:pPr>
                      <a:r>
                        <a:rPr b="1" lang="en">
                          <a:solidFill>
                            <a:schemeClr val="dk1"/>
                          </a:solidFill>
                          <a:latin typeface="Times New Roman"/>
                          <a:ea typeface="Times New Roman"/>
                          <a:cs typeface="Times New Roman"/>
                          <a:sym typeface="Times New Roman"/>
                        </a:rPr>
                        <a:t>Country</a:t>
                      </a:r>
                      <a:endParaRPr b="1">
                        <a:solidFill>
                          <a:schemeClr val="dk1"/>
                        </a:solidFill>
                        <a:latin typeface="Times New Roman"/>
                        <a:ea typeface="Times New Roman"/>
                        <a:cs typeface="Times New Roman"/>
                        <a:sym typeface="Times New Roman"/>
                      </a:endParaRPr>
                    </a:p>
                  </a:txBody>
                  <a:tcPr marT="91425" marB="91425" marR="91425" marL="91425">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chemeClr val="dk1"/>
                          </a:solidFill>
                          <a:latin typeface="Times New Roman"/>
                          <a:ea typeface="Times New Roman"/>
                          <a:cs typeface="Times New Roman"/>
                          <a:sym typeface="Times New Roman"/>
                        </a:rPr>
                        <a:t>Leadership Style</a:t>
                      </a:r>
                      <a:endParaRPr b="1">
                        <a:solidFill>
                          <a:schemeClr val="dk1"/>
                        </a:solidFill>
                        <a:latin typeface="Times New Roman"/>
                        <a:ea typeface="Times New Roman"/>
                        <a:cs typeface="Times New Roman"/>
                        <a:sym typeface="Times New Roman"/>
                      </a:endParaRPr>
                    </a:p>
                  </a:txBody>
                  <a:tcPr marT="91425" marB="91425" marR="91425" marL="91425">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chemeClr val="dk1"/>
                          </a:solidFill>
                          <a:latin typeface="Times New Roman"/>
                          <a:ea typeface="Times New Roman"/>
                          <a:cs typeface="Times New Roman"/>
                          <a:sym typeface="Times New Roman"/>
                        </a:rPr>
                        <a:t>Key Values</a:t>
                      </a:r>
                      <a:endParaRPr b="1">
                        <a:solidFill>
                          <a:schemeClr val="dk1"/>
                        </a:solidFill>
                        <a:latin typeface="Times New Roman"/>
                        <a:ea typeface="Times New Roman"/>
                        <a:cs typeface="Times New Roman"/>
                        <a:sym typeface="Times New Roman"/>
                      </a:endParaRPr>
                    </a:p>
                  </a:txBody>
                  <a:tcPr marT="91425" marB="91425" marR="91425" marL="91425">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chemeClr val="dk1"/>
                          </a:solidFill>
                          <a:latin typeface="Times New Roman"/>
                          <a:ea typeface="Times New Roman"/>
                          <a:cs typeface="Times New Roman"/>
                          <a:sym typeface="Times New Roman"/>
                        </a:rPr>
                        <a:t>Performance</a:t>
                      </a:r>
                      <a:endParaRPr b="1">
                        <a:solidFill>
                          <a:schemeClr val="dk1"/>
                        </a:solidFill>
                        <a:latin typeface="Times New Roman"/>
                        <a:ea typeface="Times New Roman"/>
                        <a:cs typeface="Times New Roman"/>
                        <a:sym typeface="Times New Roman"/>
                      </a:endParaRPr>
                    </a:p>
                  </a:txBody>
                  <a:tcPr marT="91425" marB="91425" marR="91425" marL="91425">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Ireland</a:t>
                      </a:r>
                      <a:endParaRPr>
                        <a:solidFill>
                          <a:schemeClr val="dk1"/>
                        </a:solidFill>
                        <a:latin typeface="Times New Roman"/>
                        <a:ea typeface="Times New Roman"/>
                        <a:cs typeface="Times New Roman"/>
                        <a:sym typeface="Times New Roman"/>
                      </a:endParaRPr>
                    </a:p>
                  </a:txBody>
                  <a:tcPr marT="91425" marB="91425" marR="91425" marL="91425">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l">
                        <a:spcBef>
                          <a:spcPts val="0"/>
                        </a:spcBef>
                        <a:spcAft>
                          <a:spcPts val="0"/>
                        </a:spcAft>
                        <a:buNone/>
                      </a:pPr>
                      <a:r>
                        <a:rPr b="1" lang="en">
                          <a:solidFill>
                            <a:schemeClr val="dk1"/>
                          </a:solidFill>
                          <a:latin typeface="Times New Roman"/>
                          <a:ea typeface="Times New Roman"/>
                          <a:cs typeface="Times New Roman"/>
                          <a:sym typeface="Times New Roman"/>
                        </a:rPr>
                        <a:t>Open to Change &amp; Innovation</a:t>
                      </a:r>
                      <a:endParaRPr>
                        <a:solidFill>
                          <a:schemeClr val="dk1"/>
                        </a:solidFill>
                        <a:latin typeface="Times New Roman"/>
                        <a:ea typeface="Times New Roman"/>
                        <a:cs typeface="Times New Roman"/>
                        <a:sym typeface="Times New Roman"/>
                      </a:endParaRPr>
                    </a:p>
                  </a:txBody>
                  <a:tcPr marT="91425" marB="91425" marR="91425" marL="91425">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Creativity, Independence, Innovation</a:t>
                      </a:r>
                      <a:endParaRPr>
                        <a:solidFill>
                          <a:schemeClr val="dk1"/>
                        </a:solidFill>
                        <a:latin typeface="Times New Roman"/>
                        <a:ea typeface="Times New Roman"/>
                        <a:cs typeface="Times New Roman"/>
                        <a:sym typeface="Times New Roman"/>
                      </a:endParaRPr>
                    </a:p>
                  </a:txBody>
                  <a:tcPr marT="91425" marB="91425" marR="91425" marL="91425">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64.2% &gt; 10% 📈</a:t>
                      </a:r>
                      <a:endParaRPr>
                        <a:solidFill>
                          <a:schemeClr val="dk1"/>
                        </a:solidFill>
                        <a:latin typeface="Times New Roman"/>
                        <a:ea typeface="Times New Roman"/>
                        <a:cs typeface="Times New Roman"/>
                        <a:sym typeface="Times New Roman"/>
                      </a:endParaRPr>
                    </a:p>
                  </a:txBody>
                  <a:tcPr marT="91425" marB="91425" marR="91425" marL="91425">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Finland</a:t>
                      </a:r>
                      <a:endParaRPr>
                        <a:solidFill>
                          <a:schemeClr val="dk1"/>
                        </a:solidFill>
                        <a:latin typeface="Times New Roman"/>
                        <a:ea typeface="Times New Roman"/>
                        <a:cs typeface="Times New Roman"/>
                        <a:sym typeface="Times New Roman"/>
                      </a:endParaRPr>
                    </a:p>
                  </a:txBody>
                  <a:tcPr marT="91425" marB="91425" marR="91425" marL="91425">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l">
                        <a:spcBef>
                          <a:spcPts val="0"/>
                        </a:spcBef>
                        <a:spcAft>
                          <a:spcPts val="0"/>
                        </a:spcAft>
                        <a:buNone/>
                      </a:pPr>
                      <a:r>
                        <a:rPr b="1" lang="en">
                          <a:solidFill>
                            <a:schemeClr val="dk1"/>
                          </a:solidFill>
                          <a:latin typeface="Times New Roman"/>
                          <a:ea typeface="Times New Roman"/>
                          <a:cs typeface="Times New Roman"/>
                          <a:sym typeface="Times New Roman"/>
                        </a:rPr>
                        <a:t>Conservation</a:t>
                      </a:r>
                      <a:endParaRPr>
                        <a:solidFill>
                          <a:schemeClr val="dk1"/>
                        </a:solidFill>
                        <a:latin typeface="Times New Roman"/>
                        <a:ea typeface="Times New Roman"/>
                        <a:cs typeface="Times New Roman"/>
                        <a:sym typeface="Times New Roman"/>
                      </a:endParaRPr>
                    </a:p>
                  </a:txBody>
                  <a:tcPr marT="91425" marB="91425" marR="91425" marL="91425">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Tradition, Security, Stability</a:t>
                      </a:r>
                      <a:endParaRPr>
                        <a:solidFill>
                          <a:schemeClr val="dk1"/>
                        </a:solidFill>
                        <a:latin typeface="Times New Roman"/>
                        <a:ea typeface="Times New Roman"/>
                        <a:cs typeface="Times New Roman"/>
                        <a:sym typeface="Times New Roman"/>
                      </a:endParaRPr>
                    </a:p>
                  </a:txBody>
                  <a:tcPr marT="91425" marB="91425" marR="91425" marL="91425">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54.5% &gt; 10% 📊</a:t>
                      </a:r>
                      <a:endParaRPr>
                        <a:solidFill>
                          <a:schemeClr val="dk1"/>
                        </a:solidFill>
                        <a:latin typeface="Times New Roman"/>
                        <a:ea typeface="Times New Roman"/>
                        <a:cs typeface="Times New Roman"/>
                        <a:sym typeface="Times New Roman"/>
                      </a:endParaRPr>
                    </a:p>
                  </a:txBody>
                  <a:tcPr marT="91425" marB="91425" marR="91425" marL="91425">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Denmark</a:t>
                      </a:r>
                      <a:endParaRPr>
                        <a:solidFill>
                          <a:schemeClr val="dk1"/>
                        </a:solidFill>
                        <a:latin typeface="Times New Roman"/>
                        <a:ea typeface="Times New Roman"/>
                        <a:cs typeface="Times New Roman"/>
                        <a:sym typeface="Times New Roman"/>
                      </a:endParaRPr>
                    </a:p>
                  </a:txBody>
                  <a:tcPr marT="91425" marB="91425" marR="91425" marL="91425">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l">
                        <a:spcBef>
                          <a:spcPts val="0"/>
                        </a:spcBef>
                        <a:spcAft>
                          <a:spcPts val="0"/>
                        </a:spcAft>
                        <a:buNone/>
                      </a:pPr>
                      <a:r>
                        <a:rPr b="1" lang="en">
                          <a:solidFill>
                            <a:schemeClr val="dk1"/>
                          </a:solidFill>
                          <a:latin typeface="Times New Roman"/>
                          <a:ea typeface="Times New Roman"/>
                          <a:cs typeface="Times New Roman"/>
                          <a:sym typeface="Times New Roman"/>
                        </a:rPr>
                        <a:t>Conservative &amp; Less Open to Change</a:t>
                      </a:r>
                      <a:endParaRPr b="1">
                        <a:solidFill>
                          <a:schemeClr val="dk1"/>
                        </a:solidFill>
                        <a:latin typeface="Times New Roman"/>
                        <a:ea typeface="Times New Roman"/>
                        <a:cs typeface="Times New Roman"/>
                        <a:sym typeface="Times New Roman"/>
                      </a:endParaRPr>
                    </a:p>
                  </a:txBody>
                  <a:tcPr marT="91425" marB="91425" marR="91425" marL="91425">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Hierarchy, Stability, Conformity</a:t>
                      </a:r>
                      <a:endParaRPr>
                        <a:solidFill>
                          <a:schemeClr val="dk1"/>
                        </a:solidFill>
                        <a:latin typeface="Times New Roman"/>
                        <a:ea typeface="Times New Roman"/>
                        <a:cs typeface="Times New Roman"/>
                        <a:sym typeface="Times New Roman"/>
                      </a:endParaRPr>
                    </a:p>
                  </a:txBody>
                  <a:tcPr marT="91425" marB="91425" marR="91425" marL="91425">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41.2% &gt; </a:t>
                      </a:r>
                      <a:r>
                        <a:rPr lang="en">
                          <a:solidFill>
                            <a:schemeClr val="dk1"/>
                          </a:solidFill>
                          <a:latin typeface="Times New Roman"/>
                          <a:ea typeface="Times New Roman"/>
                          <a:cs typeface="Times New Roman"/>
                          <a:sym typeface="Times New Roman"/>
                        </a:rPr>
                        <a:t>10% 📉</a:t>
                      </a:r>
                      <a:endParaRPr>
                        <a:solidFill>
                          <a:schemeClr val="dk1"/>
                        </a:solidFill>
                        <a:latin typeface="Times New Roman"/>
                        <a:ea typeface="Times New Roman"/>
                        <a:cs typeface="Times New Roman"/>
                        <a:sym typeface="Times New Roman"/>
                      </a:endParaRPr>
                    </a:p>
                  </a:txBody>
                  <a:tcPr marT="91425" marB="91425" marR="91425" marL="91425">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r>
            </a:tbl>
          </a:graphicData>
        </a:graphic>
      </p:graphicFrame>
      <p:sp>
        <p:nvSpPr>
          <p:cNvPr id="346" name="Google Shape;346;p20"/>
          <p:cNvSpPr txBox="1"/>
          <p:nvPr/>
        </p:nvSpPr>
        <p:spPr>
          <a:xfrm>
            <a:off x="619500" y="3619325"/>
            <a:ext cx="7572000" cy="931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600">
                <a:solidFill>
                  <a:schemeClr val="dk1"/>
                </a:solidFill>
                <a:latin typeface="Roboto"/>
                <a:ea typeface="Roboto"/>
                <a:cs typeface="Roboto"/>
                <a:sym typeface="Roboto"/>
              </a:rPr>
              <a:t>Key Points:</a:t>
            </a:r>
            <a:endParaRPr b="1" sz="1600">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Irish leaders scored highest on "creativity" (0.83 correlation) and "curiosity" (0.82).</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Finnish/Danish leaders prioritized "tradition" and </a:t>
            </a:r>
            <a:r>
              <a:rPr lang="en">
                <a:solidFill>
                  <a:schemeClr val="dk1"/>
                </a:solidFill>
                <a:latin typeface="Roboto"/>
                <a:ea typeface="Roboto"/>
                <a:cs typeface="Roboto"/>
                <a:sym typeface="Roboto"/>
              </a:rPr>
              <a:t>"hierarchy.</a:t>
            </a:r>
            <a:r>
              <a:rPr lang="en">
                <a:solidFill>
                  <a:schemeClr val="dk1"/>
                </a:solidFill>
                <a:latin typeface="Roboto"/>
                <a:ea typeface="Roboto"/>
                <a:cs typeface="Roboto"/>
                <a:sym typeface="Roboto"/>
              </a:rPr>
              <a:t>".</a:t>
            </a:r>
            <a:endParaRPr>
              <a:solidFill>
                <a:schemeClr val="dk1"/>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21"/>
          <p:cNvSpPr txBox="1"/>
          <p:nvPr>
            <p:ph type="title"/>
          </p:nvPr>
        </p:nvSpPr>
        <p:spPr>
          <a:xfrm>
            <a:off x="453600" y="292625"/>
            <a:ext cx="82368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What the Data Tell Us?</a:t>
            </a:r>
            <a:endParaRPr/>
          </a:p>
        </p:txBody>
      </p:sp>
      <p:sp>
        <p:nvSpPr>
          <p:cNvPr id="352" name="Google Shape;352;p21"/>
          <p:cNvSpPr/>
          <p:nvPr/>
        </p:nvSpPr>
        <p:spPr>
          <a:xfrm>
            <a:off x="2766363" y="1577400"/>
            <a:ext cx="3096900" cy="5727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Fira Sans Extra Condensed SemiBold"/>
                <a:ea typeface="Fira Sans Extra Condensed SemiBold"/>
                <a:cs typeface="Fira Sans Extra Condensed SemiBold"/>
                <a:sym typeface="Fira Sans Extra Condensed SemiBold"/>
              </a:rPr>
              <a:t>Firm Performance</a:t>
            </a:r>
            <a:endParaRPr sz="1800">
              <a:solidFill>
                <a:schemeClr val="dk1"/>
              </a:solidFill>
              <a:latin typeface="Fira Sans Extra Condensed SemiBold"/>
              <a:ea typeface="Fira Sans Extra Condensed SemiBold"/>
              <a:cs typeface="Fira Sans Extra Condensed SemiBold"/>
              <a:sym typeface="Fira Sans Extra Condensed SemiBold"/>
            </a:endParaRPr>
          </a:p>
        </p:txBody>
      </p:sp>
      <p:grpSp>
        <p:nvGrpSpPr>
          <p:cNvPr id="353" name="Google Shape;353;p21"/>
          <p:cNvGrpSpPr/>
          <p:nvPr/>
        </p:nvGrpSpPr>
        <p:grpSpPr>
          <a:xfrm>
            <a:off x="2766375" y="2361050"/>
            <a:ext cx="2522100" cy="1721625"/>
            <a:chOff x="2756600" y="2754275"/>
            <a:chExt cx="2522100" cy="1721625"/>
          </a:xfrm>
        </p:grpSpPr>
        <p:sp>
          <p:nvSpPr>
            <p:cNvPr id="354" name="Google Shape;354;p21"/>
            <p:cNvSpPr txBox="1"/>
            <p:nvPr/>
          </p:nvSpPr>
          <p:spPr>
            <a:xfrm>
              <a:off x="2756600" y="3490400"/>
              <a:ext cx="2522100" cy="985500"/>
            </a:xfrm>
            <a:prstGeom prst="rect">
              <a:avLst/>
            </a:prstGeom>
            <a:noFill/>
            <a:ln>
              <a:noFill/>
            </a:ln>
          </p:spPr>
          <p:txBody>
            <a:bodyPr anchorCtr="0" anchor="ctr" bIns="91425" lIns="91425" spcFirstLastPara="1" rIns="91425" wrap="square" tIns="91425">
              <a:noAutofit/>
            </a:bodyPr>
            <a:lstStyle/>
            <a:p>
              <a:pPr indent="-317500" lvl="0" marL="457200" rtl="0" algn="l">
                <a:lnSpc>
                  <a:spcPct val="115000"/>
                </a:lnSpc>
                <a:spcBef>
                  <a:spcPts val="300"/>
                </a:spcBef>
                <a:spcAft>
                  <a:spcPts val="0"/>
                </a:spcAft>
                <a:buClr>
                  <a:schemeClr val="dk1"/>
                </a:buClr>
                <a:buSzPts val="1400"/>
                <a:buFont typeface="Roboto"/>
                <a:buChar char="●"/>
              </a:pPr>
              <a:r>
                <a:rPr lang="en">
                  <a:solidFill>
                    <a:schemeClr val="dk1"/>
                  </a:solidFill>
                  <a:latin typeface="Roboto"/>
                  <a:ea typeface="Roboto"/>
                  <a:cs typeface="Roboto"/>
                  <a:sym typeface="Roboto"/>
                </a:rPr>
                <a:t>Ireland’s "openness" = 64.2% success | Finland’s "conservation" = 54.5% success.</a:t>
              </a:r>
              <a:endParaRPr>
                <a:solidFill>
                  <a:schemeClr val="dk1"/>
                </a:solidFill>
                <a:latin typeface="Roboto"/>
                <a:ea typeface="Roboto"/>
                <a:cs typeface="Roboto"/>
                <a:sym typeface="Roboto"/>
              </a:endParaRPr>
            </a:p>
            <a:p>
              <a:pPr indent="0" lvl="0" marL="0" rtl="0" algn="l">
                <a:spcBef>
                  <a:spcPts val="0"/>
                </a:spcBef>
                <a:spcAft>
                  <a:spcPts val="0"/>
                </a:spcAft>
                <a:buNone/>
              </a:pPr>
              <a:r>
                <a:t/>
              </a:r>
              <a:endParaRPr>
                <a:solidFill>
                  <a:schemeClr val="dk1"/>
                </a:solidFill>
                <a:latin typeface="Roboto"/>
                <a:ea typeface="Roboto"/>
                <a:cs typeface="Roboto"/>
                <a:sym typeface="Roboto"/>
              </a:endParaRPr>
            </a:p>
          </p:txBody>
        </p:sp>
        <p:sp>
          <p:nvSpPr>
            <p:cNvPr id="355" name="Google Shape;355;p21"/>
            <p:cNvSpPr/>
            <p:nvPr/>
          </p:nvSpPr>
          <p:spPr>
            <a:xfrm>
              <a:off x="2798799" y="2754275"/>
              <a:ext cx="2479800" cy="5982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Roboto"/>
                  <a:ea typeface="Roboto"/>
                  <a:cs typeface="Roboto"/>
                  <a:sym typeface="Roboto"/>
                </a:rPr>
                <a:t>🎯 Pluralistic Leadership Works</a:t>
              </a:r>
              <a:endParaRPr>
                <a:solidFill>
                  <a:schemeClr val="dk1"/>
                </a:solidFill>
                <a:latin typeface="Fira Sans Extra Condensed SemiBold"/>
                <a:ea typeface="Fira Sans Extra Condensed SemiBold"/>
                <a:cs typeface="Fira Sans Extra Condensed SemiBold"/>
                <a:sym typeface="Fira Sans Extra Condensed SemiBold"/>
              </a:endParaRPr>
            </a:p>
          </p:txBody>
        </p:sp>
      </p:grpSp>
      <p:sp>
        <p:nvSpPr>
          <p:cNvPr id="356" name="Google Shape;356;p21"/>
          <p:cNvSpPr txBox="1"/>
          <p:nvPr/>
        </p:nvSpPr>
        <p:spPr>
          <a:xfrm flipH="1">
            <a:off x="5567375" y="2525825"/>
            <a:ext cx="3268200" cy="1027500"/>
          </a:xfrm>
          <a:prstGeom prst="rect">
            <a:avLst/>
          </a:prstGeom>
          <a:noFill/>
          <a:ln>
            <a:noFill/>
          </a:ln>
        </p:spPr>
        <p:txBody>
          <a:bodyPr anchorCtr="0" anchor="ctr" bIns="91425" lIns="91425" spcFirstLastPara="1" rIns="91425" wrap="square" tIns="91425">
            <a:noAutofit/>
          </a:bodyPr>
          <a:lstStyle/>
          <a:p>
            <a:pPr indent="-317500" lvl="0" marL="457200" rtl="0" algn="l">
              <a:lnSpc>
                <a:spcPct val="115000"/>
              </a:lnSpc>
              <a:spcBef>
                <a:spcPts val="600"/>
              </a:spcBef>
              <a:spcAft>
                <a:spcPts val="0"/>
              </a:spcAft>
              <a:buClr>
                <a:schemeClr val="dk1"/>
              </a:buClr>
              <a:buSzPts val="1400"/>
              <a:buFont typeface="Roboto"/>
              <a:buChar char="●"/>
            </a:pPr>
            <a:r>
              <a:rPr lang="en">
                <a:solidFill>
                  <a:schemeClr val="dk1"/>
                </a:solidFill>
                <a:latin typeface="Roboto"/>
                <a:ea typeface="Roboto"/>
                <a:cs typeface="Roboto"/>
                <a:sym typeface="Roboto"/>
              </a:rPr>
              <a:t>Only value common across all countries (p = 0.035).</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Leaders valuing sustainability performed better globally.</a:t>
            </a:r>
            <a:endParaRPr>
              <a:solidFill>
                <a:schemeClr val="dk1"/>
              </a:solidFill>
              <a:latin typeface="Roboto"/>
              <a:ea typeface="Roboto"/>
              <a:cs typeface="Roboto"/>
              <a:sym typeface="Roboto"/>
            </a:endParaRPr>
          </a:p>
        </p:txBody>
      </p:sp>
      <p:sp>
        <p:nvSpPr>
          <p:cNvPr id="357" name="Google Shape;357;p21"/>
          <p:cNvSpPr/>
          <p:nvPr/>
        </p:nvSpPr>
        <p:spPr>
          <a:xfrm flipH="1">
            <a:off x="5940425" y="1731563"/>
            <a:ext cx="2522100" cy="758400"/>
          </a:xfrm>
          <a:prstGeom prst="round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lnSpc>
                <a:spcPct val="115000"/>
              </a:lnSpc>
              <a:spcBef>
                <a:spcPts val="300"/>
              </a:spcBef>
              <a:spcAft>
                <a:spcPts val="0"/>
              </a:spcAft>
              <a:buNone/>
            </a:pPr>
            <a:r>
              <a:rPr b="1" lang="en">
                <a:solidFill>
                  <a:srgbClr val="F8FAFF"/>
                </a:solidFill>
                <a:latin typeface="Roboto"/>
                <a:ea typeface="Roboto"/>
                <a:cs typeface="Roboto"/>
                <a:sym typeface="Roboto"/>
              </a:rPr>
              <a:t>🌱 Shared Value: Protect the Environment</a:t>
            </a:r>
            <a:endParaRPr>
              <a:solidFill>
                <a:schemeClr val="lt1"/>
              </a:solidFill>
              <a:latin typeface="Fira Sans Extra Condensed SemiBold"/>
              <a:ea typeface="Fira Sans Extra Condensed SemiBold"/>
              <a:cs typeface="Fira Sans Extra Condensed SemiBold"/>
              <a:sym typeface="Fira Sans Extra Condensed SemiBold"/>
            </a:endParaRPr>
          </a:p>
        </p:txBody>
      </p:sp>
      <p:cxnSp>
        <p:nvCxnSpPr>
          <p:cNvPr id="358" name="Google Shape;358;p21"/>
          <p:cNvCxnSpPr>
            <a:stCxn id="352" idx="0"/>
          </p:cNvCxnSpPr>
          <p:nvPr/>
        </p:nvCxnSpPr>
        <p:spPr>
          <a:xfrm rot="5400000">
            <a:off x="3174513" y="456900"/>
            <a:ext cx="19800" cy="2260800"/>
          </a:xfrm>
          <a:prstGeom prst="curvedConnector4">
            <a:avLst>
              <a:gd fmla="val -1202652" name="adj1"/>
              <a:gd fmla="val 84246" name="adj2"/>
            </a:avLst>
          </a:prstGeom>
          <a:noFill/>
          <a:ln cap="flat" cmpd="sng" w="19050">
            <a:solidFill>
              <a:schemeClr val="dk1"/>
            </a:solidFill>
            <a:prstDash val="solid"/>
            <a:round/>
            <a:headEnd len="med" w="med" type="none"/>
            <a:tailEnd len="med" w="med" type="none"/>
          </a:ln>
        </p:spPr>
      </p:cxnSp>
      <p:cxnSp>
        <p:nvCxnSpPr>
          <p:cNvPr id="359" name="Google Shape;359;p21"/>
          <p:cNvCxnSpPr>
            <a:stCxn id="352" idx="0"/>
            <a:endCxn id="357" idx="0"/>
          </p:cNvCxnSpPr>
          <p:nvPr/>
        </p:nvCxnSpPr>
        <p:spPr>
          <a:xfrm flipH="1" rot="-5400000">
            <a:off x="5681013" y="211200"/>
            <a:ext cx="154200" cy="2886600"/>
          </a:xfrm>
          <a:prstGeom prst="curvedConnector3">
            <a:avLst>
              <a:gd fmla="val -154426" name="adj1"/>
            </a:avLst>
          </a:prstGeom>
          <a:noFill/>
          <a:ln cap="flat" cmpd="sng" w="19050">
            <a:solidFill>
              <a:schemeClr val="dk1"/>
            </a:solidFill>
            <a:prstDash val="solid"/>
            <a:round/>
            <a:headEnd len="med" w="med" type="none"/>
            <a:tailEnd len="med" w="med" type="none"/>
          </a:ln>
        </p:spPr>
      </p:cxnSp>
      <p:cxnSp>
        <p:nvCxnSpPr>
          <p:cNvPr id="360" name="Google Shape;360;p21"/>
          <p:cNvCxnSpPr/>
          <p:nvPr/>
        </p:nvCxnSpPr>
        <p:spPr>
          <a:xfrm flipH="1">
            <a:off x="3537725" y="2096742"/>
            <a:ext cx="859800" cy="264300"/>
          </a:xfrm>
          <a:prstGeom prst="curvedConnector2">
            <a:avLst/>
          </a:prstGeom>
          <a:noFill/>
          <a:ln cap="flat" cmpd="sng" w="19050">
            <a:solidFill>
              <a:schemeClr val="dk1"/>
            </a:solidFill>
            <a:prstDash val="solid"/>
            <a:round/>
            <a:headEnd len="med" w="med" type="none"/>
            <a:tailEnd len="med" w="med" type="none"/>
          </a:ln>
        </p:spPr>
      </p:cxnSp>
      <p:grpSp>
        <p:nvGrpSpPr>
          <p:cNvPr id="361" name="Google Shape;361;p21"/>
          <p:cNvGrpSpPr/>
          <p:nvPr/>
        </p:nvGrpSpPr>
        <p:grpSpPr>
          <a:xfrm>
            <a:off x="0" y="1577400"/>
            <a:ext cx="2689200" cy="2050200"/>
            <a:chOff x="0" y="1577400"/>
            <a:chExt cx="2689200" cy="2050200"/>
          </a:xfrm>
        </p:grpSpPr>
        <p:sp>
          <p:nvSpPr>
            <p:cNvPr id="362" name="Google Shape;362;p21"/>
            <p:cNvSpPr/>
            <p:nvPr/>
          </p:nvSpPr>
          <p:spPr>
            <a:xfrm flipH="1">
              <a:off x="386975" y="1577400"/>
              <a:ext cx="2186700" cy="572700"/>
            </a:xfrm>
            <a:prstGeom prst="roundRect">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a:solidFill>
                    <a:schemeClr val="lt1"/>
                  </a:solidFill>
                  <a:latin typeface="Roboto"/>
                  <a:ea typeface="Roboto"/>
                  <a:cs typeface="Roboto"/>
                  <a:sym typeface="Roboto"/>
                </a:rPr>
                <a:t>🌍 Cultural Values Dominate</a:t>
              </a:r>
              <a:endParaRPr>
                <a:solidFill>
                  <a:schemeClr val="lt1"/>
                </a:solidFill>
                <a:latin typeface="Fira Sans Extra Condensed SemiBold"/>
                <a:ea typeface="Fira Sans Extra Condensed SemiBold"/>
                <a:cs typeface="Fira Sans Extra Condensed SemiBold"/>
                <a:sym typeface="Fira Sans Extra Condensed SemiBold"/>
              </a:endParaRPr>
            </a:p>
          </p:txBody>
        </p:sp>
        <p:sp>
          <p:nvSpPr>
            <p:cNvPr id="363" name="Google Shape;363;p21"/>
            <p:cNvSpPr txBox="1"/>
            <p:nvPr/>
          </p:nvSpPr>
          <p:spPr>
            <a:xfrm>
              <a:off x="0" y="2150100"/>
              <a:ext cx="2689200" cy="14775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National culture explains </a:t>
              </a:r>
              <a:r>
                <a:rPr b="1" lang="en">
                  <a:solidFill>
                    <a:schemeClr val="dk1"/>
                  </a:solidFill>
                  <a:latin typeface="Roboto"/>
                  <a:ea typeface="Roboto"/>
                  <a:cs typeface="Roboto"/>
                  <a:sym typeface="Roboto"/>
                </a:rPr>
                <a:t>70%</a:t>
              </a:r>
              <a:r>
                <a:rPr lang="en">
                  <a:solidFill>
                    <a:schemeClr val="dk1"/>
                  </a:solidFill>
                  <a:latin typeface="Roboto"/>
                  <a:ea typeface="Roboto"/>
                  <a:cs typeface="Roboto"/>
                  <a:sym typeface="Roboto"/>
                </a:rPr>
                <a:t> of leadership style (Wald = 4.606 vs. 1.916).</a:t>
              </a:r>
              <a:endParaRPr>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Cultural (70%) vs. Personal (30%) Influence on Leadership</a:t>
              </a:r>
              <a:endParaRPr>
                <a:solidFill>
                  <a:schemeClr val="dk1"/>
                </a:solidFill>
              </a:endParaRPr>
            </a:p>
          </p:txBody>
        </p:sp>
      </p:grpSp>
      <p:sp>
        <p:nvSpPr>
          <p:cNvPr id="364" name="Google Shape;364;p21"/>
          <p:cNvSpPr txBox="1"/>
          <p:nvPr/>
        </p:nvSpPr>
        <p:spPr>
          <a:xfrm>
            <a:off x="2175825" y="4339675"/>
            <a:ext cx="4278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dk1"/>
                </a:solidFill>
                <a:latin typeface="Roboto"/>
                <a:ea typeface="Roboto"/>
                <a:cs typeface="Roboto"/>
                <a:sym typeface="Roboto"/>
              </a:rPr>
              <a:t>🌍 + 💼 = "Green leaders = Global success"</a:t>
            </a:r>
            <a:endParaRPr b="1" sz="16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22"/>
          <p:cNvSpPr txBox="1"/>
          <p:nvPr>
            <p:ph type="title"/>
          </p:nvPr>
        </p:nvSpPr>
        <p:spPr>
          <a:xfrm>
            <a:off x="453600" y="292625"/>
            <a:ext cx="82368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Hypothesis Results</a:t>
            </a:r>
            <a:endParaRPr/>
          </a:p>
        </p:txBody>
      </p:sp>
      <p:graphicFrame>
        <p:nvGraphicFramePr>
          <p:cNvPr id="370" name="Google Shape;370;p22"/>
          <p:cNvGraphicFramePr/>
          <p:nvPr/>
        </p:nvGraphicFramePr>
        <p:xfrm>
          <a:off x="619513" y="1475763"/>
          <a:ext cx="3000000" cy="3000000"/>
        </p:xfrm>
        <a:graphic>
          <a:graphicData uri="http://schemas.openxmlformats.org/drawingml/2006/table">
            <a:tbl>
              <a:tblPr>
                <a:noFill/>
                <a:tableStyleId>{6BE81832-F099-495C-8D9A-C53418E13F56}</a:tableStyleId>
              </a:tblPr>
              <a:tblGrid>
                <a:gridCol w="2625750"/>
                <a:gridCol w="1005075"/>
                <a:gridCol w="4274150"/>
              </a:tblGrid>
              <a:tr h="381000">
                <a:tc>
                  <a:txBody>
                    <a:bodyPr/>
                    <a:lstStyle/>
                    <a:p>
                      <a:pPr indent="0" lvl="0" marL="0" rtl="0" algn="l">
                        <a:lnSpc>
                          <a:spcPct val="115000"/>
                        </a:lnSpc>
                        <a:spcBef>
                          <a:spcPts val="0"/>
                        </a:spcBef>
                        <a:spcAft>
                          <a:spcPts val="0"/>
                        </a:spcAft>
                        <a:buNone/>
                      </a:pPr>
                      <a:r>
                        <a:rPr b="1" lang="en">
                          <a:solidFill>
                            <a:schemeClr val="dk1"/>
                          </a:solidFill>
                          <a:latin typeface="Times New Roman"/>
                          <a:ea typeface="Times New Roman"/>
                          <a:cs typeface="Times New Roman"/>
                          <a:sym typeface="Times New Roman"/>
                        </a:rPr>
                        <a:t>Hypothesis</a:t>
                      </a:r>
                      <a:endParaRPr b="1">
                        <a:solidFill>
                          <a:schemeClr val="dk1"/>
                        </a:solidFill>
                        <a:latin typeface="Times New Roman"/>
                        <a:ea typeface="Times New Roman"/>
                        <a:cs typeface="Times New Roman"/>
                        <a:sym typeface="Times New Roman"/>
                      </a:endParaRPr>
                    </a:p>
                  </a:txBody>
                  <a:tcPr marT="91425" marB="91425" marR="91425" marL="91425">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chemeClr val="dk1"/>
                          </a:solidFill>
                          <a:latin typeface="Times New Roman"/>
                          <a:ea typeface="Times New Roman"/>
                          <a:cs typeface="Times New Roman"/>
                          <a:sym typeface="Times New Roman"/>
                        </a:rPr>
                        <a:t>Result</a:t>
                      </a:r>
                      <a:endParaRPr b="1">
                        <a:solidFill>
                          <a:schemeClr val="dk1"/>
                        </a:solidFill>
                        <a:latin typeface="Times New Roman"/>
                        <a:ea typeface="Times New Roman"/>
                        <a:cs typeface="Times New Roman"/>
                        <a:sym typeface="Times New Roman"/>
                      </a:endParaRPr>
                    </a:p>
                  </a:txBody>
                  <a:tcPr marT="91425" marB="91425" marR="91425" marL="91425">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chemeClr val="dk1"/>
                          </a:solidFill>
                          <a:latin typeface="Times New Roman"/>
                          <a:ea typeface="Times New Roman"/>
                          <a:cs typeface="Times New Roman"/>
                          <a:sym typeface="Times New Roman"/>
                        </a:rPr>
                        <a:t>Explanation</a:t>
                      </a:r>
                      <a:endParaRPr b="1">
                        <a:solidFill>
                          <a:schemeClr val="dk1"/>
                        </a:solidFill>
                        <a:latin typeface="Times New Roman"/>
                        <a:ea typeface="Times New Roman"/>
                        <a:cs typeface="Times New Roman"/>
                        <a:sym typeface="Times New Roman"/>
                      </a:endParaRPr>
                    </a:p>
                  </a:txBody>
                  <a:tcPr marT="91425" marB="91425" marR="91425" marL="91425">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
                          <a:solidFill>
                            <a:srgbClr val="404040"/>
                          </a:solidFill>
                          <a:latin typeface="Roboto"/>
                          <a:ea typeface="Roboto"/>
                          <a:cs typeface="Roboto"/>
                          <a:sym typeface="Roboto"/>
                        </a:rPr>
                        <a:t>H₁:</a:t>
                      </a:r>
                      <a:r>
                        <a:rPr lang="en">
                          <a:solidFill>
                            <a:srgbClr val="404040"/>
                          </a:solidFill>
                          <a:latin typeface="Roboto"/>
                          <a:ea typeface="Roboto"/>
                          <a:cs typeface="Roboto"/>
                          <a:sym typeface="Roboto"/>
                        </a:rPr>
                        <a:t> Pluralistic styles succeed</a:t>
                      </a:r>
                      <a:endParaRPr>
                        <a:solidFill>
                          <a:schemeClr val="dk1"/>
                        </a:solidFill>
                        <a:latin typeface="Times New Roman"/>
                        <a:ea typeface="Times New Roman"/>
                        <a:cs typeface="Times New Roman"/>
                        <a:sym typeface="Times New Roman"/>
                      </a:endParaRPr>
                    </a:p>
                  </a:txBody>
                  <a:tcPr marT="91425" marB="91425" marR="91425" marL="91425">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l">
                        <a:spcBef>
                          <a:spcPts val="0"/>
                        </a:spcBef>
                        <a:spcAft>
                          <a:spcPts val="0"/>
                        </a:spcAft>
                        <a:buNone/>
                      </a:pPr>
                      <a:r>
                        <a:rPr lang="en">
                          <a:solidFill>
                            <a:srgbClr val="F8FAFF"/>
                          </a:solidFill>
                          <a:latin typeface="Roboto"/>
                          <a:ea typeface="Roboto"/>
                          <a:cs typeface="Roboto"/>
                          <a:sym typeface="Roboto"/>
                        </a:rPr>
                        <a:t>✅</a:t>
                      </a:r>
                      <a:endParaRPr>
                        <a:solidFill>
                          <a:schemeClr val="dk1"/>
                        </a:solidFill>
                        <a:latin typeface="Times New Roman"/>
                        <a:ea typeface="Times New Roman"/>
                        <a:cs typeface="Times New Roman"/>
                        <a:sym typeface="Times New Roman"/>
                      </a:endParaRPr>
                    </a:p>
                  </a:txBody>
                  <a:tcPr marT="91425" marB="91425" marR="91425" marL="91425">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Many leadership styles work, but </a:t>
                      </a:r>
                      <a:r>
                        <a:rPr b="1" lang="en">
                          <a:solidFill>
                            <a:schemeClr val="dk1"/>
                          </a:solidFill>
                        </a:rPr>
                        <a:t>they must match the country’s culture.</a:t>
                      </a:r>
                      <a:endParaRPr>
                        <a:solidFill>
                          <a:schemeClr val="dk1"/>
                        </a:solidFill>
                        <a:latin typeface="Times New Roman"/>
                        <a:ea typeface="Times New Roman"/>
                        <a:cs typeface="Times New Roman"/>
                        <a:sym typeface="Times New Roman"/>
                      </a:endParaRPr>
                    </a:p>
                  </a:txBody>
                  <a:tcPr marT="91425" marB="91425" marR="91425" marL="91425">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
                          <a:solidFill>
                            <a:srgbClr val="404040"/>
                          </a:solidFill>
                          <a:latin typeface="Roboto"/>
                          <a:ea typeface="Roboto"/>
                          <a:cs typeface="Roboto"/>
                          <a:sym typeface="Roboto"/>
                        </a:rPr>
                        <a:t>H₂:</a:t>
                      </a:r>
                      <a:r>
                        <a:rPr lang="en">
                          <a:solidFill>
                            <a:srgbClr val="404040"/>
                          </a:solidFill>
                          <a:latin typeface="Roboto"/>
                          <a:ea typeface="Roboto"/>
                          <a:cs typeface="Roboto"/>
                          <a:sym typeface="Roboto"/>
                        </a:rPr>
                        <a:t> Leadership → Performance</a:t>
                      </a:r>
                      <a:endParaRPr>
                        <a:solidFill>
                          <a:schemeClr val="dk1"/>
                        </a:solidFill>
                        <a:latin typeface="Times New Roman"/>
                        <a:ea typeface="Times New Roman"/>
                        <a:cs typeface="Times New Roman"/>
                        <a:sym typeface="Times New Roman"/>
                      </a:endParaRPr>
                    </a:p>
                  </a:txBody>
                  <a:tcPr marT="91425" marB="91425" marR="91425" marL="91425">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a:solidFill>
                            <a:srgbClr val="F8FAFF"/>
                          </a:solidFill>
                          <a:latin typeface="Roboto"/>
                          <a:ea typeface="Roboto"/>
                          <a:cs typeface="Roboto"/>
                          <a:sym typeface="Roboto"/>
                        </a:rPr>
                        <a:t>✅</a:t>
                      </a:r>
                      <a:endParaRPr>
                        <a:solidFill>
                          <a:schemeClr val="dk1"/>
                        </a:solidFill>
                        <a:latin typeface="Times New Roman"/>
                        <a:ea typeface="Times New Roman"/>
                        <a:cs typeface="Times New Roman"/>
                        <a:sym typeface="Times New Roman"/>
                      </a:endParaRPr>
                    </a:p>
                  </a:txBody>
                  <a:tcPr marT="91425" marB="91425" marR="91425" marL="91425">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l">
                        <a:spcBef>
                          <a:spcPts val="0"/>
                        </a:spcBef>
                        <a:spcAft>
                          <a:spcPts val="0"/>
                        </a:spcAft>
                        <a:buNone/>
                      </a:pPr>
                      <a:r>
                        <a:rPr b="1" lang="en">
                          <a:solidFill>
                            <a:schemeClr val="dk1"/>
                          </a:solidFill>
                        </a:rPr>
                        <a:t>The right leadership style</a:t>
                      </a:r>
                      <a:r>
                        <a:rPr lang="en">
                          <a:solidFill>
                            <a:schemeClr val="dk1"/>
                          </a:solidFill>
                        </a:rPr>
                        <a:t> improves company success.</a:t>
                      </a:r>
                      <a:endParaRPr>
                        <a:solidFill>
                          <a:schemeClr val="dk1"/>
                        </a:solidFill>
                        <a:latin typeface="Times New Roman"/>
                        <a:ea typeface="Times New Roman"/>
                        <a:cs typeface="Times New Roman"/>
                        <a:sym typeface="Times New Roman"/>
                      </a:endParaRPr>
                    </a:p>
                  </a:txBody>
                  <a:tcPr marT="91425" marB="91425" marR="91425" marL="91425">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solidFill>
                            <a:srgbClr val="404040"/>
                          </a:solidFill>
                          <a:latin typeface="Roboto"/>
                          <a:ea typeface="Roboto"/>
                          <a:cs typeface="Roboto"/>
                          <a:sym typeface="Roboto"/>
                        </a:rPr>
                        <a:t>H₃: Culture ≠ Personal values</a:t>
                      </a:r>
                      <a:endParaRPr>
                        <a:solidFill>
                          <a:schemeClr val="dk1"/>
                        </a:solidFill>
                        <a:latin typeface="Times New Roman"/>
                        <a:ea typeface="Times New Roman"/>
                        <a:cs typeface="Times New Roman"/>
                        <a:sym typeface="Times New Roman"/>
                      </a:endParaRPr>
                    </a:p>
                  </a:txBody>
                  <a:tcPr marT="91425" marB="91425" marR="91425" marL="91425">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a:solidFill>
                            <a:srgbClr val="F8FAFF"/>
                          </a:solidFill>
                          <a:latin typeface="Roboto"/>
                          <a:ea typeface="Roboto"/>
                          <a:cs typeface="Roboto"/>
                          <a:sym typeface="Roboto"/>
                        </a:rPr>
                        <a:t>✅</a:t>
                      </a:r>
                      <a:endParaRPr b="1">
                        <a:solidFill>
                          <a:schemeClr val="dk1"/>
                        </a:solidFill>
                        <a:latin typeface="Times New Roman"/>
                        <a:ea typeface="Times New Roman"/>
                        <a:cs typeface="Times New Roman"/>
                        <a:sym typeface="Times New Roman"/>
                      </a:endParaRPr>
                    </a:p>
                  </a:txBody>
                  <a:tcPr marT="91425" marB="91425" marR="91425" marL="91425">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Culture has a </a:t>
                      </a:r>
                      <a:r>
                        <a:rPr b="1" lang="en">
                          <a:solidFill>
                            <a:schemeClr val="dk1"/>
                          </a:solidFill>
                        </a:rPr>
                        <a:t>bigger impact</a:t>
                      </a:r>
                      <a:r>
                        <a:rPr lang="en">
                          <a:solidFill>
                            <a:schemeClr val="dk1"/>
                          </a:solidFill>
                        </a:rPr>
                        <a:t> than personal values.</a:t>
                      </a:r>
                      <a:endParaRPr>
                        <a:solidFill>
                          <a:schemeClr val="dk1"/>
                        </a:solidFill>
                        <a:latin typeface="Times New Roman"/>
                        <a:ea typeface="Times New Roman"/>
                        <a:cs typeface="Times New Roman"/>
                        <a:sym typeface="Times New Roman"/>
                      </a:endParaRPr>
                    </a:p>
                  </a:txBody>
                  <a:tcPr marT="91425" marB="91425" marR="91425" marL="91425">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solidFill>
                            <a:srgbClr val="404040"/>
                          </a:solidFill>
                          <a:latin typeface="Roboto"/>
                          <a:ea typeface="Roboto"/>
                          <a:cs typeface="Roboto"/>
                          <a:sym typeface="Roboto"/>
                        </a:rPr>
                        <a:t>H₄: Culture &gt; Personal values</a:t>
                      </a:r>
                      <a:endParaRPr>
                        <a:solidFill>
                          <a:schemeClr val="dk1"/>
                        </a:solidFill>
                        <a:latin typeface="Times New Roman"/>
                        <a:ea typeface="Times New Roman"/>
                        <a:cs typeface="Times New Roman"/>
                        <a:sym typeface="Times New Roman"/>
                      </a:endParaRPr>
                    </a:p>
                  </a:txBody>
                  <a:tcPr marT="91425" marB="91425" marR="91425" marL="91425">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a:solidFill>
                            <a:srgbClr val="F8FAFF"/>
                          </a:solidFill>
                          <a:latin typeface="Roboto"/>
                          <a:ea typeface="Roboto"/>
                          <a:cs typeface="Roboto"/>
                          <a:sym typeface="Roboto"/>
                        </a:rPr>
                        <a:t>✅</a:t>
                      </a:r>
                      <a:endParaRPr b="1">
                        <a:solidFill>
                          <a:schemeClr val="dk1"/>
                        </a:solidFill>
                        <a:latin typeface="Times New Roman"/>
                        <a:ea typeface="Times New Roman"/>
                        <a:cs typeface="Times New Roman"/>
                        <a:sym typeface="Times New Roman"/>
                      </a:endParaRPr>
                    </a:p>
                  </a:txBody>
                  <a:tcPr marT="91425" marB="91425" marR="91425" marL="91425">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l">
                        <a:spcBef>
                          <a:spcPts val="0"/>
                        </a:spcBef>
                        <a:spcAft>
                          <a:spcPts val="0"/>
                        </a:spcAft>
                        <a:buNone/>
                      </a:pPr>
                      <a:r>
                        <a:rPr b="1" lang="en">
                          <a:solidFill>
                            <a:schemeClr val="dk1"/>
                          </a:solidFill>
                        </a:rPr>
                        <a:t>Leadership is shaped more by national culture</a:t>
                      </a:r>
                      <a:r>
                        <a:rPr lang="en">
                          <a:solidFill>
                            <a:schemeClr val="dk1"/>
                          </a:solidFill>
                        </a:rPr>
                        <a:t> than by personal beliefs.</a:t>
                      </a:r>
                      <a:endParaRPr>
                        <a:solidFill>
                          <a:schemeClr val="dk1"/>
                        </a:solidFill>
                        <a:latin typeface="Times New Roman"/>
                        <a:ea typeface="Times New Roman"/>
                        <a:cs typeface="Times New Roman"/>
                        <a:sym typeface="Times New Roman"/>
                      </a:endParaRPr>
                    </a:p>
                  </a:txBody>
                  <a:tcPr marT="91425" marB="91425" marR="91425" marL="91425">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23"/>
          <p:cNvSpPr txBox="1"/>
          <p:nvPr>
            <p:ph type="title"/>
          </p:nvPr>
        </p:nvSpPr>
        <p:spPr>
          <a:xfrm>
            <a:off x="453600" y="292625"/>
            <a:ext cx="82368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Why Cultural Adaptation in Leadership Matters?</a:t>
            </a:r>
            <a:endParaRPr/>
          </a:p>
        </p:txBody>
      </p:sp>
      <p:grpSp>
        <p:nvGrpSpPr>
          <p:cNvPr id="376" name="Google Shape;376;p23"/>
          <p:cNvGrpSpPr/>
          <p:nvPr/>
        </p:nvGrpSpPr>
        <p:grpSpPr>
          <a:xfrm>
            <a:off x="236990" y="1227560"/>
            <a:ext cx="3784912" cy="3381784"/>
            <a:chOff x="714225" y="237700"/>
            <a:chExt cx="6173400" cy="5213975"/>
          </a:xfrm>
        </p:grpSpPr>
        <p:sp>
          <p:nvSpPr>
            <p:cNvPr id="377" name="Google Shape;377;p23"/>
            <p:cNvSpPr/>
            <p:nvPr/>
          </p:nvSpPr>
          <p:spPr>
            <a:xfrm>
              <a:off x="1000550" y="903350"/>
              <a:ext cx="5548300" cy="3127925"/>
            </a:xfrm>
            <a:custGeom>
              <a:rect b="b" l="l" r="r" t="t"/>
              <a:pathLst>
                <a:path extrusionOk="0" h="125117" w="221932">
                  <a:moveTo>
                    <a:pt x="214550" y="0"/>
                  </a:moveTo>
                  <a:cubicBezTo>
                    <a:pt x="204293" y="0"/>
                    <a:pt x="183272" y="1948"/>
                    <a:pt x="182490" y="3920"/>
                  </a:cubicBezTo>
                  <a:cubicBezTo>
                    <a:pt x="181481" y="6461"/>
                    <a:pt x="191322" y="16221"/>
                    <a:pt x="191322" y="16221"/>
                  </a:cubicBezTo>
                  <a:cubicBezTo>
                    <a:pt x="191322" y="16221"/>
                    <a:pt x="153251" y="55662"/>
                    <a:pt x="150347" y="57195"/>
                  </a:cubicBezTo>
                  <a:cubicBezTo>
                    <a:pt x="149379" y="57692"/>
                    <a:pt x="144065" y="57858"/>
                    <a:pt x="137409" y="57858"/>
                  </a:cubicBezTo>
                  <a:cubicBezTo>
                    <a:pt x="124098" y="57858"/>
                    <a:pt x="105421" y="57195"/>
                    <a:pt x="105421" y="57195"/>
                  </a:cubicBezTo>
                  <a:lnTo>
                    <a:pt x="83441" y="79174"/>
                  </a:lnTo>
                  <a:cubicBezTo>
                    <a:pt x="83441" y="79174"/>
                    <a:pt x="63026" y="78457"/>
                    <a:pt x="48436" y="78457"/>
                  </a:cubicBezTo>
                  <a:cubicBezTo>
                    <a:pt x="41141" y="78457"/>
                    <a:pt x="35302" y="78637"/>
                    <a:pt x="34200" y="79174"/>
                  </a:cubicBezTo>
                  <a:cubicBezTo>
                    <a:pt x="30933" y="80787"/>
                    <a:pt x="0" y="110470"/>
                    <a:pt x="0" y="112607"/>
                  </a:cubicBezTo>
                  <a:cubicBezTo>
                    <a:pt x="0" y="114713"/>
                    <a:pt x="9903" y="125116"/>
                    <a:pt x="12356" y="125116"/>
                  </a:cubicBezTo>
                  <a:cubicBezTo>
                    <a:pt x="12393" y="125116"/>
                    <a:pt x="12429" y="125114"/>
                    <a:pt x="12462" y="125109"/>
                  </a:cubicBezTo>
                  <a:cubicBezTo>
                    <a:pt x="14761" y="124786"/>
                    <a:pt x="40249" y="98290"/>
                    <a:pt x="42104" y="97242"/>
                  </a:cubicBezTo>
                  <a:cubicBezTo>
                    <a:pt x="42943" y="96760"/>
                    <a:pt x="52576" y="96625"/>
                    <a:pt x="63054" y="96625"/>
                  </a:cubicBezTo>
                  <a:cubicBezTo>
                    <a:pt x="76248" y="96625"/>
                    <a:pt x="90781" y="96838"/>
                    <a:pt x="90781" y="96838"/>
                  </a:cubicBezTo>
                  <a:lnTo>
                    <a:pt x="112761" y="74859"/>
                  </a:lnTo>
                  <a:cubicBezTo>
                    <a:pt x="112761" y="74859"/>
                    <a:pt x="131635" y="75468"/>
                    <a:pt x="144946" y="75468"/>
                  </a:cubicBezTo>
                  <a:cubicBezTo>
                    <a:pt x="151602" y="75468"/>
                    <a:pt x="156867" y="75316"/>
                    <a:pt x="157687" y="74859"/>
                  </a:cubicBezTo>
                  <a:cubicBezTo>
                    <a:pt x="160107" y="73488"/>
                    <a:pt x="203824" y="28682"/>
                    <a:pt x="203824" y="28682"/>
                  </a:cubicBezTo>
                  <a:cubicBezTo>
                    <a:pt x="203824" y="28682"/>
                    <a:pt x="214074" y="39130"/>
                    <a:pt x="215834" y="39130"/>
                  </a:cubicBezTo>
                  <a:cubicBezTo>
                    <a:pt x="215851" y="39130"/>
                    <a:pt x="215867" y="39129"/>
                    <a:pt x="215882" y="39127"/>
                  </a:cubicBezTo>
                  <a:cubicBezTo>
                    <a:pt x="217495" y="38885"/>
                    <a:pt x="221932" y="2226"/>
                    <a:pt x="219996" y="532"/>
                  </a:cubicBezTo>
                  <a:cubicBezTo>
                    <a:pt x="219571" y="162"/>
                    <a:pt x="217508" y="0"/>
                    <a:pt x="21455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23"/>
            <p:cNvSpPr/>
            <p:nvPr/>
          </p:nvSpPr>
          <p:spPr>
            <a:xfrm>
              <a:off x="5778550" y="1302800"/>
              <a:ext cx="239975" cy="238975"/>
            </a:xfrm>
            <a:custGeom>
              <a:rect b="b" l="l" r="r" t="t"/>
              <a:pathLst>
                <a:path extrusionOk="0" h="9559" w="9599">
                  <a:moveTo>
                    <a:pt x="363" y="1"/>
                  </a:moveTo>
                  <a:lnTo>
                    <a:pt x="0" y="363"/>
                  </a:lnTo>
                  <a:lnTo>
                    <a:pt x="9235" y="9559"/>
                  </a:lnTo>
                  <a:lnTo>
                    <a:pt x="9598" y="9196"/>
                  </a:lnTo>
                  <a:lnTo>
                    <a:pt x="363"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23"/>
            <p:cNvSpPr/>
            <p:nvPr/>
          </p:nvSpPr>
          <p:spPr>
            <a:xfrm>
              <a:off x="1900900" y="1001350"/>
              <a:ext cx="3346325" cy="2788150"/>
            </a:xfrm>
            <a:custGeom>
              <a:rect b="b" l="l" r="r" t="t"/>
              <a:pathLst>
                <a:path extrusionOk="0" h="111526" w="133853">
                  <a:moveTo>
                    <a:pt x="100379" y="0"/>
                  </a:moveTo>
                  <a:cubicBezTo>
                    <a:pt x="94895" y="0"/>
                    <a:pt x="78924" y="161"/>
                    <a:pt x="69608" y="3307"/>
                  </a:cubicBezTo>
                  <a:cubicBezTo>
                    <a:pt x="60292" y="6412"/>
                    <a:pt x="44927" y="86143"/>
                    <a:pt x="0" y="86788"/>
                  </a:cubicBezTo>
                  <a:cubicBezTo>
                    <a:pt x="19290" y="104343"/>
                    <a:pt x="43434" y="111525"/>
                    <a:pt x="67437" y="111525"/>
                  </a:cubicBezTo>
                  <a:cubicBezTo>
                    <a:pt x="80820" y="111525"/>
                    <a:pt x="94160" y="109292"/>
                    <a:pt x="106590" y="105380"/>
                  </a:cubicBezTo>
                  <a:cubicBezTo>
                    <a:pt x="133853" y="70415"/>
                    <a:pt x="109978" y="5364"/>
                    <a:pt x="10037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23"/>
            <p:cNvSpPr/>
            <p:nvPr/>
          </p:nvSpPr>
          <p:spPr>
            <a:xfrm>
              <a:off x="2337450" y="2525775"/>
              <a:ext cx="956850" cy="1014300"/>
            </a:xfrm>
            <a:custGeom>
              <a:rect b="b" l="l" r="r" t="t"/>
              <a:pathLst>
                <a:path extrusionOk="0" h="40572" w="38274">
                  <a:moveTo>
                    <a:pt x="37789" y="1"/>
                  </a:moveTo>
                  <a:cubicBezTo>
                    <a:pt x="30651" y="17060"/>
                    <a:pt x="17907" y="29885"/>
                    <a:pt x="1" y="38112"/>
                  </a:cubicBezTo>
                  <a:lnTo>
                    <a:pt x="202" y="38596"/>
                  </a:lnTo>
                  <a:cubicBezTo>
                    <a:pt x="16778" y="30973"/>
                    <a:pt x="28917" y="19480"/>
                    <a:pt x="36378" y="4356"/>
                  </a:cubicBezTo>
                  <a:lnTo>
                    <a:pt x="36378" y="4356"/>
                  </a:lnTo>
                  <a:cubicBezTo>
                    <a:pt x="30611" y="20125"/>
                    <a:pt x="19681" y="32143"/>
                    <a:pt x="3792" y="40128"/>
                  </a:cubicBezTo>
                  <a:lnTo>
                    <a:pt x="4034" y="40572"/>
                  </a:lnTo>
                  <a:cubicBezTo>
                    <a:pt x="21456" y="31820"/>
                    <a:pt x="32990" y="18229"/>
                    <a:pt x="38273" y="162"/>
                  </a:cubicBezTo>
                  <a:lnTo>
                    <a:pt x="3778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23"/>
            <p:cNvSpPr/>
            <p:nvPr/>
          </p:nvSpPr>
          <p:spPr>
            <a:xfrm>
              <a:off x="3067425" y="3313200"/>
              <a:ext cx="311550" cy="434575"/>
            </a:xfrm>
            <a:custGeom>
              <a:rect b="b" l="l" r="r" t="t"/>
              <a:pathLst>
                <a:path extrusionOk="0" h="17383" w="12462">
                  <a:moveTo>
                    <a:pt x="11938" y="1"/>
                  </a:moveTo>
                  <a:cubicBezTo>
                    <a:pt x="8953" y="9438"/>
                    <a:pt x="81" y="16939"/>
                    <a:pt x="0" y="16979"/>
                  </a:cubicBezTo>
                  <a:lnTo>
                    <a:pt x="323" y="17383"/>
                  </a:lnTo>
                  <a:cubicBezTo>
                    <a:pt x="403" y="17302"/>
                    <a:pt x="9397" y="9720"/>
                    <a:pt x="12462" y="162"/>
                  </a:cubicBezTo>
                  <a:lnTo>
                    <a:pt x="1193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23"/>
            <p:cNvSpPr/>
            <p:nvPr/>
          </p:nvSpPr>
          <p:spPr>
            <a:xfrm>
              <a:off x="4354925" y="2609475"/>
              <a:ext cx="416425" cy="1085875"/>
            </a:xfrm>
            <a:custGeom>
              <a:rect b="b" l="l" r="r" t="t"/>
              <a:pathLst>
                <a:path extrusionOk="0" h="43435" w="16657">
                  <a:moveTo>
                    <a:pt x="16172" y="0"/>
                  </a:moveTo>
                  <a:cubicBezTo>
                    <a:pt x="16172" y="242"/>
                    <a:pt x="14317" y="23391"/>
                    <a:pt x="0" y="43152"/>
                  </a:cubicBezTo>
                  <a:lnTo>
                    <a:pt x="404" y="43434"/>
                  </a:lnTo>
                  <a:cubicBezTo>
                    <a:pt x="14801" y="23552"/>
                    <a:pt x="16656" y="282"/>
                    <a:pt x="16656" y="40"/>
                  </a:cubicBezTo>
                  <a:lnTo>
                    <a:pt x="16172"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23"/>
            <p:cNvSpPr/>
            <p:nvPr/>
          </p:nvSpPr>
          <p:spPr>
            <a:xfrm>
              <a:off x="5412550" y="237700"/>
              <a:ext cx="299475" cy="323075"/>
            </a:xfrm>
            <a:custGeom>
              <a:rect b="b" l="l" r="r" t="t"/>
              <a:pathLst>
                <a:path extrusionOk="0" h="12923" w="11979">
                  <a:moveTo>
                    <a:pt x="8688" y="0"/>
                  </a:moveTo>
                  <a:cubicBezTo>
                    <a:pt x="8565" y="0"/>
                    <a:pt x="8438" y="18"/>
                    <a:pt x="8308" y="57"/>
                  </a:cubicBezTo>
                  <a:lnTo>
                    <a:pt x="6050" y="1066"/>
                  </a:lnTo>
                  <a:cubicBezTo>
                    <a:pt x="5952" y="1012"/>
                    <a:pt x="5830" y="987"/>
                    <a:pt x="5689" y="987"/>
                  </a:cubicBezTo>
                  <a:cubicBezTo>
                    <a:pt x="4673" y="987"/>
                    <a:pt x="2710" y="2282"/>
                    <a:pt x="2178" y="3203"/>
                  </a:cubicBezTo>
                  <a:cubicBezTo>
                    <a:pt x="1573" y="4292"/>
                    <a:pt x="1452" y="7720"/>
                    <a:pt x="1452" y="7720"/>
                  </a:cubicBezTo>
                  <a:lnTo>
                    <a:pt x="1" y="9696"/>
                  </a:lnTo>
                  <a:lnTo>
                    <a:pt x="5526" y="12922"/>
                  </a:lnTo>
                  <a:lnTo>
                    <a:pt x="6574" y="11632"/>
                  </a:lnTo>
                  <a:cubicBezTo>
                    <a:pt x="8268" y="11228"/>
                    <a:pt x="9962" y="9212"/>
                    <a:pt x="9962" y="9212"/>
                  </a:cubicBezTo>
                  <a:cubicBezTo>
                    <a:pt x="11736" y="8809"/>
                    <a:pt x="11978" y="7276"/>
                    <a:pt x="10970" y="6591"/>
                  </a:cubicBezTo>
                  <a:cubicBezTo>
                    <a:pt x="11898" y="5945"/>
                    <a:pt x="11575" y="4534"/>
                    <a:pt x="10486" y="4373"/>
                  </a:cubicBezTo>
                  <a:cubicBezTo>
                    <a:pt x="11581" y="3317"/>
                    <a:pt x="10819" y="2110"/>
                    <a:pt x="9780" y="2110"/>
                  </a:cubicBezTo>
                  <a:cubicBezTo>
                    <a:pt x="9747" y="2110"/>
                    <a:pt x="9713" y="2112"/>
                    <a:pt x="9680" y="2114"/>
                  </a:cubicBezTo>
                  <a:cubicBezTo>
                    <a:pt x="10400" y="1250"/>
                    <a:pt x="9706" y="0"/>
                    <a:pt x="8688" y="0"/>
                  </a:cubicBezTo>
                  <a:close/>
                </a:path>
              </a:pathLst>
            </a:custGeom>
            <a:solidFill>
              <a:srgbClr val="EFAB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23"/>
            <p:cNvSpPr/>
            <p:nvPr/>
          </p:nvSpPr>
          <p:spPr>
            <a:xfrm>
              <a:off x="5539600" y="397400"/>
              <a:ext cx="40350" cy="103875"/>
            </a:xfrm>
            <a:custGeom>
              <a:rect b="b" l="l" r="r" t="t"/>
              <a:pathLst>
                <a:path extrusionOk="0" h="4155" w="1614">
                  <a:moveTo>
                    <a:pt x="1331" y="1"/>
                  </a:moveTo>
                  <a:lnTo>
                    <a:pt x="847" y="122"/>
                  </a:lnTo>
                  <a:cubicBezTo>
                    <a:pt x="1049" y="1413"/>
                    <a:pt x="766" y="2784"/>
                    <a:pt x="0" y="3873"/>
                  </a:cubicBezTo>
                  <a:lnTo>
                    <a:pt x="403" y="4155"/>
                  </a:lnTo>
                  <a:cubicBezTo>
                    <a:pt x="1250" y="2985"/>
                    <a:pt x="1613" y="1453"/>
                    <a:pt x="1331" y="1"/>
                  </a:cubicBez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23"/>
            <p:cNvSpPr/>
            <p:nvPr/>
          </p:nvSpPr>
          <p:spPr>
            <a:xfrm>
              <a:off x="5521450" y="260300"/>
              <a:ext cx="122000" cy="134125"/>
            </a:xfrm>
            <a:custGeom>
              <a:rect b="b" l="l" r="r" t="t"/>
              <a:pathLst>
                <a:path extrusionOk="0" h="5365" w="4880">
                  <a:moveTo>
                    <a:pt x="1896" y="0"/>
                  </a:moveTo>
                  <a:lnTo>
                    <a:pt x="1492" y="283"/>
                  </a:lnTo>
                  <a:lnTo>
                    <a:pt x="4275" y="4517"/>
                  </a:lnTo>
                  <a:cubicBezTo>
                    <a:pt x="4114" y="4719"/>
                    <a:pt x="3872" y="4840"/>
                    <a:pt x="3630" y="4880"/>
                  </a:cubicBezTo>
                  <a:cubicBezTo>
                    <a:pt x="3607" y="4882"/>
                    <a:pt x="3583" y="4883"/>
                    <a:pt x="3558" y="4883"/>
                  </a:cubicBezTo>
                  <a:cubicBezTo>
                    <a:pt x="3050" y="4883"/>
                    <a:pt x="2055" y="4467"/>
                    <a:pt x="363" y="2622"/>
                  </a:cubicBezTo>
                  <a:lnTo>
                    <a:pt x="0" y="2985"/>
                  </a:lnTo>
                  <a:cubicBezTo>
                    <a:pt x="1492" y="4598"/>
                    <a:pt x="2662" y="5364"/>
                    <a:pt x="3549" y="5364"/>
                  </a:cubicBezTo>
                  <a:lnTo>
                    <a:pt x="3670" y="5364"/>
                  </a:lnTo>
                  <a:cubicBezTo>
                    <a:pt x="4154" y="5324"/>
                    <a:pt x="4557" y="5041"/>
                    <a:pt x="4799" y="4638"/>
                  </a:cubicBezTo>
                  <a:lnTo>
                    <a:pt x="4880" y="4517"/>
                  </a:lnTo>
                  <a:lnTo>
                    <a:pt x="1896" y="0"/>
                  </a:ln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23"/>
            <p:cNvSpPr/>
            <p:nvPr/>
          </p:nvSpPr>
          <p:spPr>
            <a:xfrm>
              <a:off x="5598075" y="285500"/>
              <a:ext cx="59500" cy="41350"/>
            </a:xfrm>
            <a:custGeom>
              <a:rect b="b" l="l" r="r" t="t"/>
              <a:pathLst>
                <a:path extrusionOk="0" h="1654" w="2380">
                  <a:moveTo>
                    <a:pt x="2138" y="0"/>
                  </a:moveTo>
                  <a:lnTo>
                    <a:pt x="0" y="1210"/>
                  </a:lnTo>
                  <a:lnTo>
                    <a:pt x="242" y="1654"/>
                  </a:lnTo>
                  <a:lnTo>
                    <a:pt x="2380" y="444"/>
                  </a:lnTo>
                  <a:lnTo>
                    <a:pt x="2138" y="0"/>
                  </a:ln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23"/>
            <p:cNvSpPr/>
            <p:nvPr/>
          </p:nvSpPr>
          <p:spPr>
            <a:xfrm>
              <a:off x="5629325" y="342975"/>
              <a:ext cx="47400" cy="30275"/>
            </a:xfrm>
            <a:custGeom>
              <a:rect b="b" l="l" r="r" t="t"/>
              <a:pathLst>
                <a:path extrusionOk="0" h="1211" w="1896">
                  <a:moveTo>
                    <a:pt x="1694" y="0"/>
                  </a:moveTo>
                  <a:lnTo>
                    <a:pt x="0" y="766"/>
                  </a:lnTo>
                  <a:lnTo>
                    <a:pt x="202" y="1210"/>
                  </a:lnTo>
                  <a:lnTo>
                    <a:pt x="1896" y="444"/>
                  </a:lnTo>
                  <a:lnTo>
                    <a:pt x="1694" y="0"/>
                  </a:ln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23"/>
            <p:cNvSpPr/>
            <p:nvPr/>
          </p:nvSpPr>
          <p:spPr>
            <a:xfrm>
              <a:off x="5575875" y="379275"/>
              <a:ext cx="113975" cy="54450"/>
            </a:xfrm>
            <a:custGeom>
              <a:rect b="b" l="l" r="r" t="t"/>
              <a:pathLst>
                <a:path extrusionOk="0" h="2178" w="4559">
                  <a:moveTo>
                    <a:pt x="445" y="0"/>
                  </a:moveTo>
                  <a:cubicBezTo>
                    <a:pt x="82" y="363"/>
                    <a:pt x="1" y="968"/>
                    <a:pt x="283" y="1412"/>
                  </a:cubicBezTo>
                  <a:cubicBezTo>
                    <a:pt x="525" y="1855"/>
                    <a:pt x="1009" y="2178"/>
                    <a:pt x="1533" y="2178"/>
                  </a:cubicBezTo>
                  <a:cubicBezTo>
                    <a:pt x="1654" y="2178"/>
                    <a:pt x="1775" y="2138"/>
                    <a:pt x="1937" y="2097"/>
                  </a:cubicBezTo>
                  <a:lnTo>
                    <a:pt x="4558" y="1170"/>
                  </a:lnTo>
                  <a:lnTo>
                    <a:pt x="4356" y="686"/>
                  </a:lnTo>
                  <a:lnTo>
                    <a:pt x="1775" y="1613"/>
                  </a:lnTo>
                  <a:cubicBezTo>
                    <a:pt x="1688" y="1640"/>
                    <a:pt x="1598" y="1653"/>
                    <a:pt x="1509" y="1653"/>
                  </a:cubicBezTo>
                  <a:cubicBezTo>
                    <a:pt x="1190" y="1653"/>
                    <a:pt x="885" y="1485"/>
                    <a:pt x="727" y="1170"/>
                  </a:cubicBezTo>
                  <a:cubicBezTo>
                    <a:pt x="566" y="928"/>
                    <a:pt x="566" y="605"/>
                    <a:pt x="767" y="363"/>
                  </a:cubicBezTo>
                  <a:lnTo>
                    <a:pt x="445" y="0"/>
                  </a:ln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23"/>
            <p:cNvSpPr/>
            <p:nvPr/>
          </p:nvSpPr>
          <p:spPr>
            <a:xfrm>
              <a:off x="5604125" y="421600"/>
              <a:ext cx="59500" cy="55475"/>
            </a:xfrm>
            <a:custGeom>
              <a:rect b="b" l="l" r="r" t="t"/>
              <a:pathLst>
                <a:path extrusionOk="0" h="2219" w="2380">
                  <a:moveTo>
                    <a:pt x="403" y="1"/>
                  </a:moveTo>
                  <a:cubicBezTo>
                    <a:pt x="40" y="404"/>
                    <a:pt x="0" y="1009"/>
                    <a:pt x="323" y="1453"/>
                  </a:cubicBezTo>
                  <a:cubicBezTo>
                    <a:pt x="605" y="1937"/>
                    <a:pt x="1129" y="2219"/>
                    <a:pt x="1694" y="2219"/>
                  </a:cubicBezTo>
                  <a:cubicBezTo>
                    <a:pt x="1936" y="2219"/>
                    <a:pt x="2178" y="2179"/>
                    <a:pt x="2380" y="2098"/>
                  </a:cubicBezTo>
                  <a:lnTo>
                    <a:pt x="2218" y="1614"/>
                  </a:lnTo>
                  <a:cubicBezTo>
                    <a:pt x="2059" y="1688"/>
                    <a:pt x="1888" y="1724"/>
                    <a:pt x="1719" y="1724"/>
                  </a:cubicBezTo>
                  <a:cubicBezTo>
                    <a:pt x="1334" y="1724"/>
                    <a:pt x="963" y="1535"/>
                    <a:pt x="766" y="1170"/>
                  </a:cubicBezTo>
                  <a:cubicBezTo>
                    <a:pt x="565" y="928"/>
                    <a:pt x="565" y="606"/>
                    <a:pt x="766" y="404"/>
                  </a:cubicBezTo>
                  <a:lnTo>
                    <a:pt x="403" y="1"/>
                  </a:ln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23"/>
            <p:cNvSpPr/>
            <p:nvPr/>
          </p:nvSpPr>
          <p:spPr>
            <a:xfrm>
              <a:off x="5358100" y="413550"/>
              <a:ext cx="221850" cy="236950"/>
            </a:xfrm>
            <a:custGeom>
              <a:rect b="b" l="l" r="r" t="t"/>
              <a:pathLst>
                <a:path extrusionOk="0" h="9478" w="8874">
                  <a:moveTo>
                    <a:pt x="3348" y="0"/>
                  </a:moveTo>
                  <a:lnTo>
                    <a:pt x="1" y="2944"/>
                  </a:lnTo>
                  <a:cubicBezTo>
                    <a:pt x="928" y="3872"/>
                    <a:pt x="1775" y="4840"/>
                    <a:pt x="2542" y="5848"/>
                  </a:cubicBezTo>
                  <a:cubicBezTo>
                    <a:pt x="3429" y="7058"/>
                    <a:pt x="4276" y="8227"/>
                    <a:pt x="5123" y="9478"/>
                  </a:cubicBezTo>
                  <a:lnTo>
                    <a:pt x="8873" y="5485"/>
                  </a:lnTo>
                  <a:lnTo>
                    <a:pt x="334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23"/>
            <p:cNvSpPr/>
            <p:nvPr/>
          </p:nvSpPr>
          <p:spPr>
            <a:xfrm>
              <a:off x="4103875" y="4241700"/>
              <a:ext cx="561600" cy="220900"/>
            </a:xfrm>
            <a:custGeom>
              <a:rect b="b" l="l" r="r" t="t"/>
              <a:pathLst>
                <a:path extrusionOk="0" h="8836" w="22464">
                  <a:moveTo>
                    <a:pt x="7731" y="0"/>
                  </a:moveTo>
                  <a:cubicBezTo>
                    <a:pt x="6014" y="0"/>
                    <a:pt x="3991" y="257"/>
                    <a:pt x="2948" y="257"/>
                  </a:cubicBezTo>
                  <a:cubicBezTo>
                    <a:pt x="2825" y="257"/>
                    <a:pt x="2715" y="254"/>
                    <a:pt x="2622" y="246"/>
                  </a:cubicBezTo>
                  <a:cubicBezTo>
                    <a:pt x="1331" y="1657"/>
                    <a:pt x="162" y="5408"/>
                    <a:pt x="0" y="8836"/>
                  </a:cubicBezTo>
                  <a:lnTo>
                    <a:pt x="22423" y="8836"/>
                  </a:lnTo>
                  <a:cubicBezTo>
                    <a:pt x="22464" y="5206"/>
                    <a:pt x="18955" y="4521"/>
                    <a:pt x="16495" y="3916"/>
                  </a:cubicBezTo>
                  <a:cubicBezTo>
                    <a:pt x="14035" y="3311"/>
                    <a:pt x="10365" y="488"/>
                    <a:pt x="10365" y="488"/>
                  </a:cubicBezTo>
                  <a:cubicBezTo>
                    <a:pt x="9870" y="113"/>
                    <a:pt x="8868" y="0"/>
                    <a:pt x="773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23"/>
            <p:cNvSpPr/>
            <p:nvPr/>
          </p:nvSpPr>
          <p:spPr>
            <a:xfrm>
              <a:off x="3097650" y="4240775"/>
              <a:ext cx="493050" cy="221825"/>
            </a:xfrm>
            <a:custGeom>
              <a:rect b="b" l="l" r="r" t="t"/>
              <a:pathLst>
                <a:path extrusionOk="0" h="8873" w="19722">
                  <a:moveTo>
                    <a:pt x="17947" y="1"/>
                  </a:moveTo>
                  <a:lnTo>
                    <a:pt x="10406" y="41"/>
                  </a:lnTo>
                  <a:cubicBezTo>
                    <a:pt x="10406" y="41"/>
                    <a:pt x="7583" y="3066"/>
                    <a:pt x="5365" y="3590"/>
                  </a:cubicBezTo>
                  <a:cubicBezTo>
                    <a:pt x="2743" y="4275"/>
                    <a:pt x="1" y="4961"/>
                    <a:pt x="41" y="8873"/>
                  </a:cubicBezTo>
                  <a:lnTo>
                    <a:pt x="19198" y="8873"/>
                  </a:lnTo>
                  <a:cubicBezTo>
                    <a:pt x="19198" y="8873"/>
                    <a:pt x="19722" y="3267"/>
                    <a:pt x="17947"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23"/>
            <p:cNvSpPr/>
            <p:nvPr/>
          </p:nvSpPr>
          <p:spPr>
            <a:xfrm>
              <a:off x="4410375" y="437750"/>
              <a:ext cx="1145375" cy="933625"/>
            </a:xfrm>
            <a:custGeom>
              <a:rect b="b" l="l" r="r" t="t"/>
              <a:pathLst>
                <a:path extrusionOk="0" h="37345" w="45815">
                  <a:moveTo>
                    <a:pt x="38716" y="0"/>
                  </a:moveTo>
                  <a:lnTo>
                    <a:pt x="20810" y="16293"/>
                  </a:lnTo>
                  <a:lnTo>
                    <a:pt x="0" y="21939"/>
                  </a:lnTo>
                  <a:lnTo>
                    <a:pt x="5606" y="37345"/>
                  </a:lnTo>
                  <a:cubicBezTo>
                    <a:pt x="5606" y="37345"/>
                    <a:pt x="21254" y="31538"/>
                    <a:pt x="28070" y="26416"/>
                  </a:cubicBezTo>
                  <a:cubicBezTo>
                    <a:pt x="34845" y="21334"/>
                    <a:pt x="45814" y="7017"/>
                    <a:pt x="45814" y="7017"/>
                  </a:cubicBezTo>
                  <a:lnTo>
                    <a:pt x="38716"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23"/>
            <p:cNvSpPr/>
            <p:nvPr/>
          </p:nvSpPr>
          <p:spPr>
            <a:xfrm>
              <a:off x="3938525" y="707950"/>
              <a:ext cx="236950" cy="434600"/>
            </a:xfrm>
            <a:custGeom>
              <a:rect b="b" l="l" r="r" t="t"/>
              <a:pathLst>
                <a:path extrusionOk="0" h="17384" w="9478">
                  <a:moveTo>
                    <a:pt x="0" y="0"/>
                  </a:moveTo>
                  <a:lnTo>
                    <a:pt x="0" y="15487"/>
                  </a:lnTo>
                  <a:cubicBezTo>
                    <a:pt x="1859" y="16662"/>
                    <a:pt x="3638" y="17384"/>
                    <a:pt x="5308" y="17384"/>
                  </a:cubicBezTo>
                  <a:cubicBezTo>
                    <a:pt x="6791" y="17384"/>
                    <a:pt x="8188" y="16814"/>
                    <a:pt x="9478" y="15487"/>
                  </a:cubicBezTo>
                  <a:lnTo>
                    <a:pt x="9478" y="0"/>
                  </a:lnTo>
                  <a:close/>
                </a:path>
              </a:pathLst>
            </a:custGeom>
            <a:solidFill>
              <a:srgbClr val="EFAB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23"/>
            <p:cNvSpPr/>
            <p:nvPr/>
          </p:nvSpPr>
          <p:spPr>
            <a:xfrm>
              <a:off x="3938525" y="707950"/>
              <a:ext cx="236950" cy="276950"/>
            </a:xfrm>
            <a:custGeom>
              <a:rect b="b" l="l" r="r" t="t"/>
              <a:pathLst>
                <a:path extrusionOk="0" h="11078" w="9478">
                  <a:moveTo>
                    <a:pt x="0" y="0"/>
                  </a:moveTo>
                  <a:lnTo>
                    <a:pt x="0" y="9115"/>
                  </a:lnTo>
                  <a:cubicBezTo>
                    <a:pt x="1193" y="10385"/>
                    <a:pt x="2574" y="11078"/>
                    <a:pt x="4109" y="11078"/>
                  </a:cubicBezTo>
                  <a:cubicBezTo>
                    <a:pt x="5741" y="11078"/>
                    <a:pt x="7545" y="10295"/>
                    <a:pt x="9478" y="8590"/>
                  </a:cubicBezTo>
                  <a:lnTo>
                    <a:pt x="9478" y="0"/>
                  </a:lnTo>
                  <a:close/>
                </a:path>
              </a:pathLst>
            </a:custGeom>
            <a:solidFill>
              <a:srgbClr val="D882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23"/>
            <p:cNvSpPr/>
            <p:nvPr/>
          </p:nvSpPr>
          <p:spPr>
            <a:xfrm>
              <a:off x="3317450" y="2191050"/>
              <a:ext cx="1181675" cy="2059825"/>
            </a:xfrm>
            <a:custGeom>
              <a:rect b="b" l="l" r="r" t="t"/>
              <a:pathLst>
                <a:path extrusionOk="0" h="82393" w="47267">
                  <a:moveTo>
                    <a:pt x="14600" y="0"/>
                  </a:moveTo>
                  <a:cubicBezTo>
                    <a:pt x="9801" y="15688"/>
                    <a:pt x="1" y="82070"/>
                    <a:pt x="1" y="82070"/>
                  </a:cubicBezTo>
                  <a:lnTo>
                    <a:pt x="10164" y="82111"/>
                  </a:lnTo>
                  <a:cubicBezTo>
                    <a:pt x="17504" y="59970"/>
                    <a:pt x="29441" y="13511"/>
                    <a:pt x="29441" y="13511"/>
                  </a:cubicBezTo>
                  <a:lnTo>
                    <a:pt x="32829" y="82393"/>
                  </a:lnTo>
                  <a:lnTo>
                    <a:pt x="43032" y="82393"/>
                  </a:lnTo>
                  <a:cubicBezTo>
                    <a:pt x="43032" y="82393"/>
                    <a:pt x="46581" y="16455"/>
                    <a:pt x="46903" y="11010"/>
                  </a:cubicBezTo>
                  <a:cubicBezTo>
                    <a:pt x="47266" y="5526"/>
                    <a:pt x="45573" y="0"/>
                    <a:pt x="4557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23"/>
            <p:cNvSpPr/>
            <p:nvPr/>
          </p:nvSpPr>
          <p:spPr>
            <a:xfrm>
              <a:off x="3497925" y="999325"/>
              <a:ext cx="1122175" cy="1216900"/>
            </a:xfrm>
            <a:custGeom>
              <a:rect b="b" l="l" r="r" t="t"/>
              <a:pathLst>
                <a:path extrusionOk="0" h="48676" w="44887">
                  <a:moveTo>
                    <a:pt x="28070" y="0"/>
                  </a:moveTo>
                  <a:lnTo>
                    <a:pt x="23472" y="1694"/>
                  </a:lnTo>
                  <a:lnTo>
                    <a:pt x="17544" y="404"/>
                  </a:lnTo>
                  <a:cubicBezTo>
                    <a:pt x="17544" y="404"/>
                    <a:pt x="7704" y="2622"/>
                    <a:pt x="3872" y="5848"/>
                  </a:cubicBezTo>
                  <a:cubicBezTo>
                    <a:pt x="1" y="9034"/>
                    <a:pt x="4961" y="46339"/>
                    <a:pt x="7462" y="47629"/>
                  </a:cubicBezTo>
                  <a:cubicBezTo>
                    <a:pt x="8542" y="48286"/>
                    <a:pt x="16451" y="48675"/>
                    <a:pt x="24029" y="48675"/>
                  </a:cubicBezTo>
                  <a:cubicBezTo>
                    <a:pt x="30880" y="48675"/>
                    <a:pt x="37460" y="48357"/>
                    <a:pt x="38475" y="47629"/>
                  </a:cubicBezTo>
                  <a:cubicBezTo>
                    <a:pt x="40451" y="46500"/>
                    <a:pt x="44887" y="6816"/>
                    <a:pt x="41378" y="3549"/>
                  </a:cubicBezTo>
                  <a:cubicBezTo>
                    <a:pt x="38434" y="928"/>
                    <a:pt x="28070" y="0"/>
                    <a:pt x="2807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23"/>
            <p:cNvSpPr/>
            <p:nvPr/>
          </p:nvSpPr>
          <p:spPr>
            <a:xfrm>
              <a:off x="3482800" y="1009400"/>
              <a:ext cx="471875" cy="1458925"/>
            </a:xfrm>
            <a:custGeom>
              <a:rect b="b" l="l" r="r" t="t"/>
              <a:pathLst>
                <a:path extrusionOk="0" h="58357" w="18875">
                  <a:moveTo>
                    <a:pt x="18149" y="1"/>
                  </a:moveTo>
                  <a:cubicBezTo>
                    <a:pt x="18149" y="1"/>
                    <a:pt x="7663" y="1251"/>
                    <a:pt x="3832" y="4477"/>
                  </a:cubicBezTo>
                  <a:cubicBezTo>
                    <a:pt x="1" y="7663"/>
                    <a:pt x="2541" y="56058"/>
                    <a:pt x="5042" y="57349"/>
                  </a:cubicBezTo>
                  <a:cubicBezTo>
                    <a:pt x="5929" y="57833"/>
                    <a:pt x="11978" y="58196"/>
                    <a:pt x="18875" y="58357"/>
                  </a:cubicBezTo>
                  <a:lnTo>
                    <a:pt x="18875" y="162"/>
                  </a:lnTo>
                  <a:lnTo>
                    <a:pt x="1814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23"/>
            <p:cNvSpPr/>
            <p:nvPr/>
          </p:nvSpPr>
          <p:spPr>
            <a:xfrm>
              <a:off x="4048425" y="2437050"/>
              <a:ext cx="122025" cy="95825"/>
            </a:xfrm>
            <a:custGeom>
              <a:rect b="b" l="l" r="r" t="t"/>
              <a:pathLst>
                <a:path extrusionOk="0" h="3833" w="4881">
                  <a:moveTo>
                    <a:pt x="4558" y="1"/>
                  </a:moveTo>
                  <a:lnTo>
                    <a:pt x="0" y="3429"/>
                  </a:lnTo>
                  <a:lnTo>
                    <a:pt x="323" y="3832"/>
                  </a:lnTo>
                  <a:lnTo>
                    <a:pt x="4880" y="404"/>
                  </a:lnTo>
                  <a:lnTo>
                    <a:pt x="4558"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23"/>
            <p:cNvSpPr/>
            <p:nvPr/>
          </p:nvSpPr>
          <p:spPr>
            <a:xfrm>
              <a:off x="3353750" y="4234725"/>
              <a:ext cx="198650" cy="12125"/>
            </a:xfrm>
            <a:custGeom>
              <a:rect b="b" l="l" r="r" t="t"/>
              <a:pathLst>
                <a:path extrusionOk="0" h="485" w="7946">
                  <a:moveTo>
                    <a:pt x="1" y="1"/>
                  </a:moveTo>
                  <a:lnTo>
                    <a:pt x="1" y="485"/>
                  </a:lnTo>
                  <a:lnTo>
                    <a:pt x="7945" y="485"/>
                  </a:lnTo>
                  <a:lnTo>
                    <a:pt x="794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23"/>
            <p:cNvSpPr/>
            <p:nvPr/>
          </p:nvSpPr>
          <p:spPr>
            <a:xfrm>
              <a:off x="4165375" y="4240775"/>
              <a:ext cx="196625" cy="13125"/>
            </a:xfrm>
            <a:custGeom>
              <a:rect b="b" l="l" r="r" t="t"/>
              <a:pathLst>
                <a:path extrusionOk="0" h="525" w="7865">
                  <a:moveTo>
                    <a:pt x="1" y="1"/>
                  </a:moveTo>
                  <a:lnTo>
                    <a:pt x="1" y="525"/>
                  </a:lnTo>
                  <a:lnTo>
                    <a:pt x="7865" y="525"/>
                  </a:lnTo>
                  <a:lnTo>
                    <a:pt x="78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23"/>
            <p:cNvSpPr/>
            <p:nvPr/>
          </p:nvSpPr>
          <p:spPr>
            <a:xfrm>
              <a:off x="3231750" y="4324250"/>
              <a:ext cx="126050" cy="80900"/>
            </a:xfrm>
            <a:custGeom>
              <a:rect b="b" l="l" r="r" t="t"/>
              <a:pathLst>
                <a:path extrusionOk="0" h="3236" w="5042">
                  <a:moveTo>
                    <a:pt x="266" y="0"/>
                  </a:moveTo>
                  <a:cubicBezTo>
                    <a:pt x="98" y="0"/>
                    <a:pt x="1" y="9"/>
                    <a:pt x="1" y="9"/>
                  </a:cubicBezTo>
                  <a:lnTo>
                    <a:pt x="41" y="533"/>
                  </a:lnTo>
                  <a:cubicBezTo>
                    <a:pt x="65" y="525"/>
                    <a:pt x="206" y="508"/>
                    <a:pt x="427" y="508"/>
                  </a:cubicBezTo>
                  <a:cubicBezTo>
                    <a:pt x="1341" y="508"/>
                    <a:pt x="3616" y="799"/>
                    <a:pt x="4558" y="3235"/>
                  </a:cubicBezTo>
                  <a:lnTo>
                    <a:pt x="5042" y="3034"/>
                  </a:lnTo>
                  <a:cubicBezTo>
                    <a:pt x="3926" y="227"/>
                    <a:pt x="1138" y="0"/>
                    <a:pt x="2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23"/>
            <p:cNvSpPr/>
            <p:nvPr/>
          </p:nvSpPr>
          <p:spPr>
            <a:xfrm>
              <a:off x="4199650" y="986475"/>
              <a:ext cx="425500" cy="1480850"/>
            </a:xfrm>
            <a:custGeom>
              <a:rect b="b" l="l" r="r" t="t"/>
              <a:pathLst>
                <a:path extrusionOk="0" h="59234" w="17020">
                  <a:moveTo>
                    <a:pt x="7679" y="0"/>
                  </a:moveTo>
                  <a:cubicBezTo>
                    <a:pt x="3985" y="0"/>
                    <a:pt x="1" y="514"/>
                    <a:pt x="1" y="514"/>
                  </a:cubicBezTo>
                  <a:lnTo>
                    <a:pt x="848" y="59234"/>
                  </a:lnTo>
                  <a:cubicBezTo>
                    <a:pt x="6736" y="59113"/>
                    <a:pt x="13874" y="57701"/>
                    <a:pt x="14640" y="57137"/>
                  </a:cubicBezTo>
                  <a:cubicBezTo>
                    <a:pt x="16616" y="55967"/>
                    <a:pt x="17020" y="4265"/>
                    <a:pt x="13471" y="1039"/>
                  </a:cubicBezTo>
                  <a:cubicBezTo>
                    <a:pt x="12572" y="239"/>
                    <a:pt x="10193" y="0"/>
                    <a:pt x="7679"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23"/>
            <p:cNvSpPr/>
            <p:nvPr/>
          </p:nvSpPr>
          <p:spPr>
            <a:xfrm>
              <a:off x="3762075" y="1012425"/>
              <a:ext cx="311575" cy="121675"/>
            </a:xfrm>
            <a:custGeom>
              <a:rect b="b" l="l" r="r" t="t"/>
              <a:pathLst>
                <a:path extrusionOk="0" h="4867" w="12463">
                  <a:moveTo>
                    <a:pt x="5929" y="1"/>
                  </a:moveTo>
                  <a:cubicBezTo>
                    <a:pt x="4639" y="81"/>
                    <a:pt x="1049" y="686"/>
                    <a:pt x="1" y="1251"/>
                  </a:cubicBezTo>
                  <a:cubicBezTo>
                    <a:pt x="1968" y="2647"/>
                    <a:pt x="7204" y="4866"/>
                    <a:pt x="10409" y="4866"/>
                  </a:cubicBezTo>
                  <a:cubicBezTo>
                    <a:pt x="11278" y="4866"/>
                    <a:pt x="11998" y="4703"/>
                    <a:pt x="12463" y="4316"/>
                  </a:cubicBezTo>
                  <a:lnTo>
                    <a:pt x="592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23"/>
            <p:cNvSpPr/>
            <p:nvPr/>
          </p:nvSpPr>
          <p:spPr>
            <a:xfrm>
              <a:off x="4096825" y="988725"/>
              <a:ext cx="213750" cy="139125"/>
            </a:xfrm>
            <a:custGeom>
              <a:rect b="b" l="l" r="r" t="t"/>
              <a:pathLst>
                <a:path extrusionOk="0" h="5565" w="8550">
                  <a:moveTo>
                    <a:pt x="7782" y="1"/>
                  </a:moveTo>
                  <a:cubicBezTo>
                    <a:pt x="6547" y="1"/>
                    <a:pt x="5316" y="157"/>
                    <a:pt x="4114" y="424"/>
                  </a:cubicBezTo>
                  <a:lnTo>
                    <a:pt x="0" y="5264"/>
                  </a:lnTo>
                  <a:cubicBezTo>
                    <a:pt x="393" y="5471"/>
                    <a:pt x="800" y="5564"/>
                    <a:pt x="1218" y="5564"/>
                  </a:cubicBezTo>
                  <a:cubicBezTo>
                    <a:pt x="3803" y="5564"/>
                    <a:pt x="6744" y="2000"/>
                    <a:pt x="8550" y="21"/>
                  </a:cubicBezTo>
                  <a:cubicBezTo>
                    <a:pt x="8294" y="7"/>
                    <a:pt x="8038" y="1"/>
                    <a:pt x="778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23"/>
            <p:cNvSpPr/>
            <p:nvPr/>
          </p:nvSpPr>
          <p:spPr>
            <a:xfrm>
              <a:off x="4013125" y="1042675"/>
              <a:ext cx="145225" cy="1004225"/>
            </a:xfrm>
            <a:custGeom>
              <a:rect b="b" l="l" r="r" t="t"/>
              <a:pathLst>
                <a:path extrusionOk="0" h="40169" w="5809">
                  <a:moveTo>
                    <a:pt x="2864" y="1"/>
                  </a:moveTo>
                  <a:lnTo>
                    <a:pt x="1090" y="2380"/>
                  </a:lnTo>
                  <a:lnTo>
                    <a:pt x="1735" y="2824"/>
                  </a:lnTo>
                  <a:lnTo>
                    <a:pt x="1" y="35450"/>
                  </a:lnTo>
                  <a:lnTo>
                    <a:pt x="2905" y="40168"/>
                  </a:lnTo>
                  <a:lnTo>
                    <a:pt x="5808" y="35369"/>
                  </a:lnTo>
                  <a:lnTo>
                    <a:pt x="4034" y="2824"/>
                  </a:lnTo>
                  <a:lnTo>
                    <a:pt x="4598" y="2380"/>
                  </a:lnTo>
                  <a:lnTo>
                    <a:pt x="2864"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23"/>
            <p:cNvSpPr/>
            <p:nvPr/>
          </p:nvSpPr>
          <p:spPr>
            <a:xfrm>
              <a:off x="4054475" y="1106200"/>
              <a:ext cx="60525" cy="17150"/>
            </a:xfrm>
            <a:custGeom>
              <a:rect b="b" l="l" r="r" t="t"/>
              <a:pathLst>
                <a:path extrusionOk="0" h="686" w="2421">
                  <a:moveTo>
                    <a:pt x="162" y="0"/>
                  </a:moveTo>
                  <a:lnTo>
                    <a:pt x="0" y="525"/>
                  </a:lnTo>
                  <a:cubicBezTo>
                    <a:pt x="404" y="646"/>
                    <a:pt x="847" y="686"/>
                    <a:pt x="1291" y="686"/>
                  </a:cubicBezTo>
                  <a:cubicBezTo>
                    <a:pt x="1654" y="686"/>
                    <a:pt x="2057" y="646"/>
                    <a:pt x="2420" y="525"/>
                  </a:cubicBezTo>
                  <a:lnTo>
                    <a:pt x="2299" y="0"/>
                  </a:lnTo>
                  <a:cubicBezTo>
                    <a:pt x="1936" y="101"/>
                    <a:pt x="1573" y="152"/>
                    <a:pt x="1215" y="152"/>
                  </a:cubicBezTo>
                  <a:cubicBezTo>
                    <a:pt x="857" y="152"/>
                    <a:pt x="504" y="101"/>
                    <a:pt x="162"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23"/>
            <p:cNvSpPr/>
            <p:nvPr/>
          </p:nvSpPr>
          <p:spPr>
            <a:xfrm>
              <a:off x="4210750" y="2215250"/>
              <a:ext cx="282325" cy="259125"/>
            </a:xfrm>
            <a:custGeom>
              <a:rect b="b" l="l" r="r" t="t"/>
              <a:pathLst>
                <a:path extrusionOk="0" h="10365" w="11293">
                  <a:moveTo>
                    <a:pt x="0" y="0"/>
                  </a:moveTo>
                  <a:lnTo>
                    <a:pt x="162" y="10365"/>
                  </a:lnTo>
                  <a:lnTo>
                    <a:pt x="404" y="10365"/>
                  </a:lnTo>
                  <a:cubicBezTo>
                    <a:pt x="4074" y="10204"/>
                    <a:pt x="7703" y="9760"/>
                    <a:pt x="11292" y="9074"/>
                  </a:cubicBezTo>
                  <a:lnTo>
                    <a:pt x="11212" y="8590"/>
                  </a:lnTo>
                  <a:cubicBezTo>
                    <a:pt x="7703" y="9236"/>
                    <a:pt x="4195" y="9679"/>
                    <a:pt x="646" y="9841"/>
                  </a:cubicBezTo>
                  <a:lnTo>
                    <a:pt x="525"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23"/>
            <p:cNvSpPr/>
            <p:nvPr/>
          </p:nvSpPr>
          <p:spPr>
            <a:xfrm>
              <a:off x="3619925" y="2215250"/>
              <a:ext cx="340800" cy="258475"/>
            </a:xfrm>
            <a:custGeom>
              <a:rect b="b" l="l" r="r" t="t"/>
              <a:pathLst>
                <a:path extrusionOk="0" h="10339" w="13632">
                  <a:moveTo>
                    <a:pt x="13148" y="0"/>
                  </a:moveTo>
                  <a:lnTo>
                    <a:pt x="13148" y="9841"/>
                  </a:lnTo>
                  <a:cubicBezTo>
                    <a:pt x="12656" y="9850"/>
                    <a:pt x="12165" y="9854"/>
                    <a:pt x="11675" y="9854"/>
                  </a:cubicBezTo>
                  <a:cubicBezTo>
                    <a:pt x="7778" y="9854"/>
                    <a:pt x="3914" y="9571"/>
                    <a:pt x="81" y="9034"/>
                  </a:cubicBezTo>
                  <a:lnTo>
                    <a:pt x="0" y="9518"/>
                  </a:lnTo>
                  <a:cubicBezTo>
                    <a:pt x="3618" y="10055"/>
                    <a:pt x="7268" y="10338"/>
                    <a:pt x="10921" y="10338"/>
                  </a:cubicBezTo>
                  <a:cubicBezTo>
                    <a:pt x="11381" y="10338"/>
                    <a:pt x="11841" y="10334"/>
                    <a:pt x="12301" y="10325"/>
                  </a:cubicBezTo>
                  <a:lnTo>
                    <a:pt x="13632" y="10325"/>
                  </a:lnTo>
                  <a:lnTo>
                    <a:pt x="1363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23"/>
            <p:cNvSpPr/>
            <p:nvPr/>
          </p:nvSpPr>
          <p:spPr>
            <a:xfrm>
              <a:off x="4577750" y="1197950"/>
              <a:ext cx="19175" cy="159325"/>
            </a:xfrm>
            <a:custGeom>
              <a:rect b="b" l="l" r="r" t="t"/>
              <a:pathLst>
                <a:path extrusionOk="0" h="6373" w="767">
                  <a:moveTo>
                    <a:pt x="0" y="0"/>
                  </a:moveTo>
                  <a:lnTo>
                    <a:pt x="282" y="6372"/>
                  </a:lnTo>
                  <a:lnTo>
                    <a:pt x="766" y="6372"/>
                  </a:lnTo>
                  <a:lnTo>
                    <a:pt x="524"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23"/>
            <p:cNvSpPr/>
            <p:nvPr/>
          </p:nvSpPr>
          <p:spPr>
            <a:xfrm>
              <a:off x="4925575" y="841025"/>
              <a:ext cx="41375" cy="49425"/>
            </a:xfrm>
            <a:custGeom>
              <a:rect b="b" l="l" r="r" t="t"/>
              <a:pathLst>
                <a:path extrusionOk="0" h="1977" w="1655">
                  <a:moveTo>
                    <a:pt x="404" y="1"/>
                  </a:moveTo>
                  <a:lnTo>
                    <a:pt x="1" y="323"/>
                  </a:lnTo>
                  <a:lnTo>
                    <a:pt x="1251" y="1977"/>
                  </a:lnTo>
                  <a:lnTo>
                    <a:pt x="1654" y="1654"/>
                  </a:lnTo>
                  <a:lnTo>
                    <a:pt x="404"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23"/>
            <p:cNvSpPr/>
            <p:nvPr/>
          </p:nvSpPr>
          <p:spPr>
            <a:xfrm>
              <a:off x="4084725" y="935800"/>
              <a:ext cx="114950" cy="185550"/>
            </a:xfrm>
            <a:custGeom>
              <a:rect b="b" l="l" r="r" t="t"/>
              <a:pathLst>
                <a:path extrusionOk="0" h="7422" w="4598">
                  <a:moveTo>
                    <a:pt x="3630" y="1"/>
                  </a:moveTo>
                  <a:cubicBezTo>
                    <a:pt x="3267" y="1735"/>
                    <a:pt x="2823" y="3146"/>
                    <a:pt x="0" y="4276"/>
                  </a:cubicBezTo>
                  <a:lnTo>
                    <a:pt x="2017" y="7421"/>
                  </a:lnTo>
                  <a:cubicBezTo>
                    <a:pt x="3710" y="6050"/>
                    <a:pt x="4114" y="4397"/>
                    <a:pt x="4598" y="2541"/>
                  </a:cubicBezTo>
                  <a:lnTo>
                    <a:pt x="363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23"/>
            <p:cNvSpPr/>
            <p:nvPr/>
          </p:nvSpPr>
          <p:spPr>
            <a:xfrm>
              <a:off x="3910300" y="935800"/>
              <a:ext cx="174450" cy="191600"/>
            </a:xfrm>
            <a:custGeom>
              <a:rect b="b" l="l" r="r" t="t"/>
              <a:pathLst>
                <a:path extrusionOk="0" h="7664" w="6978">
                  <a:moveTo>
                    <a:pt x="1129" y="1"/>
                  </a:moveTo>
                  <a:lnTo>
                    <a:pt x="0" y="3066"/>
                  </a:lnTo>
                  <a:cubicBezTo>
                    <a:pt x="1170" y="5002"/>
                    <a:pt x="2864" y="6615"/>
                    <a:pt x="4880" y="7663"/>
                  </a:cubicBezTo>
                  <a:lnTo>
                    <a:pt x="6977" y="4276"/>
                  </a:lnTo>
                  <a:cubicBezTo>
                    <a:pt x="4315" y="3429"/>
                    <a:pt x="1815" y="1937"/>
                    <a:pt x="11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23"/>
            <p:cNvSpPr/>
            <p:nvPr/>
          </p:nvSpPr>
          <p:spPr>
            <a:xfrm>
              <a:off x="3832650" y="355075"/>
              <a:ext cx="460800" cy="575725"/>
            </a:xfrm>
            <a:custGeom>
              <a:rect b="b" l="l" r="r" t="t"/>
              <a:pathLst>
                <a:path extrusionOk="0" h="23029" w="18432">
                  <a:moveTo>
                    <a:pt x="9196" y="0"/>
                  </a:moveTo>
                  <a:cubicBezTo>
                    <a:pt x="485" y="0"/>
                    <a:pt x="1" y="7421"/>
                    <a:pt x="1" y="7421"/>
                  </a:cubicBezTo>
                  <a:lnTo>
                    <a:pt x="1" y="13591"/>
                  </a:lnTo>
                  <a:cubicBezTo>
                    <a:pt x="324" y="15930"/>
                    <a:pt x="1130" y="18350"/>
                    <a:pt x="2058" y="19439"/>
                  </a:cubicBezTo>
                  <a:cubicBezTo>
                    <a:pt x="3026" y="20568"/>
                    <a:pt x="6373" y="23028"/>
                    <a:pt x="9196" y="23028"/>
                  </a:cubicBezTo>
                  <a:cubicBezTo>
                    <a:pt x="11979" y="23028"/>
                    <a:pt x="15366" y="20568"/>
                    <a:pt x="16334" y="19439"/>
                  </a:cubicBezTo>
                  <a:cubicBezTo>
                    <a:pt x="17302" y="18310"/>
                    <a:pt x="18109" y="15930"/>
                    <a:pt x="18431" y="13591"/>
                  </a:cubicBezTo>
                  <a:lnTo>
                    <a:pt x="18391" y="7421"/>
                  </a:lnTo>
                  <a:cubicBezTo>
                    <a:pt x="18391" y="7421"/>
                    <a:pt x="17907" y="0"/>
                    <a:pt x="919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23"/>
            <p:cNvSpPr/>
            <p:nvPr/>
          </p:nvSpPr>
          <p:spPr>
            <a:xfrm>
              <a:off x="3791750" y="657975"/>
              <a:ext cx="176075" cy="130325"/>
            </a:xfrm>
            <a:custGeom>
              <a:rect b="b" l="l" r="r" t="t"/>
              <a:pathLst>
                <a:path extrusionOk="0" h="5213" w="7043">
                  <a:moveTo>
                    <a:pt x="1874" y="1"/>
                  </a:moveTo>
                  <a:cubicBezTo>
                    <a:pt x="1443" y="1"/>
                    <a:pt x="1026" y="196"/>
                    <a:pt x="750" y="548"/>
                  </a:cubicBezTo>
                  <a:cubicBezTo>
                    <a:pt x="0" y="1522"/>
                    <a:pt x="400" y="5212"/>
                    <a:pt x="3049" y="5212"/>
                  </a:cubicBezTo>
                  <a:cubicBezTo>
                    <a:pt x="3250" y="5212"/>
                    <a:pt x="3465" y="5191"/>
                    <a:pt x="3694" y="5145"/>
                  </a:cubicBezTo>
                  <a:cubicBezTo>
                    <a:pt x="7043" y="4452"/>
                    <a:pt x="3521" y="195"/>
                    <a:pt x="2737" y="195"/>
                  </a:cubicBezTo>
                  <a:cubicBezTo>
                    <a:pt x="2700" y="195"/>
                    <a:pt x="2669" y="205"/>
                    <a:pt x="2645" y="225"/>
                  </a:cubicBezTo>
                  <a:cubicBezTo>
                    <a:pt x="2402" y="73"/>
                    <a:pt x="2135" y="1"/>
                    <a:pt x="1874" y="1"/>
                  </a:cubicBezTo>
                  <a:close/>
                </a:path>
              </a:pathLst>
            </a:custGeom>
            <a:solidFill>
              <a:srgbClr val="EFAB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23"/>
            <p:cNvSpPr/>
            <p:nvPr/>
          </p:nvSpPr>
          <p:spPr>
            <a:xfrm>
              <a:off x="3815525" y="679725"/>
              <a:ext cx="28250" cy="57475"/>
            </a:xfrm>
            <a:custGeom>
              <a:rect b="b" l="l" r="r" t="t"/>
              <a:pathLst>
                <a:path extrusionOk="0" h="2299" w="1130">
                  <a:moveTo>
                    <a:pt x="1049" y="0"/>
                  </a:moveTo>
                  <a:cubicBezTo>
                    <a:pt x="726" y="81"/>
                    <a:pt x="444" y="242"/>
                    <a:pt x="283" y="524"/>
                  </a:cubicBezTo>
                  <a:cubicBezTo>
                    <a:pt x="0" y="1089"/>
                    <a:pt x="0" y="1734"/>
                    <a:pt x="283" y="2299"/>
                  </a:cubicBezTo>
                  <a:lnTo>
                    <a:pt x="726" y="2138"/>
                  </a:lnTo>
                  <a:cubicBezTo>
                    <a:pt x="525" y="1734"/>
                    <a:pt x="525" y="1250"/>
                    <a:pt x="686" y="807"/>
                  </a:cubicBezTo>
                  <a:cubicBezTo>
                    <a:pt x="767" y="645"/>
                    <a:pt x="928" y="565"/>
                    <a:pt x="1130" y="524"/>
                  </a:cubicBezTo>
                  <a:lnTo>
                    <a:pt x="1049" y="0"/>
                  </a:ln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23"/>
            <p:cNvSpPr/>
            <p:nvPr/>
          </p:nvSpPr>
          <p:spPr>
            <a:xfrm>
              <a:off x="3823575" y="706950"/>
              <a:ext cx="29275" cy="26225"/>
            </a:xfrm>
            <a:custGeom>
              <a:rect b="b" l="l" r="r" t="t"/>
              <a:pathLst>
                <a:path extrusionOk="0" h="1049" w="1171">
                  <a:moveTo>
                    <a:pt x="41" y="0"/>
                  </a:moveTo>
                  <a:lnTo>
                    <a:pt x="1" y="524"/>
                  </a:lnTo>
                  <a:cubicBezTo>
                    <a:pt x="283" y="565"/>
                    <a:pt x="566" y="766"/>
                    <a:pt x="727" y="1049"/>
                  </a:cubicBezTo>
                  <a:lnTo>
                    <a:pt x="1170" y="807"/>
                  </a:lnTo>
                  <a:cubicBezTo>
                    <a:pt x="969" y="363"/>
                    <a:pt x="525" y="81"/>
                    <a:pt x="41" y="0"/>
                  </a:cubicBezTo>
                  <a:close/>
                  <a:moveTo>
                    <a:pt x="727" y="1049"/>
                  </a:moveTo>
                  <a:cubicBezTo>
                    <a:pt x="727" y="1049"/>
                    <a:pt x="727" y="1049"/>
                    <a:pt x="727" y="1049"/>
                  </a:cubicBezTo>
                  <a:lnTo>
                    <a:pt x="727" y="1049"/>
                  </a:ln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23"/>
            <p:cNvSpPr/>
            <p:nvPr/>
          </p:nvSpPr>
          <p:spPr>
            <a:xfrm>
              <a:off x="4161750" y="657975"/>
              <a:ext cx="171825" cy="129800"/>
            </a:xfrm>
            <a:custGeom>
              <a:rect b="b" l="l" r="r" t="t"/>
              <a:pathLst>
                <a:path extrusionOk="0" h="5192" w="6873">
                  <a:moveTo>
                    <a:pt x="4990" y="1"/>
                  </a:moveTo>
                  <a:cubicBezTo>
                    <a:pt x="4729" y="1"/>
                    <a:pt x="4462" y="73"/>
                    <a:pt x="4219" y="225"/>
                  </a:cubicBezTo>
                  <a:cubicBezTo>
                    <a:pt x="4214" y="222"/>
                    <a:pt x="4208" y="221"/>
                    <a:pt x="4201" y="221"/>
                  </a:cubicBezTo>
                  <a:cubicBezTo>
                    <a:pt x="3800" y="221"/>
                    <a:pt x="1" y="4630"/>
                    <a:pt x="3211" y="5145"/>
                  </a:cubicBezTo>
                  <a:cubicBezTo>
                    <a:pt x="3404" y="5176"/>
                    <a:pt x="3588" y="5191"/>
                    <a:pt x="3762" y="5191"/>
                  </a:cubicBezTo>
                  <a:cubicBezTo>
                    <a:pt x="6490" y="5191"/>
                    <a:pt x="6872" y="1533"/>
                    <a:pt x="6114" y="548"/>
                  </a:cubicBezTo>
                  <a:cubicBezTo>
                    <a:pt x="5838" y="196"/>
                    <a:pt x="5421" y="1"/>
                    <a:pt x="4990" y="1"/>
                  </a:cubicBezTo>
                  <a:close/>
                </a:path>
              </a:pathLst>
            </a:custGeom>
            <a:solidFill>
              <a:srgbClr val="EFAB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23"/>
            <p:cNvSpPr/>
            <p:nvPr/>
          </p:nvSpPr>
          <p:spPr>
            <a:xfrm>
              <a:off x="4281325" y="679725"/>
              <a:ext cx="28250" cy="57475"/>
            </a:xfrm>
            <a:custGeom>
              <a:rect b="b" l="l" r="r" t="t"/>
              <a:pathLst>
                <a:path extrusionOk="0" h="2299" w="1130">
                  <a:moveTo>
                    <a:pt x="81" y="0"/>
                  </a:moveTo>
                  <a:lnTo>
                    <a:pt x="0" y="524"/>
                  </a:lnTo>
                  <a:cubicBezTo>
                    <a:pt x="202" y="524"/>
                    <a:pt x="363" y="645"/>
                    <a:pt x="444" y="807"/>
                  </a:cubicBezTo>
                  <a:cubicBezTo>
                    <a:pt x="605" y="1210"/>
                    <a:pt x="605" y="1694"/>
                    <a:pt x="404" y="2138"/>
                  </a:cubicBezTo>
                  <a:lnTo>
                    <a:pt x="888" y="2299"/>
                  </a:lnTo>
                  <a:cubicBezTo>
                    <a:pt x="1130" y="1734"/>
                    <a:pt x="1130" y="1089"/>
                    <a:pt x="888" y="524"/>
                  </a:cubicBezTo>
                  <a:cubicBezTo>
                    <a:pt x="686" y="242"/>
                    <a:pt x="404" y="40"/>
                    <a:pt x="81" y="0"/>
                  </a:cubicBez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3"/>
            <p:cNvSpPr/>
            <p:nvPr/>
          </p:nvSpPr>
          <p:spPr>
            <a:xfrm>
              <a:off x="4272250" y="706950"/>
              <a:ext cx="30275" cy="26225"/>
            </a:xfrm>
            <a:custGeom>
              <a:rect b="b" l="l" r="r" t="t"/>
              <a:pathLst>
                <a:path extrusionOk="0" h="1049" w="1211">
                  <a:moveTo>
                    <a:pt x="1170" y="0"/>
                  </a:moveTo>
                  <a:cubicBezTo>
                    <a:pt x="646" y="81"/>
                    <a:pt x="242" y="363"/>
                    <a:pt x="0" y="807"/>
                  </a:cubicBezTo>
                  <a:lnTo>
                    <a:pt x="444" y="1049"/>
                  </a:lnTo>
                  <a:cubicBezTo>
                    <a:pt x="605" y="766"/>
                    <a:pt x="888" y="565"/>
                    <a:pt x="1210" y="524"/>
                  </a:cubicBezTo>
                  <a:lnTo>
                    <a:pt x="1170" y="0"/>
                  </a:ln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23"/>
            <p:cNvSpPr/>
            <p:nvPr/>
          </p:nvSpPr>
          <p:spPr>
            <a:xfrm>
              <a:off x="3860900" y="399425"/>
              <a:ext cx="403300" cy="566650"/>
            </a:xfrm>
            <a:custGeom>
              <a:rect b="b" l="l" r="r" t="t"/>
              <a:pathLst>
                <a:path extrusionOk="0" h="22666" w="16132">
                  <a:moveTo>
                    <a:pt x="8066" y="1"/>
                  </a:moveTo>
                  <a:cubicBezTo>
                    <a:pt x="484" y="1"/>
                    <a:pt x="0" y="6494"/>
                    <a:pt x="0" y="6494"/>
                  </a:cubicBezTo>
                  <a:lnTo>
                    <a:pt x="0" y="12906"/>
                  </a:lnTo>
                  <a:cubicBezTo>
                    <a:pt x="282" y="15326"/>
                    <a:pt x="1008" y="17826"/>
                    <a:pt x="1855" y="18955"/>
                  </a:cubicBezTo>
                  <a:cubicBezTo>
                    <a:pt x="2702" y="20125"/>
                    <a:pt x="5646" y="22666"/>
                    <a:pt x="8066" y="22666"/>
                  </a:cubicBezTo>
                  <a:cubicBezTo>
                    <a:pt x="10526" y="22666"/>
                    <a:pt x="13470" y="20125"/>
                    <a:pt x="14317" y="18955"/>
                  </a:cubicBezTo>
                  <a:cubicBezTo>
                    <a:pt x="15164" y="17786"/>
                    <a:pt x="15849" y="15285"/>
                    <a:pt x="16132" y="12906"/>
                  </a:cubicBezTo>
                  <a:lnTo>
                    <a:pt x="16132" y="6494"/>
                  </a:lnTo>
                  <a:cubicBezTo>
                    <a:pt x="16132" y="6494"/>
                    <a:pt x="15688" y="1"/>
                    <a:pt x="8066" y="1"/>
                  </a:cubicBezTo>
                  <a:close/>
                </a:path>
              </a:pathLst>
            </a:custGeom>
            <a:solidFill>
              <a:srgbClr val="EFAB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23"/>
            <p:cNvSpPr/>
            <p:nvPr/>
          </p:nvSpPr>
          <p:spPr>
            <a:xfrm>
              <a:off x="3860900" y="743225"/>
              <a:ext cx="18175" cy="45400"/>
            </a:xfrm>
            <a:custGeom>
              <a:rect b="b" l="l" r="r" t="t"/>
              <a:pathLst>
                <a:path extrusionOk="0" h="1816" w="727">
                  <a:moveTo>
                    <a:pt x="484" y="1"/>
                  </a:moveTo>
                  <a:lnTo>
                    <a:pt x="0" y="41"/>
                  </a:lnTo>
                  <a:lnTo>
                    <a:pt x="202" y="1816"/>
                  </a:lnTo>
                  <a:lnTo>
                    <a:pt x="726" y="1735"/>
                  </a:lnTo>
                  <a:lnTo>
                    <a:pt x="484" y="1"/>
                  </a:ln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23"/>
            <p:cNvSpPr/>
            <p:nvPr/>
          </p:nvSpPr>
          <p:spPr>
            <a:xfrm>
              <a:off x="4247050" y="745250"/>
              <a:ext cx="17150" cy="43375"/>
            </a:xfrm>
            <a:custGeom>
              <a:rect b="b" l="l" r="r" t="t"/>
              <a:pathLst>
                <a:path extrusionOk="0" h="1735" w="686">
                  <a:moveTo>
                    <a:pt x="202" y="1"/>
                  </a:moveTo>
                  <a:lnTo>
                    <a:pt x="0" y="1654"/>
                  </a:lnTo>
                  <a:lnTo>
                    <a:pt x="524" y="1735"/>
                  </a:lnTo>
                  <a:lnTo>
                    <a:pt x="686" y="41"/>
                  </a:lnTo>
                  <a:lnTo>
                    <a:pt x="202" y="1"/>
                  </a:ln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3"/>
            <p:cNvSpPr/>
            <p:nvPr/>
          </p:nvSpPr>
          <p:spPr>
            <a:xfrm>
              <a:off x="3853825" y="389350"/>
              <a:ext cx="420475" cy="307525"/>
            </a:xfrm>
            <a:custGeom>
              <a:rect b="b" l="l" r="r" t="t"/>
              <a:pathLst>
                <a:path extrusionOk="0" h="12301" w="16819">
                  <a:moveTo>
                    <a:pt x="8470" y="0"/>
                  </a:moveTo>
                  <a:lnTo>
                    <a:pt x="5203" y="404"/>
                  </a:lnTo>
                  <a:lnTo>
                    <a:pt x="2784" y="1614"/>
                  </a:lnTo>
                  <a:lnTo>
                    <a:pt x="928" y="3509"/>
                  </a:lnTo>
                  <a:lnTo>
                    <a:pt x="1" y="6372"/>
                  </a:lnTo>
                  <a:lnTo>
                    <a:pt x="1" y="9760"/>
                  </a:lnTo>
                  <a:lnTo>
                    <a:pt x="162" y="10970"/>
                  </a:lnTo>
                  <a:cubicBezTo>
                    <a:pt x="565" y="11333"/>
                    <a:pt x="888" y="11776"/>
                    <a:pt x="1049" y="12301"/>
                  </a:cubicBezTo>
                  <a:cubicBezTo>
                    <a:pt x="1049" y="12301"/>
                    <a:pt x="767" y="6009"/>
                    <a:pt x="2300" y="5122"/>
                  </a:cubicBezTo>
                  <a:cubicBezTo>
                    <a:pt x="3965" y="6166"/>
                    <a:pt x="6220" y="6680"/>
                    <a:pt x="8467" y="6680"/>
                  </a:cubicBezTo>
                  <a:cubicBezTo>
                    <a:pt x="10737" y="6680"/>
                    <a:pt x="12999" y="6156"/>
                    <a:pt x="14640" y="5122"/>
                  </a:cubicBezTo>
                  <a:cubicBezTo>
                    <a:pt x="16011" y="6574"/>
                    <a:pt x="15729" y="12018"/>
                    <a:pt x="15729" y="12018"/>
                  </a:cubicBezTo>
                  <a:cubicBezTo>
                    <a:pt x="15850" y="11575"/>
                    <a:pt x="16132" y="11212"/>
                    <a:pt x="16536" y="10970"/>
                  </a:cubicBezTo>
                  <a:lnTo>
                    <a:pt x="16818" y="6211"/>
                  </a:lnTo>
                  <a:lnTo>
                    <a:pt x="15003" y="2259"/>
                  </a:lnTo>
                  <a:lnTo>
                    <a:pt x="11656" y="484"/>
                  </a:lnTo>
                  <a:lnTo>
                    <a:pt x="8470"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23"/>
            <p:cNvSpPr/>
            <p:nvPr/>
          </p:nvSpPr>
          <p:spPr>
            <a:xfrm>
              <a:off x="3993975" y="804725"/>
              <a:ext cx="143200" cy="28275"/>
            </a:xfrm>
            <a:custGeom>
              <a:rect b="b" l="l" r="r" t="t"/>
              <a:pathLst>
                <a:path extrusionOk="0" h="1131" w="5728">
                  <a:moveTo>
                    <a:pt x="243" y="1"/>
                  </a:moveTo>
                  <a:lnTo>
                    <a:pt x="1" y="445"/>
                  </a:lnTo>
                  <a:cubicBezTo>
                    <a:pt x="928" y="888"/>
                    <a:pt x="1896" y="1130"/>
                    <a:pt x="2904" y="1130"/>
                  </a:cubicBezTo>
                  <a:cubicBezTo>
                    <a:pt x="3912" y="1130"/>
                    <a:pt x="4880" y="888"/>
                    <a:pt x="5727" y="445"/>
                  </a:cubicBezTo>
                  <a:lnTo>
                    <a:pt x="5526" y="1"/>
                  </a:lnTo>
                  <a:cubicBezTo>
                    <a:pt x="4699" y="424"/>
                    <a:pt x="3792" y="636"/>
                    <a:pt x="2884" y="636"/>
                  </a:cubicBezTo>
                  <a:cubicBezTo>
                    <a:pt x="1977" y="636"/>
                    <a:pt x="1069" y="424"/>
                    <a:pt x="243" y="1"/>
                  </a:cubicBez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23"/>
            <p:cNvSpPr/>
            <p:nvPr/>
          </p:nvSpPr>
          <p:spPr>
            <a:xfrm>
              <a:off x="4031275" y="837000"/>
              <a:ext cx="67575" cy="19175"/>
            </a:xfrm>
            <a:custGeom>
              <a:rect b="b" l="l" r="r" t="t"/>
              <a:pathLst>
                <a:path extrusionOk="0" h="767" w="2703">
                  <a:moveTo>
                    <a:pt x="243" y="0"/>
                  </a:moveTo>
                  <a:lnTo>
                    <a:pt x="1" y="444"/>
                  </a:lnTo>
                  <a:cubicBezTo>
                    <a:pt x="444" y="646"/>
                    <a:pt x="888" y="767"/>
                    <a:pt x="1372" y="767"/>
                  </a:cubicBezTo>
                  <a:cubicBezTo>
                    <a:pt x="1856" y="767"/>
                    <a:pt x="2300" y="646"/>
                    <a:pt x="2703" y="444"/>
                  </a:cubicBezTo>
                  <a:lnTo>
                    <a:pt x="2501" y="0"/>
                  </a:lnTo>
                  <a:cubicBezTo>
                    <a:pt x="2138" y="182"/>
                    <a:pt x="1745" y="273"/>
                    <a:pt x="1357" y="273"/>
                  </a:cubicBezTo>
                  <a:cubicBezTo>
                    <a:pt x="969" y="273"/>
                    <a:pt x="586" y="182"/>
                    <a:pt x="243" y="0"/>
                  </a:cubicBez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23"/>
            <p:cNvSpPr/>
            <p:nvPr/>
          </p:nvSpPr>
          <p:spPr>
            <a:xfrm>
              <a:off x="4056475" y="678700"/>
              <a:ext cx="45400" cy="112950"/>
            </a:xfrm>
            <a:custGeom>
              <a:rect b="b" l="l" r="r" t="t"/>
              <a:pathLst>
                <a:path extrusionOk="0" h="4518" w="1816">
                  <a:moveTo>
                    <a:pt x="122" y="1"/>
                  </a:moveTo>
                  <a:lnTo>
                    <a:pt x="122" y="1"/>
                  </a:lnTo>
                  <a:cubicBezTo>
                    <a:pt x="1" y="767"/>
                    <a:pt x="525" y="1775"/>
                    <a:pt x="969" y="2501"/>
                  </a:cubicBezTo>
                  <a:cubicBezTo>
                    <a:pt x="1090" y="2743"/>
                    <a:pt x="1211" y="2985"/>
                    <a:pt x="1332" y="3227"/>
                  </a:cubicBezTo>
                  <a:cubicBezTo>
                    <a:pt x="1050" y="3590"/>
                    <a:pt x="687" y="3872"/>
                    <a:pt x="243" y="4074"/>
                  </a:cubicBezTo>
                  <a:lnTo>
                    <a:pt x="485" y="4518"/>
                  </a:lnTo>
                  <a:cubicBezTo>
                    <a:pt x="888" y="4316"/>
                    <a:pt x="1816" y="3751"/>
                    <a:pt x="1816" y="3267"/>
                  </a:cubicBezTo>
                  <a:cubicBezTo>
                    <a:pt x="1775" y="2905"/>
                    <a:pt x="1614" y="2542"/>
                    <a:pt x="1412" y="2259"/>
                  </a:cubicBezTo>
                  <a:cubicBezTo>
                    <a:pt x="1050" y="1614"/>
                    <a:pt x="525" y="686"/>
                    <a:pt x="646" y="81"/>
                  </a:cubicBezTo>
                  <a:lnTo>
                    <a:pt x="122" y="1"/>
                  </a:ln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3"/>
            <p:cNvSpPr/>
            <p:nvPr/>
          </p:nvSpPr>
          <p:spPr>
            <a:xfrm>
              <a:off x="3952650" y="694850"/>
              <a:ext cx="24200" cy="24200"/>
            </a:xfrm>
            <a:custGeom>
              <a:rect b="b" l="l" r="r" t="t"/>
              <a:pathLst>
                <a:path extrusionOk="0" h="968" w="968">
                  <a:moveTo>
                    <a:pt x="484" y="0"/>
                  </a:moveTo>
                  <a:cubicBezTo>
                    <a:pt x="202" y="0"/>
                    <a:pt x="0" y="242"/>
                    <a:pt x="0" y="484"/>
                  </a:cubicBezTo>
                  <a:cubicBezTo>
                    <a:pt x="0" y="766"/>
                    <a:pt x="202" y="968"/>
                    <a:pt x="484" y="968"/>
                  </a:cubicBezTo>
                  <a:cubicBezTo>
                    <a:pt x="726" y="968"/>
                    <a:pt x="968" y="766"/>
                    <a:pt x="968" y="484"/>
                  </a:cubicBezTo>
                  <a:cubicBezTo>
                    <a:pt x="968" y="242"/>
                    <a:pt x="726" y="0"/>
                    <a:pt x="484"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23"/>
            <p:cNvSpPr/>
            <p:nvPr/>
          </p:nvSpPr>
          <p:spPr>
            <a:xfrm>
              <a:off x="4147225" y="694850"/>
              <a:ext cx="24225" cy="24200"/>
            </a:xfrm>
            <a:custGeom>
              <a:rect b="b" l="l" r="r" t="t"/>
              <a:pathLst>
                <a:path extrusionOk="0" h="968" w="969">
                  <a:moveTo>
                    <a:pt x="485" y="0"/>
                  </a:moveTo>
                  <a:cubicBezTo>
                    <a:pt x="202" y="0"/>
                    <a:pt x="1" y="242"/>
                    <a:pt x="1" y="484"/>
                  </a:cubicBezTo>
                  <a:cubicBezTo>
                    <a:pt x="1" y="766"/>
                    <a:pt x="202" y="968"/>
                    <a:pt x="485" y="968"/>
                  </a:cubicBezTo>
                  <a:cubicBezTo>
                    <a:pt x="727" y="968"/>
                    <a:pt x="968" y="766"/>
                    <a:pt x="968" y="484"/>
                  </a:cubicBezTo>
                  <a:cubicBezTo>
                    <a:pt x="968" y="242"/>
                    <a:pt x="727" y="0"/>
                    <a:pt x="485"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23"/>
            <p:cNvSpPr/>
            <p:nvPr/>
          </p:nvSpPr>
          <p:spPr>
            <a:xfrm>
              <a:off x="3932475" y="686275"/>
              <a:ext cx="63550" cy="19675"/>
            </a:xfrm>
            <a:custGeom>
              <a:rect b="b" l="l" r="r" t="t"/>
              <a:pathLst>
                <a:path extrusionOk="0" h="787" w="2542">
                  <a:moveTo>
                    <a:pt x="1271" y="0"/>
                  </a:moveTo>
                  <a:cubicBezTo>
                    <a:pt x="837" y="0"/>
                    <a:pt x="404" y="101"/>
                    <a:pt x="0" y="303"/>
                  </a:cubicBezTo>
                  <a:lnTo>
                    <a:pt x="202" y="787"/>
                  </a:lnTo>
                  <a:cubicBezTo>
                    <a:pt x="534" y="600"/>
                    <a:pt x="909" y="509"/>
                    <a:pt x="1283" y="509"/>
                  </a:cubicBezTo>
                  <a:cubicBezTo>
                    <a:pt x="1635" y="509"/>
                    <a:pt x="1986" y="590"/>
                    <a:pt x="2299" y="746"/>
                  </a:cubicBezTo>
                  <a:lnTo>
                    <a:pt x="2541" y="303"/>
                  </a:lnTo>
                  <a:cubicBezTo>
                    <a:pt x="2138" y="101"/>
                    <a:pt x="1704" y="0"/>
                    <a:pt x="127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23"/>
            <p:cNvSpPr/>
            <p:nvPr/>
          </p:nvSpPr>
          <p:spPr>
            <a:xfrm>
              <a:off x="4127075" y="687275"/>
              <a:ext cx="63525" cy="18675"/>
            </a:xfrm>
            <a:custGeom>
              <a:rect b="b" l="l" r="r" t="t"/>
              <a:pathLst>
                <a:path extrusionOk="0" h="747" w="2541">
                  <a:moveTo>
                    <a:pt x="1270" y="1"/>
                  </a:moveTo>
                  <a:cubicBezTo>
                    <a:pt x="837" y="1"/>
                    <a:pt x="403" y="101"/>
                    <a:pt x="0" y="303"/>
                  </a:cubicBezTo>
                  <a:lnTo>
                    <a:pt x="242" y="747"/>
                  </a:lnTo>
                  <a:cubicBezTo>
                    <a:pt x="565" y="585"/>
                    <a:pt x="917" y="505"/>
                    <a:pt x="1275" y="505"/>
                  </a:cubicBezTo>
                  <a:cubicBezTo>
                    <a:pt x="1633" y="505"/>
                    <a:pt x="1996" y="585"/>
                    <a:pt x="2339" y="747"/>
                  </a:cubicBezTo>
                  <a:lnTo>
                    <a:pt x="2541" y="303"/>
                  </a:lnTo>
                  <a:cubicBezTo>
                    <a:pt x="2137" y="101"/>
                    <a:pt x="1704" y="1"/>
                    <a:pt x="127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23"/>
            <p:cNvSpPr/>
            <p:nvPr/>
          </p:nvSpPr>
          <p:spPr>
            <a:xfrm>
              <a:off x="3923400" y="631375"/>
              <a:ext cx="90100" cy="22200"/>
            </a:xfrm>
            <a:custGeom>
              <a:rect b="b" l="l" r="r" t="t"/>
              <a:pathLst>
                <a:path extrusionOk="0" h="888" w="3604">
                  <a:moveTo>
                    <a:pt x="1289" y="0"/>
                  </a:moveTo>
                  <a:cubicBezTo>
                    <a:pt x="1174" y="0"/>
                    <a:pt x="1078" y="12"/>
                    <a:pt x="1009" y="39"/>
                  </a:cubicBezTo>
                  <a:cubicBezTo>
                    <a:pt x="444" y="200"/>
                    <a:pt x="1" y="644"/>
                    <a:pt x="81" y="805"/>
                  </a:cubicBezTo>
                  <a:cubicBezTo>
                    <a:pt x="116" y="858"/>
                    <a:pt x="720" y="888"/>
                    <a:pt x="1406" y="888"/>
                  </a:cubicBezTo>
                  <a:cubicBezTo>
                    <a:pt x="2292" y="888"/>
                    <a:pt x="3315" y="838"/>
                    <a:pt x="3429" y="724"/>
                  </a:cubicBezTo>
                  <a:cubicBezTo>
                    <a:pt x="3604" y="514"/>
                    <a:pt x="2046" y="0"/>
                    <a:pt x="1289"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23"/>
            <p:cNvSpPr/>
            <p:nvPr/>
          </p:nvSpPr>
          <p:spPr>
            <a:xfrm>
              <a:off x="4113600" y="631375"/>
              <a:ext cx="89100" cy="22200"/>
            </a:xfrm>
            <a:custGeom>
              <a:rect b="b" l="l" r="r" t="t"/>
              <a:pathLst>
                <a:path extrusionOk="0" h="888" w="3564">
                  <a:moveTo>
                    <a:pt x="2303" y="0"/>
                  </a:moveTo>
                  <a:cubicBezTo>
                    <a:pt x="1528" y="0"/>
                    <a:pt x="1" y="514"/>
                    <a:pt x="176" y="724"/>
                  </a:cubicBezTo>
                  <a:cubicBezTo>
                    <a:pt x="267" y="838"/>
                    <a:pt x="1280" y="888"/>
                    <a:pt x="2161" y="888"/>
                  </a:cubicBezTo>
                  <a:cubicBezTo>
                    <a:pt x="2844" y="888"/>
                    <a:pt x="3448" y="858"/>
                    <a:pt x="3483" y="805"/>
                  </a:cubicBezTo>
                  <a:cubicBezTo>
                    <a:pt x="3564" y="644"/>
                    <a:pt x="3160" y="200"/>
                    <a:pt x="2596" y="39"/>
                  </a:cubicBezTo>
                  <a:cubicBezTo>
                    <a:pt x="2521" y="12"/>
                    <a:pt x="2421" y="0"/>
                    <a:pt x="23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23"/>
            <p:cNvSpPr/>
            <p:nvPr/>
          </p:nvSpPr>
          <p:spPr>
            <a:xfrm>
              <a:off x="3883075" y="663575"/>
              <a:ext cx="168400" cy="81700"/>
            </a:xfrm>
            <a:custGeom>
              <a:rect b="b" l="l" r="r" t="t"/>
              <a:pathLst>
                <a:path extrusionOk="0" h="3268" w="6736">
                  <a:moveTo>
                    <a:pt x="4638" y="525"/>
                  </a:moveTo>
                  <a:cubicBezTo>
                    <a:pt x="6090" y="606"/>
                    <a:pt x="6090" y="2703"/>
                    <a:pt x="4638" y="2784"/>
                  </a:cubicBezTo>
                  <a:lnTo>
                    <a:pt x="2097" y="2784"/>
                  </a:lnTo>
                  <a:cubicBezTo>
                    <a:pt x="686" y="2703"/>
                    <a:pt x="686" y="606"/>
                    <a:pt x="2097" y="525"/>
                  </a:cubicBezTo>
                  <a:close/>
                  <a:moveTo>
                    <a:pt x="2097" y="1"/>
                  </a:moveTo>
                  <a:cubicBezTo>
                    <a:pt x="0" y="82"/>
                    <a:pt x="0" y="3147"/>
                    <a:pt x="2097" y="3268"/>
                  </a:cubicBezTo>
                  <a:lnTo>
                    <a:pt x="4638" y="3268"/>
                  </a:lnTo>
                  <a:cubicBezTo>
                    <a:pt x="6735" y="3147"/>
                    <a:pt x="6735" y="82"/>
                    <a:pt x="463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23"/>
            <p:cNvSpPr/>
            <p:nvPr/>
          </p:nvSpPr>
          <p:spPr>
            <a:xfrm>
              <a:off x="4070600" y="663450"/>
              <a:ext cx="173475" cy="81900"/>
            </a:xfrm>
            <a:custGeom>
              <a:rect b="b" l="l" r="r" t="t"/>
              <a:pathLst>
                <a:path extrusionOk="0" h="3276" w="6939">
                  <a:moveTo>
                    <a:pt x="4753" y="526"/>
                  </a:moveTo>
                  <a:cubicBezTo>
                    <a:pt x="6254" y="526"/>
                    <a:pt x="6254" y="2793"/>
                    <a:pt x="4753" y="2793"/>
                  </a:cubicBezTo>
                  <a:cubicBezTo>
                    <a:pt x="4716" y="2793"/>
                    <a:pt x="4678" y="2791"/>
                    <a:pt x="4638" y="2789"/>
                  </a:cubicBezTo>
                  <a:lnTo>
                    <a:pt x="2098" y="2789"/>
                  </a:lnTo>
                  <a:cubicBezTo>
                    <a:pt x="686" y="2708"/>
                    <a:pt x="686" y="611"/>
                    <a:pt x="2098" y="530"/>
                  </a:cubicBezTo>
                  <a:lnTo>
                    <a:pt x="4638" y="530"/>
                  </a:lnTo>
                  <a:cubicBezTo>
                    <a:pt x="4678" y="527"/>
                    <a:pt x="4716" y="526"/>
                    <a:pt x="4753" y="526"/>
                  </a:cubicBezTo>
                  <a:close/>
                  <a:moveTo>
                    <a:pt x="4791" y="1"/>
                  </a:moveTo>
                  <a:cubicBezTo>
                    <a:pt x="4741" y="1"/>
                    <a:pt x="4690" y="2"/>
                    <a:pt x="4638" y="6"/>
                  </a:cubicBezTo>
                  <a:lnTo>
                    <a:pt x="2098" y="6"/>
                  </a:lnTo>
                  <a:cubicBezTo>
                    <a:pt x="1" y="87"/>
                    <a:pt x="1" y="3152"/>
                    <a:pt x="2098" y="3273"/>
                  </a:cubicBezTo>
                  <a:lnTo>
                    <a:pt x="4638" y="3273"/>
                  </a:lnTo>
                  <a:cubicBezTo>
                    <a:pt x="4678" y="3275"/>
                    <a:pt x="4716" y="3276"/>
                    <a:pt x="4754" y="3276"/>
                  </a:cubicBezTo>
                  <a:cubicBezTo>
                    <a:pt x="6927" y="3276"/>
                    <a:pt x="6939" y="1"/>
                    <a:pt x="479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23"/>
            <p:cNvSpPr/>
            <p:nvPr/>
          </p:nvSpPr>
          <p:spPr>
            <a:xfrm>
              <a:off x="4023225" y="663575"/>
              <a:ext cx="74625" cy="26250"/>
            </a:xfrm>
            <a:custGeom>
              <a:rect b="b" l="l" r="r" t="t"/>
              <a:pathLst>
                <a:path extrusionOk="0" h="1050" w="2985">
                  <a:moveTo>
                    <a:pt x="1412" y="1"/>
                  </a:moveTo>
                  <a:cubicBezTo>
                    <a:pt x="847" y="41"/>
                    <a:pt x="323" y="324"/>
                    <a:pt x="0" y="767"/>
                  </a:cubicBezTo>
                  <a:lnTo>
                    <a:pt x="403" y="1049"/>
                  </a:lnTo>
                  <a:cubicBezTo>
                    <a:pt x="645" y="727"/>
                    <a:pt x="1008" y="525"/>
                    <a:pt x="1412" y="525"/>
                  </a:cubicBezTo>
                  <a:cubicBezTo>
                    <a:pt x="1447" y="522"/>
                    <a:pt x="1482" y="521"/>
                    <a:pt x="1517" y="521"/>
                  </a:cubicBezTo>
                  <a:cubicBezTo>
                    <a:pt x="1954" y="521"/>
                    <a:pt x="2320" y="750"/>
                    <a:pt x="2581" y="1049"/>
                  </a:cubicBezTo>
                  <a:lnTo>
                    <a:pt x="2984" y="767"/>
                  </a:lnTo>
                  <a:cubicBezTo>
                    <a:pt x="2581" y="283"/>
                    <a:pt x="2017" y="1"/>
                    <a:pt x="141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23"/>
            <p:cNvSpPr/>
            <p:nvPr/>
          </p:nvSpPr>
          <p:spPr>
            <a:xfrm>
              <a:off x="3871975" y="680725"/>
              <a:ext cx="32300" cy="29275"/>
            </a:xfrm>
            <a:custGeom>
              <a:rect b="b" l="l" r="r" t="t"/>
              <a:pathLst>
                <a:path extrusionOk="0" h="1171" w="1292">
                  <a:moveTo>
                    <a:pt x="283" y="0"/>
                  </a:moveTo>
                  <a:lnTo>
                    <a:pt x="1" y="444"/>
                  </a:lnTo>
                  <a:lnTo>
                    <a:pt x="1009" y="1170"/>
                  </a:lnTo>
                  <a:lnTo>
                    <a:pt x="1291" y="767"/>
                  </a:lnTo>
                  <a:lnTo>
                    <a:pt x="28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23"/>
            <p:cNvSpPr/>
            <p:nvPr/>
          </p:nvSpPr>
          <p:spPr>
            <a:xfrm>
              <a:off x="4217800" y="680725"/>
              <a:ext cx="32300" cy="29275"/>
            </a:xfrm>
            <a:custGeom>
              <a:rect b="b" l="l" r="r" t="t"/>
              <a:pathLst>
                <a:path extrusionOk="0" h="1171" w="1292">
                  <a:moveTo>
                    <a:pt x="1009" y="0"/>
                  </a:moveTo>
                  <a:lnTo>
                    <a:pt x="1" y="767"/>
                  </a:lnTo>
                  <a:lnTo>
                    <a:pt x="323" y="1170"/>
                  </a:lnTo>
                  <a:lnTo>
                    <a:pt x="1291" y="404"/>
                  </a:lnTo>
                  <a:lnTo>
                    <a:pt x="1009"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23"/>
            <p:cNvSpPr/>
            <p:nvPr/>
          </p:nvSpPr>
          <p:spPr>
            <a:xfrm>
              <a:off x="5529500" y="544625"/>
              <a:ext cx="21200" cy="20175"/>
            </a:xfrm>
            <a:custGeom>
              <a:rect b="b" l="l" r="r" t="t"/>
              <a:pathLst>
                <a:path extrusionOk="0" h="807" w="848">
                  <a:moveTo>
                    <a:pt x="404" y="0"/>
                  </a:moveTo>
                  <a:cubicBezTo>
                    <a:pt x="202" y="0"/>
                    <a:pt x="1" y="161"/>
                    <a:pt x="1" y="403"/>
                  </a:cubicBezTo>
                  <a:cubicBezTo>
                    <a:pt x="1" y="645"/>
                    <a:pt x="202" y="807"/>
                    <a:pt x="404" y="807"/>
                  </a:cubicBezTo>
                  <a:cubicBezTo>
                    <a:pt x="646" y="807"/>
                    <a:pt x="848" y="645"/>
                    <a:pt x="848" y="403"/>
                  </a:cubicBezTo>
                  <a:cubicBezTo>
                    <a:pt x="848" y="161"/>
                    <a:pt x="646" y="0"/>
                    <a:pt x="404" y="0"/>
                  </a:cubicBezTo>
                  <a:close/>
                </a:path>
              </a:pathLst>
            </a:custGeom>
            <a:solidFill>
              <a:srgbClr val="D9E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23"/>
            <p:cNvSpPr/>
            <p:nvPr/>
          </p:nvSpPr>
          <p:spPr>
            <a:xfrm>
              <a:off x="3456600" y="2377475"/>
              <a:ext cx="891300" cy="678200"/>
            </a:xfrm>
            <a:custGeom>
              <a:rect b="b" l="l" r="r" t="t"/>
              <a:pathLst>
                <a:path extrusionOk="0" h="27128" w="35652">
                  <a:moveTo>
                    <a:pt x="16791" y="1"/>
                  </a:moveTo>
                  <a:cubicBezTo>
                    <a:pt x="9587" y="1"/>
                    <a:pt x="2689" y="483"/>
                    <a:pt x="2017" y="1577"/>
                  </a:cubicBezTo>
                  <a:cubicBezTo>
                    <a:pt x="565" y="3876"/>
                    <a:pt x="0" y="23758"/>
                    <a:pt x="2017" y="25734"/>
                  </a:cubicBezTo>
                  <a:cubicBezTo>
                    <a:pt x="2973" y="26690"/>
                    <a:pt x="10006" y="27127"/>
                    <a:pt x="17224" y="27127"/>
                  </a:cubicBezTo>
                  <a:cubicBezTo>
                    <a:pt x="24926" y="27127"/>
                    <a:pt x="32838" y="26630"/>
                    <a:pt x="33796" y="25734"/>
                  </a:cubicBezTo>
                  <a:cubicBezTo>
                    <a:pt x="35651" y="23960"/>
                    <a:pt x="35288" y="3473"/>
                    <a:pt x="33796" y="1577"/>
                  </a:cubicBezTo>
                  <a:cubicBezTo>
                    <a:pt x="33014" y="584"/>
                    <a:pt x="24717" y="1"/>
                    <a:pt x="1679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23"/>
            <p:cNvSpPr/>
            <p:nvPr/>
          </p:nvSpPr>
          <p:spPr>
            <a:xfrm>
              <a:off x="3446500" y="2376850"/>
              <a:ext cx="907450" cy="396825"/>
            </a:xfrm>
            <a:custGeom>
              <a:rect b="b" l="l" r="r" t="t"/>
              <a:pathLst>
                <a:path extrusionOk="0" h="15873" w="36298">
                  <a:moveTo>
                    <a:pt x="17120" y="0"/>
                  </a:moveTo>
                  <a:cubicBezTo>
                    <a:pt x="9660" y="0"/>
                    <a:pt x="2525" y="513"/>
                    <a:pt x="1816" y="1683"/>
                  </a:cubicBezTo>
                  <a:cubicBezTo>
                    <a:pt x="1130" y="2812"/>
                    <a:pt x="1" y="14427"/>
                    <a:pt x="525" y="15314"/>
                  </a:cubicBezTo>
                  <a:cubicBezTo>
                    <a:pt x="746" y="15720"/>
                    <a:pt x="8085" y="15873"/>
                    <a:pt x="16024" y="15873"/>
                  </a:cubicBezTo>
                  <a:cubicBezTo>
                    <a:pt x="25447" y="15873"/>
                    <a:pt x="35715" y="15657"/>
                    <a:pt x="35934" y="15395"/>
                  </a:cubicBezTo>
                  <a:cubicBezTo>
                    <a:pt x="36297" y="14951"/>
                    <a:pt x="35531" y="2610"/>
                    <a:pt x="34805" y="1683"/>
                  </a:cubicBezTo>
                  <a:cubicBezTo>
                    <a:pt x="33980" y="625"/>
                    <a:pt x="25352" y="0"/>
                    <a:pt x="1712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23"/>
            <p:cNvSpPr/>
            <p:nvPr/>
          </p:nvSpPr>
          <p:spPr>
            <a:xfrm>
              <a:off x="3473725" y="2756675"/>
              <a:ext cx="859050" cy="24200"/>
            </a:xfrm>
            <a:custGeom>
              <a:rect b="b" l="l" r="r" t="t"/>
              <a:pathLst>
                <a:path extrusionOk="0" h="968" w="34362">
                  <a:moveTo>
                    <a:pt x="41" y="0"/>
                  </a:moveTo>
                  <a:lnTo>
                    <a:pt x="1" y="524"/>
                  </a:lnTo>
                  <a:cubicBezTo>
                    <a:pt x="3509" y="807"/>
                    <a:pt x="10890" y="968"/>
                    <a:pt x="18149" y="968"/>
                  </a:cubicBezTo>
                  <a:cubicBezTo>
                    <a:pt x="24561" y="968"/>
                    <a:pt x="30893" y="847"/>
                    <a:pt x="34361" y="524"/>
                  </a:cubicBezTo>
                  <a:lnTo>
                    <a:pt x="34321" y="40"/>
                  </a:lnTo>
                  <a:cubicBezTo>
                    <a:pt x="30875" y="342"/>
                    <a:pt x="24623" y="476"/>
                    <a:pt x="18260" y="476"/>
                  </a:cubicBezTo>
                  <a:cubicBezTo>
                    <a:pt x="10997" y="476"/>
                    <a:pt x="3588" y="301"/>
                    <a:pt x="4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23"/>
            <p:cNvSpPr/>
            <p:nvPr/>
          </p:nvSpPr>
          <p:spPr>
            <a:xfrm>
              <a:off x="3590675" y="2735700"/>
              <a:ext cx="69600" cy="88550"/>
            </a:xfrm>
            <a:custGeom>
              <a:rect b="b" l="l" r="r" t="t"/>
              <a:pathLst>
                <a:path extrusionOk="0" h="3542" w="2784">
                  <a:moveTo>
                    <a:pt x="1266" y="1"/>
                  </a:moveTo>
                  <a:cubicBezTo>
                    <a:pt x="751" y="1"/>
                    <a:pt x="275" y="44"/>
                    <a:pt x="203" y="153"/>
                  </a:cubicBezTo>
                  <a:cubicBezTo>
                    <a:pt x="1" y="395"/>
                    <a:pt x="162" y="3259"/>
                    <a:pt x="445" y="3420"/>
                  </a:cubicBezTo>
                  <a:cubicBezTo>
                    <a:pt x="767" y="3501"/>
                    <a:pt x="1110" y="3541"/>
                    <a:pt x="1458" y="3541"/>
                  </a:cubicBezTo>
                  <a:cubicBezTo>
                    <a:pt x="1806" y="3541"/>
                    <a:pt x="2159" y="3501"/>
                    <a:pt x="2501" y="3420"/>
                  </a:cubicBezTo>
                  <a:cubicBezTo>
                    <a:pt x="2743" y="3259"/>
                    <a:pt x="2784" y="315"/>
                    <a:pt x="2663" y="153"/>
                  </a:cubicBezTo>
                  <a:cubicBezTo>
                    <a:pt x="2574" y="65"/>
                    <a:pt x="1891" y="1"/>
                    <a:pt x="126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23"/>
            <p:cNvSpPr/>
            <p:nvPr/>
          </p:nvSpPr>
          <p:spPr>
            <a:xfrm>
              <a:off x="4146225" y="2735700"/>
              <a:ext cx="69575" cy="88550"/>
            </a:xfrm>
            <a:custGeom>
              <a:rect b="b" l="l" r="r" t="t"/>
              <a:pathLst>
                <a:path extrusionOk="0" h="3542" w="2783">
                  <a:moveTo>
                    <a:pt x="1261" y="1"/>
                  </a:moveTo>
                  <a:cubicBezTo>
                    <a:pt x="750" y="1"/>
                    <a:pt x="275" y="44"/>
                    <a:pt x="202" y="153"/>
                  </a:cubicBezTo>
                  <a:cubicBezTo>
                    <a:pt x="0" y="395"/>
                    <a:pt x="121" y="3259"/>
                    <a:pt x="404" y="3420"/>
                  </a:cubicBezTo>
                  <a:cubicBezTo>
                    <a:pt x="746" y="3501"/>
                    <a:pt x="1099" y="3541"/>
                    <a:pt x="1447" y="3541"/>
                  </a:cubicBezTo>
                  <a:cubicBezTo>
                    <a:pt x="1795" y="3541"/>
                    <a:pt x="2138" y="3501"/>
                    <a:pt x="2460" y="3420"/>
                  </a:cubicBezTo>
                  <a:cubicBezTo>
                    <a:pt x="2743" y="3259"/>
                    <a:pt x="2783" y="315"/>
                    <a:pt x="2622" y="153"/>
                  </a:cubicBezTo>
                  <a:cubicBezTo>
                    <a:pt x="2555" y="65"/>
                    <a:pt x="1882" y="1"/>
                    <a:pt x="126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23"/>
            <p:cNvSpPr/>
            <p:nvPr/>
          </p:nvSpPr>
          <p:spPr>
            <a:xfrm>
              <a:off x="3587650" y="2784650"/>
              <a:ext cx="77675" cy="21950"/>
            </a:xfrm>
            <a:custGeom>
              <a:rect b="b" l="l" r="r" t="t"/>
              <a:pathLst>
                <a:path extrusionOk="0" h="878" w="3107">
                  <a:moveTo>
                    <a:pt x="1569" y="0"/>
                  </a:moveTo>
                  <a:cubicBezTo>
                    <a:pt x="1090" y="0"/>
                    <a:pt x="606" y="30"/>
                    <a:pt x="122" y="91"/>
                  </a:cubicBezTo>
                  <a:cubicBezTo>
                    <a:pt x="1" y="333"/>
                    <a:pt x="1" y="615"/>
                    <a:pt x="122" y="817"/>
                  </a:cubicBezTo>
                  <a:cubicBezTo>
                    <a:pt x="606" y="857"/>
                    <a:pt x="1090" y="877"/>
                    <a:pt x="1569" y="877"/>
                  </a:cubicBezTo>
                  <a:cubicBezTo>
                    <a:pt x="2048" y="877"/>
                    <a:pt x="2522" y="857"/>
                    <a:pt x="2985" y="817"/>
                  </a:cubicBezTo>
                  <a:cubicBezTo>
                    <a:pt x="3106" y="777"/>
                    <a:pt x="3066" y="212"/>
                    <a:pt x="2985" y="91"/>
                  </a:cubicBezTo>
                  <a:cubicBezTo>
                    <a:pt x="2522" y="30"/>
                    <a:pt x="2048" y="0"/>
                    <a:pt x="1569"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23"/>
            <p:cNvSpPr/>
            <p:nvPr/>
          </p:nvSpPr>
          <p:spPr>
            <a:xfrm>
              <a:off x="4142175" y="2784650"/>
              <a:ext cx="77675" cy="21950"/>
            </a:xfrm>
            <a:custGeom>
              <a:rect b="b" l="l" r="r" t="t"/>
              <a:pathLst>
                <a:path extrusionOk="0" h="878" w="3107">
                  <a:moveTo>
                    <a:pt x="1569" y="0"/>
                  </a:moveTo>
                  <a:cubicBezTo>
                    <a:pt x="1090" y="0"/>
                    <a:pt x="606" y="30"/>
                    <a:pt x="122" y="91"/>
                  </a:cubicBezTo>
                  <a:cubicBezTo>
                    <a:pt x="1" y="333"/>
                    <a:pt x="1" y="615"/>
                    <a:pt x="122" y="817"/>
                  </a:cubicBezTo>
                  <a:cubicBezTo>
                    <a:pt x="606" y="857"/>
                    <a:pt x="1090" y="877"/>
                    <a:pt x="1569" y="877"/>
                  </a:cubicBezTo>
                  <a:cubicBezTo>
                    <a:pt x="2048" y="877"/>
                    <a:pt x="2522" y="857"/>
                    <a:pt x="2985" y="817"/>
                  </a:cubicBezTo>
                  <a:cubicBezTo>
                    <a:pt x="3106" y="777"/>
                    <a:pt x="3106" y="212"/>
                    <a:pt x="2985" y="91"/>
                  </a:cubicBezTo>
                  <a:cubicBezTo>
                    <a:pt x="2522" y="30"/>
                    <a:pt x="2048" y="0"/>
                    <a:pt x="1569"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23"/>
            <p:cNvSpPr/>
            <p:nvPr/>
          </p:nvSpPr>
          <p:spPr>
            <a:xfrm>
              <a:off x="3714700" y="2297925"/>
              <a:ext cx="376100" cy="89750"/>
            </a:xfrm>
            <a:custGeom>
              <a:rect b="b" l="l" r="r" t="t"/>
              <a:pathLst>
                <a:path extrusionOk="0" h="3590" w="15044">
                  <a:moveTo>
                    <a:pt x="7411" y="0"/>
                  </a:moveTo>
                  <a:cubicBezTo>
                    <a:pt x="5909" y="0"/>
                    <a:pt x="4416" y="81"/>
                    <a:pt x="3912" y="242"/>
                  </a:cubicBezTo>
                  <a:cubicBezTo>
                    <a:pt x="3065" y="565"/>
                    <a:pt x="2138" y="1855"/>
                    <a:pt x="1775" y="2460"/>
                  </a:cubicBezTo>
                  <a:lnTo>
                    <a:pt x="0" y="2622"/>
                  </a:lnTo>
                  <a:lnTo>
                    <a:pt x="81" y="3590"/>
                  </a:lnTo>
                  <a:lnTo>
                    <a:pt x="2339" y="3388"/>
                  </a:lnTo>
                  <a:lnTo>
                    <a:pt x="2460" y="3186"/>
                  </a:lnTo>
                  <a:cubicBezTo>
                    <a:pt x="2904" y="2460"/>
                    <a:pt x="3751" y="1372"/>
                    <a:pt x="4235" y="1210"/>
                  </a:cubicBezTo>
                  <a:cubicBezTo>
                    <a:pt x="4638" y="1069"/>
                    <a:pt x="6030" y="998"/>
                    <a:pt x="7431" y="998"/>
                  </a:cubicBezTo>
                  <a:cubicBezTo>
                    <a:pt x="8832" y="998"/>
                    <a:pt x="10244" y="1069"/>
                    <a:pt x="10688" y="1210"/>
                  </a:cubicBezTo>
                  <a:cubicBezTo>
                    <a:pt x="11293" y="1372"/>
                    <a:pt x="12139" y="2541"/>
                    <a:pt x="12583" y="3227"/>
                  </a:cubicBezTo>
                  <a:lnTo>
                    <a:pt x="12704" y="3469"/>
                  </a:lnTo>
                  <a:lnTo>
                    <a:pt x="15003" y="3590"/>
                  </a:lnTo>
                  <a:lnTo>
                    <a:pt x="15043" y="2622"/>
                  </a:lnTo>
                  <a:lnTo>
                    <a:pt x="13269" y="2501"/>
                  </a:lnTo>
                  <a:cubicBezTo>
                    <a:pt x="12906" y="1936"/>
                    <a:pt x="11938" y="565"/>
                    <a:pt x="10970" y="242"/>
                  </a:cubicBezTo>
                  <a:cubicBezTo>
                    <a:pt x="10425" y="81"/>
                    <a:pt x="8913" y="0"/>
                    <a:pt x="741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23"/>
            <p:cNvSpPr/>
            <p:nvPr/>
          </p:nvSpPr>
          <p:spPr>
            <a:xfrm>
              <a:off x="3716725" y="2375550"/>
              <a:ext cx="57475" cy="18175"/>
            </a:xfrm>
            <a:custGeom>
              <a:rect b="b" l="l" r="r" t="t"/>
              <a:pathLst>
                <a:path extrusionOk="0" h="727" w="2299">
                  <a:moveTo>
                    <a:pt x="2258" y="1"/>
                  </a:moveTo>
                  <a:lnTo>
                    <a:pt x="0" y="243"/>
                  </a:lnTo>
                  <a:lnTo>
                    <a:pt x="40" y="727"/>
                  </a:lnTo>
                  <a:lnTo>
                    <a:pt x="2299" y="485"/>
                  </a:lnTo>
                  <a:lnTo>
                    <a:pt x="2258" y="1"/>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23"/>
            <p:cNvSpPr/>
            <p:nvPr/>
          </p:nvSpPr>
          <p:spPr>
            <a:xfrm>
              <a:off x="4031275" y="2378575"/>
              <a:ext cx="58500" cy="15150"/>
            </a:xfrm>
            <a:custGeom>
              <a:rect b="b" l="l" r="r" t="t"/>
              <a:pathLst>
                <a:path extrusionOk="0" h="606" w="2340">
                  <a:moveTo>
                    <a:pt x="41" y="1"/>
                  </a:moveTo>
                  <a:lnTo>
                    <a:pt x="1" y="485"/>
                  </a:lnTo>
                  <a:lnTo>
                    <a:pt x="2340" y="606"/>
                  </a:lnTo>
                  <a:lnTo>
                    <a:pt x="2340" y="122"/>
                  </a:lnTo>
                  <a:lnTo>
                    <a:pt x="41" y="1"/>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23"/>
            <p:cNvSpPr/>
            <p:nvPr/>
          </p:nvSpPr>
          <p:spPr>
            <a:xfrm>
              <a:off x="3726800" y="2105825"/>
              <a:ext cx="312575" cy="267750"/>
            </a:xfrm>
            <a:custGeom>
              <a:rect b="b" l="l" r="r" t="t"/>
              <a:pathLst>
                <a:path extrusionOk="0" h="10710" w="12503">
                  <a:moveTo>
                    <a:pt x="4384" y="1"/>
                  </a:moveTo>
                  <a:cubicBezTo>
                    <a:pt x="3901" y="1"/>
                    <a:pt x="3402" y="101"/>
                    <a:pt x="2904" y="344"/>
                  </a:cubicBezTo>
                  <a:cubicBezTo>
                    <a:pt x="0" y="1756"/>
                    <a:pt x="1049" y="5466"/>
                    <a:pt x="1089" y="5950"/>
                  </a:cubicBezTo>
                  <a:cubicBezTo>
                    <a:pt x="1170" y="7362"/>
                    <a:pt x="1775" y="8693"/>
                    <a:pt x="2702" y="9741"/>
                  </a:cubicBezTo>
                  <a:cubicBezTo>
                    <a:pt x="2896" y="10065"/>
                    <a:pt x="3661" y="10570"/>
                    <a:pt x="4414" y="10570"/>
                  </a:cubicBezTo>
                  <a:cubicBezTo>
                    <a:pt x="4600" y="10570"/>
                    <a:pt x="4785" y="10539"/>
                    <a:pt x="4961" y="10467"/>
                  </a:cubicBezTo>
                  <a:cubicBezTo>
                    <a:pt x="5304" y="10628"/>
                    <a:pt x="5677" y="10709"/>
                    <a:pt x="6045" y="10709"/>
                  </a:cubicBezTo>
                  <a:cubicBezTo>
                    <a:pt x="6413" y="10709"/>
                    <a:pt x="6776" y="10628"/>
                    <a:pt x="7098" y="10467"/>
                  </a:cubicBezTo>
                  <a:cubicBezTo>
                    <a:pt x="7368" y="10583"/>
                    <a:pt x="7646" y="10629"/>
                    <a:pt x="7904" y="10629"/>
                  </a:cubicBezTo>
                  <a:cubicBezTo>
                    <a:pt x="8458" y="10629"/>
                    <a:pt x="8924" y="10418"/>
                    <a:pt x="9034" y="10225"/>
                  </a:cubicBezTo>
                  <a:cubicBezTo>
                    <a:pt x="9140" y="10234"/>
                    <a:pt x="9240" y="10238"/>
                    <a:pt x="9334" y="10238"/>
                  </a:cubicBezTo>
                  <a:cubicBezTo>
                    <a:pt x="10497" y="10238"/>
                    <a:pt x="10796" y="9584"/>
                    <a:pt x="10647" y="9136"/>
                  </a:cubicBezTo>
                  <a:cubicBezTo>
                    <a:pt x="9236" y="8451"/>
                    <a:pt x="9074" y="5305"/>
                    <a:pt x="9074" y="5305"/>
                  </a:cubicBezTo>
                  <a:cubicBezTo>
                    <a:pt x="9102" y="5294"/>
                    <a:pt x="9130" y="5289"/>
                    <a:pt x="9159" y="5289"/>
                  </a:cubicBezTo>
                  <a:cubicBezTo>
                    <a:pt x="9724" y="5289"/>
                    <a:pt x="10633" y="7252"/>
                    <a:pt x="11967" y="7252"/>
                  </a:cubicBezTo>
                  <a:cubicBezTo>
                    <a:pt x="12088" y="7252"/>
                    <a:pt x="12213" y="7236"/>
                    <a:pt x="12341" y="7200"/>
                  </a:cubicBezTo>
                  <a:cubicBezTo>
                    <a:pt x="12462" y="7160"/>
                    <a:pt x="12502" y="6999"/>
                    <a:pt x="12462" y="6837"/>
                  </a:cubicBezTo>
                  <a:cubicBezTo>
                    <a:pt x="11293" y="4579"/>
                    <a:pt x="9558" y="2643"/>
                    <a:pt x="7461" y="1191"/>
                  </a:cubicBezTo>
                  <a:cubicBezTo>
                    <a:pt x="6685" y="617"/>
                    <a:pt x="5582" y="1"/>
                    <a:pt x="4384" y="1"/>
                  </a:cubicBezTo>
                  <a:close/>
                </a:path>
              </a:pathLst>
            </a:custGeom>
            <a:solidFill>
              <a:srgbClr val="EFAB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23"/>
            <p:cNvSpPr/>
            <p:nvPr/>
          </p:nvSpPr>
          <p:spPr>
            <a:xfrm>
              <a:off x="3700575" y="2072075"/>
              <a:ext cx="201675" cy="225875"/>
            </a:xfrm>
            <a:custGeom>
              <a:rect b="b" l="l" r="r" t="t"/>
              <a:pathLst>
                <a:path extrusionOk="0" h="9035" w="8067">
                  <a:moveTo>
                    <a:pt x="5849" y="1"/>
                  </a:moveTo>
                  <a:lnTo>
                    <a:pt x="1" y="7462"/>
                  </a:lnTo>
                  <a:lnTo>
                    <a:pt x="2340" y="9034"/>
                  </a:lnTo>
                  <a:cubicBezTo>
                    <a:pt x="4800" y="7139"/>
                    <a:pt x="6736" y="4679"/>
                    <a:pt x="8067" y="1896"/>
                  </a:cubicBezTo>
                  <a:lnTo>
                    <a:pt x="584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23"/>
            <p:cNvSpPr/>
            <p:nvPr/>
          </p:nvSpPr>
          <p:spPr>
            <a:xfrm>
              <a:off x="3153125" y="1102450"/>
              <a:ext cx="723175" cy="1173325"/>
            </a:xfrm>
            <a:custGeom>
              <a:rect b="b" l="l" r="r" t="t"/>
              <a:pathLst>
                <a:path extrusionOk="0" h="46933" w="28927">
                  <a:moveTo>
                    <a:pt x="19376" y="1"/>
                  </a:moveTo>
                  <a:cubicBezTo>
                    <a:pt x="18586" y="1"/>
                    <a:pt x="17792" y="218"/>
                    <a:pt x="17019" y="715"/>
                  </a:cubicBezTo>
                  <a:cubicBezTo>
                    <a:pt x="11494" y="4304"/>
                    <a:pt x="0" y="22251"/>
                    <a:pt x="363" y="30438"/>
                  </a:cubicBezTo>
                  <a:cubicBezTo>
                    <a:pt x="686" y="38584"/>
                    <a:pt x="21979" y="46932"/>
                    <a:pt x="21979" y="46932"/>
                  </a:cubicBezTo>
                  <a:cubicBezTo>
                    <a:pt x="24520" y="44593"/>
                    <a:pt x="26577" y="41730"/>
                    <a:pt x="27988" y="38544"/>
                  </a:cubicBezTo>
                  <a:lnTo>
                    <a:pt x="15486" y="27131"/>
                  </a:lnTo>
                  <a:lnTo>
                    <a:pt x="26819" y="11523"/>
                  </a:lnTo>
                  <a:cubicBezTo>
                    <a:pt x="27061" y="11241"/>
                    <a:pt x="27263" y="10959"/>
                    <a:pt x="27464" y="10636"/>
                  </a:cubicBezTo>
                  <a:lnTo>
                    <a:pt x="27505" y="10596"/>
                  </a:lnTo>
                  <a:cubicBezTo>
                    <a:pt x="28927" y="8237"/>
                    <a:pt x="24233" y="1"/>
                    <a:pt x="19376"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23"/>
            <p:cNvSpPr/>
            <p:nvPr/>
          </p:nvSpPr>
          <p:spPr>
            <a:xfrm>
              <a:off x="3479775" y="1599225"/>
              <a:ext cx="377100" cy="471875"/>
            </a:xfrm>
            <a:custGeom>
              <a:rect b="b" l="l" r="r" t="t"/>
              <a:pathLst>
                <a:path extrusionOk="0" h="18875" w="15084">
                  <a:moveTo>
                    <a:pt x="5364" y="0"/>
                  </a:moveTo>
                  <a:lnTo>
                    <a:pt x="1" y="7098"/>
                  </a:lnTo>
                  <a:lnTo>
                    <a:pt x="14761" y="18874"/>
                  </a:lnTo>
                  <a:lnTo>
                    <a:pt x="15084" y="18471"/>
                  </a:lnTo>
                  <a:lnTo>
                    <a:pt x="686" y="7018"/>
                  </a:lnTo>
                  <a:lnTo>
                    <a:pt x="5768" y="283"/>
                  </a:lnTo>
                  <a:lnTo>
                    <a:pt x="5364"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23"/>
            <p:cNvSpPr/>
            <p:nvPr/>
          </p:nvSpPr>
          <p:spPr>
            <a:xfrm>
              <a:off x="3339625" y="1768650"/>
              <a:ext cx="149250" cy="69550"/>
            </a:xfrm>
            <a:custGeom>
              <a:rect b="b" l="l" r="r" t="t"/>
              <a:pathLst>
                <a:path extrusionOk="0" h="2782" w="5970">
                  <a:moveTo>
                    <a:pt x="5258" y="1"/>
                  </a:moveTo>
                  <a:cubicBezTo>
                    <a:pt x="3245" y="1"/>
                    <a:pt x="1300" y="907"/>
                    <a:pt x="1" y="2459"/>
                  </a:cubicBezTo>
                  <a:lnTo>
                    <a:pt x="404" y="2781"/>
                  </a:lnTo>
                  <a:cubicBezTo>
                    <a:pt x="1605" y="1325"/>
                    <a:pt x="3431" y="494"/>
                    <a:pt x="5317" y="494"/>
                  </a:cubicBezTo>
                  <a:cubicBezTo>
                    <a:pt x="5521" y="494"/>
                    <a:pt x="5725" y="503"/>
                    <a:pt x="5929" y="523"/>
                  </a:cubicBezTo>
                  <a:lnTo>
                    <a:pt x="5970" y="39"/>
                  </a:lnTo>
                  <a:cubicBezTo>
                    <a:pt x="5732" y="13"/>
                    <a:pt x="5495" y="1"/>
                    <a:pt x="525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23"/>
            <p:cNvSpPr/>
            <p:nvPr/>
          </p:nvSpPr>
          <p:spPr>
            <a:xfrm>
              <a:off x="3815525" y="2327150"/>
              <a:ext cx="40350" cy="46425"/>
            </a:xfrm>
            <a:custGeom>
              <a:rect b="b" l="l" r="r" t="t"/>
              <a:pathLst>
                <a:path extrusionOk="0" h="1857" w="1614">
                  <a:moveTo>
                    <a:pt x="484" y="1"/>
                  </a:moveTo>
                  <a:lnTo>
                    <a:pt x="0" y="162"/>
                  </a:lnTo>
                  <a:cubicBezTo>
                    <a:pt x="41" y="243"/>
                    <a:pt x="605" y="1533"/>
                    <a:pt x="1452" y="1856"/>
                  </a:cubicBezTo>
                  <a:lnTo>
                    <a:pt x="1613" y="1372"/>
                  </a:lnTo>
                  <a:cubicBezTo>
                    <a:pt x="1089" y="1170"/>
                    <a:pt x="605" y="324"/>
                    <a:pt x="484" y="1"/>
                  </a:cubicBez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23"/>
            <p:cNvSpPr/>
            <p:nvPr/>
          </p:nvSpPr>
          <p:spPr>
            <a:xfrm>
              <a:off x="3920375" y="2320100"/>
              <a:ext cx="39350" cy="46400"/>
            </a:xfrm>
            <a:custGeom>
              <a:rect b="b" l="l" r="r" t="t"/>
              <a:pathLst>
                <a:path extrusionOk="0" h="1856" w="1574">
                  <a:moveTo>
                    <a:pt x="444" y="1"/>
                  </a:moveTo>
                  <a:lnTo>
                    <a:pt x="1" y="202"/>
                  </a:lnTo>
                  <a:cubicBezTo>
                    <a:pt x="1" y="243"/>
                    <a:pt x="565" y="1573"/>
                    <a:pt x="1412" y="1856"/>
                  </a:cubicBezTo>
                  <a:lnTo>
                    <a:pt x="1573" y="1372"/>
                  </a:lnTo>
                  <a:cubicBezTo>
                    <a:pt x="1049" y="1210"/>
                    <a:pt x="605" y="323"/>
                    <a:pt x="444" y="1"/>
                  </a:cubicBez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23"/>
            <p:cNvSpPr/>
            <p:nvPr/>
          </p:nvSpPr>
          <p:spPr>
            <a:xfrm>
              <a:off x="3871975" y="2327150"/>
              <a:ext cx="39350" cy="46425"/>
            </a:xfrm>
            <a:custGeom>
              <a:rect b="b" l="l" r="r" t="t"/>
              <a:pathLst>
                <a:path extrusionOk="0" h="1857" w="1574">
                  <a:moveTo>
                    <a:pt x="444" y="1"/>
                  </a:moveTo>
                  <a:lnTo>
                    <a:pt x="1" y="162"/>
                  </a:lnTo>
                  <a:cubicBezTo>
                    <a:pt x="1" y="243"/>
                    <a:pt x="565" y="1533"/>
                    <a:pt x="1412" y="1856"/>
                  </a:cubicBezTo>
                  <a:lnTo>
                    <a:pt x="1574" y="1372"/>
                  </a:lnTo>
                  <a:cubicBezTo>
                    <a:pt x="1049" y="1170"/>
                    <a:pt x="565" y="324"/>
                    <a:pt x="444" y="1"/>
                  </a:cubicBez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23"/>
            <p:cNvSpPr/>
            <p:nvPr/>
          </p:nvSpPr>
          <p:spPr>
            <a:xfrm>
              <a:off x="3741925" y="2255575"/>
              <a:ext cx="21200" cy="21200"/>
            </a:xfrm>
            <a:custGeom>
              <a:rect b="b" l="l" r="r" t="t"/>
              <a:pathLst>
                <a:path extrusionOk="0" h="848" w="848">
                  <a:moveTo>
                    <a:pt x="444" y="1"/>
                  </a:moveTo>
                  <a:cubicBezTo>
                    <a:pt x="202" y="1"/>
                    <a:pt x="0" y="202"/>
                    <a:pt x="0" y="444"/>
                  </a:cubicBezTo>
                  <a:cubicBezTo>
                    <a:pt x="0" y="646"/>
                    <a:pt x="202" y="847"/>
                    <a:pt x="444" y="847"/>
                  </a:cubicBezTo>
                  <a:cubicBezTo>
                    <a:pt x="646" y="847"/>
                    <a:pt x="847" y="646"/>
                    <a:pt x="847" y="444"/>
                  </a:cubicBezTo>
                  <a:cubicBezTo>
                    <a:pt x="847" y="202"/>
                    <a:pt x="646" y="1"/>
                    <a:pt x="4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23"/>
            <p:cNvSpPr/>
            <p:nvPr/>
          </p:nvSpPr>
          <p:spPr>
            <a:xfrm>
              <a:off x="1089275" y="4462575"/>
              <a:ext cx="5424275" cy="982050"/>
            </a:xfrm>
            <a:custGeom>
              <a:rect b="b" l="l" r="r" t="t"/>
              <a:pathLst>
                <a:path extrusionOk="0" h="39282" w="216971">
                  <a:moveTo>
                    <a:pt x="72351" y="1"/>
                  </a:moveTo>
                  <a:lnTo>
                    <a:pt x="72351" y="9841"/>
                  </a:lnTo>
                  <a:lnTo>
                    <a:pt x="0" y="9841"/>
                  </a:lnTo>
                  <a:lnTo>
                    <a:pt x="0" y="19641"/>
                  </a:lnTo>
                  <a:lnTo>
                    <a:pt x="0" y="39281"/>
                  </a:lnTo>
                  <a:lnTo>
                    <a:pt x="216971" y="39281"/>
                  </a:lnTo>
                  <a:lnTo>
                    <a:pt x="216971" y="19641"/>
                  </a:lnTo>
                  <a:lnTo>
                    <a:pt x="144701" y="19641"/>
                  </a:lnTo>
                  <a:lnTo>
                    <a:pt x="14470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23"/>
            <p:cNvSpPr/>
            <p:nvPr/>
          </p:nvSpPr>
          <p:spPr>
            <a:xfrm>
              <a:off x="2890975" y="4703550"/>
              <a:ext cx="13125" cy="582775"/>
            </a:xfrm>
            <a:custGeom>
              <a:rect b="b" l="l" r="r" t="t"/>
              <a:pathLst>
                <a:path extrusionOk="0" h="23311" w="525">
                  <a:moveTo>
                    <a:pt x="1" y="1"/>
                  </a:moveTo>
                  <a:lnTo>
                    <a:pt x="1" y="23311"/>
                  </a:lnTo>
                  <a:lnTo>
                    <a:pt x="525" y="23311"/>
                  </a:lnTo>
                  <a:lnTo>
                    <a:pt x="525"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23"/>
            <p:cNvSpPr/>
            <p:nvPr/>
          </p:nvSpPr>
          <p:spPr>
            <a:xfrm>
              <a:off x="4699725" y="4953600"/>
              <a:ext cx="13150" cy="309550"/>
            </a:xfrm>
            <a:custGeom>
              <a:rect b="b" l="l" r="r" t="t"/>
              <a:pathLst>
                <a:path extrusionOk="0" h="12382" w="526">
                  <a:moveTo>
                    <a:pt x="1" y="0"/>
                  </a:moveTo>
                  <a:lnTo>
                    <a:pt x="1" y="12381"/>
                  </a:lnTo>
                  <a:lnTo>
                    <a:pt x="525" y="12381"/>
                  </a:lnTo>
                  <a:lnTo>
                    <a:pt x="525"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23"/>
            <p:cNvSpPr/>
            <p:nvPr/>
          </p:nvSpPr>
          <p:spPr>
            <a:xfrm>
              <a:off x="3361825" y="3900900"/>
              <a:ext cx="668475" cy="561050"/>
            </a:xfrm>
            <a:custGeom>
              <a:rect b="b" l="l" r="r" t="t"/>
              <a:pathLst>
                <a:path extrusionOk="0" h="22442" w="26739">
                  <a:moveTo>
                    <a:pt x="13705" y="0"/>
                  </a:moveTo>
                  <a:cubicBezTo>
                    <a:pt x="8649" y="0"/>
                    <a:pt x="3689" y="2522"/>
                    <a:pt x="2097" y="7748"/>
                  </a:cubicBezTo>
                  <a:cubicBezTo>
                    <a:pt x="0" y="14684"/>
                    <a:pt x="5082" y="22065"/>
                    <a:pt x="12341" y="22428"/>
                  </a:cubicBezTo>
                  <a:cubicBezTo>
                    <a:pt x="12571" y="22437"/>
                    <a:pt x="12803" y="22442"/>
                    <a:pt x="13035" y="22442"/>
                  </a:cubicBezTo>
                  <a:cubicBezTo>
                    <a:pt x="16799" y="22442"/>
                    <a:pt x="20849" y="21201"/>
                    <a:pt x="23431" y="18314"/>
                  </a:cubicBezTo>
                  <a:cubicBezTo>
                    <a:pt x="26133" y="15249"/>
                    <a:pt x="26738" y="10893"/>
                    <a:pt x="25408" y="7224"/>
                  </a:cubicBezTo>
                  <a:cubicBezTo>
                    <a:pt x="24682" y="5046"/>
                    <a:pt x="23189" y="3191"/>
                    <a:pt x="21213" y="2021"/>
                  </a:cubicBezTo>
                  <a:cubicBezTo>
                    <a:pt x="18992" y="682"/>
                    <a:pt x="16335" y="0"/>
                    <a:pt x="1370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23"/>
            <p:cNvSpPr/>
            <p:nvPr/>
          </p:nvSpPr>
          <p:spPr>
            <a:xfrm>
              <a:off x="3434400" y="3959300"/>
              <a:ext cx="529350" cy="443250"/>
            </a:xfrm>
            <a:custGeom>
              <a:rect b="b" l="l" r="r" t="t"/>
              <a:pathLst>
                <a:path extrusionOk="0" h="17730" w="21174">
                  <a:moveTo>
                    <a:pt x="10859" y="1"/>
                  </a:moveTo>
                  <a:cubicBezTo>
                    <a:pt x="6848" y="1"/>
                    <a:pt x="2903" y="1993"/>
                    <a:pt x="1654" y="6138"/>
                  </a:cubicBezTo>
                  <a:cubicBezTo>
                    <a:pt x="1" y="11622"/>
                    <a:pt x="3993" y="17430"/>
                    <a:pt x="9720" y="17712"/>
                  </a:cubicBezTo>
                  <a:cubicBezTo>
                    <a:pt x="9943" y="17724"/>
                    <a:pt x="10167" y="17729"/>
                    <a:pt x="10392" y="17729"/>
                  </a:cubicBezTo>
                  <a:cubicBezTo>
                    <a:pt x="13350" y="17729"/>
                    <a:pt x="16488" y="16734"/>
                    <a:pt x="18512" y="14486"/>
                  </a:cubicBezTo>
                  <a:cubicBezTo>
                    <a:pt x="20569" y="12066"/>
                    <a:pt x="21174" y="8719"/>
                    <a:pt x="20085" y="5734"/>
                  </a:cubicBezTo>
                  <a:cubicBezTo>
                    <a:pt x="19520" y="4000"/>
                    <a:pt x="18310" y="2548"/>
                    <a:pt x="16778" y="1581"/>
                  </a:cubicBezTo>
                  <a:cubicBezTo>
                    <a:pt x="15031" y="535"/>
                    <a:pt x="12936" y="1"/>
                    <a:pt x="1085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23"/>
            <p:cNvSpPr/>
            <p:nvPr/>
          </p:nvSpPr>
          <p:spPr>
            <a:xfrm>
              <a:off x="3598750" y="3997025"/>
              <a:ext cx="203700" cy="369800"/>
            </a:xfrm>
            <a:custGeom>
              <a:rect b="b" l="l" r="r" t="t"/>
              <a:pathLst>
                <a:path extrusionOk="0" h="14792" w="8148">
                  <a:moveTo>
                    <a:pt x="4200" y="1"/>
                  </a:moveTo>
                  <a:cubicBezTo>
                    <a:pt x="4084" y="1"/>
                    <a:pt x="3973" y="11"/>
                    <a:pt x="3872" y="31"/>
                  </a:cubicBezTo>
                  <a:cubicBezTo>
                    <a:pt x="3751" y="31"/>
                    <a:pt x="3630" y="31"/>
                    <a:pt x="3509" y="72"/>
                  </a:cubicBezTo>
                  <a:cubicBezTo>
                    <a:pt x="3348" y="112"/>
                    <a:pt x="3227" y="273"/>
                    <a:pt x="3227" y="435"/>
                  </a:cubicBezTo>
                  <a:lnTo>
                    <a:pt x="3227" y="1806"/>
                  </a:lnTo>
                  <a:cubicBezTo>
                    <a:pt x="2864" y="1846"/>
                    <a:pt x="2501" y="1967"/>
                    <a:pt x="2178" y="2128"/>
                  </a:cubicBezTo>
                  <a:cubicBezTo>
                    <a:pt x="1654" y="2411"/>
                    <a:pt x="1210" y="2814"/>
                    <a:pt x="888" y="3298"/>
                  </a:cubicBezTo>
                  <a:cubicBezTo>
                    <a:pt x="565" y="3782"/>
                    <a:pt x="404" y="4346"/>
                    <a:pt x="444" y="4911"/>
                  </a:cubicBezTo>
                  <a:cubicBezTo>
                    <a:pt x="404" y="5556"/>
                    <a:pt x="646" y="6202"/>
                    <a:pt x="1049" y="6726"/>
                  </a:cubicBezTo>
                  <a:cubicBezTo>
                    <a:pt x="1493" y="7210"/>
                    <a:pt x="2098" y="7613"/>
                    <a:pt x="2743" y="7815"/>
                  </a:cubicBezTo>
                  <a:lnTo>
                    <a:pt x="4679" y="8460"/>
                  </a:lnTo>
                  <a:cubicBezTo>
                    <a:pt x="5042" y="8581"/>
                    <a:pt x="5405" y="8783"/>
                    <a:pt x="5687" y="9065"/>
                  </a:cubicBezTo>
                  <a:cubicBezTo>
                    <a:pt x="5889" y="9307"/>
                    <a:pt x="5969" y="9630"/>
                    <a:pt x="5969" y="9912"/>
                  </a:cubicBezTo>
                  <a:cubicBezTo>
                    <a:pt x="5969" y="10275"/>
                    <a:pt x="5768" y="10597"/>
                    <a:pt x="5485" y="10759"/>
                  </a:cubicBezTo>
                  <a:cubicBezTo>
                    <a:pt x="5133" y="10970"/>
                    <a:pt x="4720" y="11089"/>
                    <a:pt x="4325" y="11089"/>
                  </a:cubicBezTo>
                  <a:cubicBezTo>
                    <a:pt x="4268" y="11089"/>
                    <a:pt x="4211" y="11087"/>
                    <a:pt x="4154" y="11081"/>
                  </a:cubicBezTo>
                  <a:cubicBezTo>
                    <a:pt x="4060" y="11088"/>
                    <a:pt x="3967" y="11091"/>
                    <a:pt x="3875" y="11091"/>
                  </a:cubicBezTo>
                  <a:cubicBezTo>
                    <a:pt x="3415" y="11091"/>
                    <a:pt x="2978" y="11007"/>
                    <a:pt x="2541" y="10839"/>
                  </a:cubicBezTo>
                  <a:cubicBezTo>
                    <a:pt x="2057" y="10678"/>
                    <a:pt x="1614" y="10436"/>
                    <a:pt x="1210" y="10154"/>
                  </a:cubicBezTo>
                  <a:cubicBezTo>
                    <a:pt x="1130" y="10113"/>
                    <a:pt x="1049" y="10093"/>
                    <a:pt x="974" y="10093"/>
                  </a:cubicBezTo>
                  <a:cubicBezTo>
                    <a:pt x="898" y="10093"/>
                    <a:pt x="827" y="10113"/>
                    <a:pt x="767" y="10154"/>
                  </a:cubicBezTo>
                  <a:cubicBezTo>
                    <a:pt x="646" y="10234"/>
                    <a:pt x="525" y="10355"/>
                    <a:pt x="404" y="10517"/>
                  </a:cubicBezTo>
                  <a:cubicBezTo>
                    <a:pt x="283" y="10678"/>
                    <a:pt x="202" y="10839"/>
                    <a:pt x="162" y="11041"/>
                  </a:cubicBezTo>
                  <a:cubicBezTo>
                    <a:pt x="81" y="11202"/>
                    <a:pt x="41" y="11364"/>
                    <a:pt x="41" y="11565"/>
                  </a:cubicBezTo>
                  <a:cubicBezTo>
                    <a:pt x="1" y="11686"/>
                    <a:pt x="81" y="11807"/>
                    <a:pt x="162" y="11888"/>
                  </a:cubicBezTo>
                  <a:cubicBezTo>
                    <a:pt x="525" y="12090"/>
                    <a:pt x="847" y="12291"/>
                    <a:pt x="1210" y="12453"/>
                  </a:cubicBezTo>
                  <a:cubicBezTo>
                    <a:pt x="1654" y="12654"/>
                    <a:pt x="2098" y="12816"/>
                    <a:pt x="2582" y="12896"/>
                  </a:cubicBezTo>
                  <a:cubicBezTo>
                    <a:pt x="2703" y="12937"/>
                    <a:pt x="2864" y="12977"/>
                    <a:pt x="3025" y="12977"/>
                  </a:cubicBezTo>
                  <a:lnTo>
                    <a:pt x="3025" y="14348"/>
                  </a:lnTo>
                  <a:cubicBezTo>
                    <a:pt x="3025" y="14550"/>
                    <a:pt x="3146" y="14671"/>
                    <a:pt x="3308" y="14711"/>
                  </a:cubicBezTo>
                  <a:cubicBezTo>
                    <a:pt x="3509" y="14751"/>
                    <a:pt x="3751" y="14792"/>
                    <a:pt x="3993" y="14792"/>
                  </a:cubicBezTo>
                  <a:lnTo>
                    <a:pt x="4356" y="14792"/>
                  </a:lnTo>
                  <a:cubicBezTo>
                    <a:pt x="4477" y="14792"/>
                    <a:pt x="4598" y="14751"/>
                    <a:pt x="4679" y="14751"/>
                  </a:cubicBezTo>
                  <a:cubicBezTo>
                    <a:pt x="4840" y="14711"/>
                    <a:pt x="4961" y="14550"/>
                    <a:pt x="4961" y="14388"/>
                  </a:cubicBezTo>
                  <a:lnTo>
                    <a:pt x="4961" y="13058"/>
                  </a:lnTo>
                  <a:cubicBezTo>
                    <a:pt x="5405" y="12977"/>
                    <a:pt x="5808" y="12856"/>
                    <a:pt x="6211" y="12695"/>
                  </a:cubicBezTo>
                  <a:cubicBezTo>
                    <a:pt x="6736" y="12453"/>
                    <a:pt x="7219" y="12049"/>
                    <a:pt x="7582" y="11565"/>
                  </a:cubicBezTo>
                  <a:cubicBezTo>
                    <a:pt x="7905" y="11081"/>
                    <a:pt x="8107" y="10476"/>
                    <a:pt x="8107" y="9912"/>
                  </a:cubicBezTo>
                  <a:cubicBezTo>
                    <a:pt x="8147" y="9146"/>
                    <a:pt x="7865" y="8379"/>
                    <a:pt x="7381" y="7774"/>
                  </a:cubicBezTo>
                  <a:cubicBezTo>
                    <a:pt x="6857" y="7210"/>
                    <a:pt x="6252" y="6807"/>
                    <a:pt x="5526" y="6605"/>
                  </a:cubicBezTo>
                  <a:lnTo>
                    <a:pt x="3751" y="5960"/>
                  </a:lnTo>
                  <a:cubicBezTo>
                    <a:pt x="3388" y="5839"/>
                    <a:pt x="3066" y="5677"/>
                    <a:pt x="2783" y="5476"/>
                  </a:cubicBezTo>
                  <a:cubicBezTo>
                    <a:pt x="2582" y="5274"/>
                    <a:pt x="2501" y="5032"/>
                    <a:pt x="2541" y="4790"/>
                  </a:cubicBezTo>
                  <a:cubicBezTo>
                    <a:pt x="2501" y="4467"/>
                    <a:pt x="2662" y="4185"/>
                    <a:pt x="2945" y="3983"/>
                  </a:cubicBezTo>
                  <a:cubicBezTo>
                    <a:pt x="3261" y="3772"/>
                    <a:pt x="3640" y="3653"/>
                    <a:pt x="4026" y="3653"/>
                  </a:cubicBezTo>
                  <a:cubicBezTo>
                    <a:pt x="4082" y="3653"/>
                    <a:pt x="4138" y="3656"/>
                    <a:pt x="4195" y="3661"/>
                  </a:cubicBezTo>
                  <a:cubicBezTo>
                    <a:pt x="4598" y="3661"/>
                    <a:pt x="5042" y="3741"/>
                    <a:pt x="5485" y="3862"/>
                  </a:cubicBezTo>
                  <a:cubicBezTo>
                    <a:pt x="5889" y="3983"/>
                    <a:pt x="6292" y="4145"/>
                    <a:pt x="6695" y="4346"/>
                  </a:cubicBezTo>
                  <a:cubicBezTo>
                    <a:pt x="6750" y="4383"/>
                    <a:pt x="6812" y="4403"/>
                    <a:pt x="6875" y="4403"/>
                  </a:cubicBezTo>
                  <a:cubicBezTo>
                    <a:pt x="6953" y="4403"/>
                    <a:pt x="7032" y="4373"/>
                    <a:pt x="7098" y="4306"/>
                  </a:cubicBezTo>
                  <a:cubicBezTo>
                    <a:pt x="7300" y="4145"/>
                    <a:pt x="7461" y="3903"/>
                    <a:pt x="7542" y="3661"/>
                  </a:cubicBezTo>
                  <a:cubicBezTo>
                    <a:pt x="7663" y="3419"/>
                    <a:pt x="7744" y="3177"/>
                    <a:pt x="7744" y="2935"/>
                  </a:cubicBezTo>
                  <a:cubicBezTo>
                    <a:pt x="7744" y="2774"/>
                    <a:pt x="7663" y="2653"/>
                    <a:pt x="7542" y="2612"/>
                  </a:cubicBezTo>
                  <a:cubicBezTo>
                    <a:pt x="7058" y="2330"/>
                    <a:pt x="6534" y="2128"/>
                    <a:pt x="6010" y="1967"/>
                  </a:cubicBezTo>
                  <a:cubicBezTo>
                    <a:pt x="5768" y="1886"/>
                    <a:pt x="5445" y="1846"/>
                    <a:pt x="5163" y="1806"/>
                  </a:cubicBezTo>
                  <a:lnTo>
                    <a:pt x="5163" y="435"/>
                  </a:lnTo>
                  <a:cubicBezTo>
                    <a:pt x="5163" y="273"/>
                    <a:pt x="5042" y="112"/>
                    <a:pt x="4880" y="72"/>
                  </a:cubicBezTo>
                  <a:cubicBezTo>
                    <a:pt x="4759" y="31"/>
                    <a:pt x="4679" y="31"/>
                    <a:pt x="4558" y="31"/>
                  </a:cubicBezTo>
                  <a:cubicBezTo>
                    <a:pt x="4437" y="11"/>
                    <a:pt x="4316" y="1"/>
                    <a:pt x="420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23"/>
            <p:cNvSpPr/>
            <p:nvPr/>
          </p:nvSpPr>
          <p:spPr>
            <a:xfrm>
              <a:off x="1924075" y="507925"/>
              <a:ext cx="668500" cy="560500"/>
            </a:xfrm>
            <a:custGeom>
              <a:rect b="b" l="l" r="r" t="t"/>
              <a:pathLst>
                <a:path extrusionOk="0" h="22420" w="26740">
                  <a:moveTo>
                    <a:pt x="13741" y="0"/>
                  </a:moveTo>
                  <a:cubicBezTo>
                    <a:pt x="8672" y="0"/>
                    <a:pt x="3693" y="2521"/>
                    <a:pt x="2098" y="7759"/>
                  </a:cubicBezTo>
                  <a:cubicBezTo>
                    <a:pt x="1" y="14696"/>
                    <a:pt x="5082" y="22076"/>
                    <a:pt x="12301" y="22399"/>
                  </a:cubicBezTo>
                  <a:cubicBezTo>
                    <a:pt x="12576" y="22413"/>
                    <a:pt x="12854" y="22420"/>
                    <a:pt x="13132" y="22420"/>
                  </a:cubicBezTo>
                  <a:cubicBezTo>
                    <a:pt x="16892" y="22420"/>
                    <a:pt x="20876" y="21142"/>
                    <a:pt x="23392" y="18326"/>
                  </a:cubicBezTo>
                  <a:cubicBezTo>
                    <a:pt x="26134" y="15261"/>
                    <a:pt x="26739" y="10905"/>
                    <a:pt x="25408" y="7235"/>
                  </a:cubicBezTo>
                  <a:cubicBezTo>
                    <a:pt x="24682" y="5057"/>
                    <a:pt x="23190" y="3202"/>
                    <a:pt x="21214" y="1992"/>
                  </a:cubicBezTo>
                  <a:cubicBezTo>
                    <a:pt x="19002" y="673"/>
                    <a:pt x="16359" y="0"/>
                    <a:pt x="137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23"/>
            <p:cNvSpPr/>
            <p:nvPr/>
          </p:nvSpPr>
          <p:spPr>
            <a:xfrm>
              <a:off x="1996675" y="566625"/>
              <a:ext cx="529350" cy="443225"/>
            </a:xfrm>
            <a:custGeom>
              <a:rect b="b" l="l" r="r" t="t"/>
              <a:pathLst>
                <a:path extrusionOk="0" h="17729" w="21174">
                  <a:moveTo>
                    <a:pt x="10859" y="0"/>
                  </a:moveTo>
                  <a:cubicBezTo>
                    <a:pt x="6848" y="0"/>
                    <a:pt x="2903" y="1992"/>
                    <a:pt x="1654" y="6137"/>
                  </a:cubicBezTo>
                  <a:cubicBezTo>
                    <a:pt x="1" y="11622"/>
                    <a:pt x="3993" y="17429"/>
                    <a:pt x="9720" y="17712"/>
                  </a:cubicBezTo>
                  <a:cubicBezTo>
                    <a:pt x="9936" y="17723"/>
                    <a:pt x="10153" y="17728"/>
                    <a:pt x="10371" y="17728"/>
                  </a:cubicBezTo>
                  <a:cubicBezTo>
                    <a:pt x="13335" y="17728"/>
                    <a:pt x="16483" y="16702"/>
                    <a:pt x="18512" y="14485"/>
                  </a:cubicBezTo>
                  <a:cubicBezTo>
                    <a:pt x="20568" y="12066"/>
                    <a:pt x="21173" y="8718"/>
                    <a:pt x="20085" y="5734"/>
                  </a:cubicBezTo>
                  <a:cubicBezTo>
                    <a:pt x="19480" y="4000"/>
                    <a:pt x="18310" y="2548"/>
                    <a:pt x="16778" y="1580"/>
                  </a:cubicBezTo>
                  <a:cubicBezTo>
                    <a:pt x="15030" y="534"/>
                    <a:pt x="12936" y="0"/>
                    <a:pt x="1085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23"/>
            <p:cNvSpPr/>
            <p:nvPr/>
          </p:nvSpPr>
          <p:spPr>
            <a:xfrm>
              <a:off x="2162025" y="605350"/>
              <a:ext cx="202675" cy="368200"/>
            </a:xfrm>
            <a:custGeom>
              <a:rect b="b" l="l" r="r" t="t"/>
              <a:pathLst>
                <a:path extrusionOk="0" h="14728" w="8107">
                  <a:moveTo>
                    <a:pt x="4160" y="1"/>
                  </a:moveTo>
                  <a:cubicBezTo>
                    <a:pt x="4044" y="1"/>
                    <a:pt x="3933" y="11"/>
                    <a:pt x="3832" y="31"/>
                  </a:cubicBezTo>
                  <a:cubicBezTo>
                    <a:pt x="3711" y="31"/>
                    <a:pt x="3590" y="31"/>
                    <a:pt x="3469" y="71"/>
                  </a:cubicBezTo>
                  <a:cubicBezTo>
                    <a:pt x="3308" y="112"/>
                    <a:pt x="3187" y="233"/>
                    <a:pt x="3187" y="434"/>
                  </a:cubicBezTo>
                  <a:lnTo>
                    <a:pt x="3187" y="1806"/>
                  </a:lnTo>
                  <a:cubicBezTo>
                    <a:pt x="2824" y="1846"/>
                    <a:pt x="2461" y="1967"/>
                    <a:pt x="2138" y="2128"/>
                  </a:cubicBezTo>
                  <a:cubicBezTo>
                    <a:pt x="1614" y="2411"/>
                    <a:pt x="1170" y="2814"/>
                    <a:pt x="848" y="3298"/>
                  </a:cubicBezTo>
                  <a:cubicBezTo>
                    <a:pt x="525" y="3782"/>
                    <a:pt x="364" y="4346"/>
                    <a:pt x="364" y="4911"/>
                  </a:cubicBezTo>
                  <a:cubicBezTo>
                    <a:pt x="364" y="5556"/>
                    <a:pt x="565" y="6201"/>
                    <a:pt x="1009" y="6685"/>
                  </a:cubicBezTo>
                  <a:cubicBezTo>
                    <a:pt x="1452" y="7210"/>
                    <a:pt x="2057" y="7613"/>
                    <a:pt x="2703" y="7815"/>
                  </a:cubicBezTo>
                  <a:lnTo>
                    <a:pt x="4598" y="8460"/>
                  </a:lnTo>
                  <a:cubicBezTo>
                    <a:pt x="5001" y="8581"/>
                    <a:pt x="5324" y="8783"/>
                    <a:pt x="5606" y="9065"/>
                  </a:cubicBezTo>
                  <a:cubicBezTo>
                    <a:pt x="5808" y="9307"/>
                    <a:pt x="5929" y="9589"/>
                    <a:pt x="5889" y="9912"/>
                  </a:cubicBezTo>
                  <a:cubicBezTo>
                    <a:pt x="5929" y="10275"/>
                    <a:pt x="5727" y="10597"/>
                    <a:pt x="5445" y="10759"/>
                  </a:cubicBezTo>
                  <a:cubicBezTo>
                    <a:pt x="5042" y="11001"/>
                    <a:pt x="4558" y="11081"/>
                    <a:pt x="4114" y="11081"/>
                  </a:cubicBezTo>
                  <a:cubicBezTo>
                    <a:pt x="3550" y="11081"/>
                    <a:pt x="3025" y="11001"/>
                    <a:pt x="2541" y="10799"/>
                  </a:cubicBezTo>
                  <a:cubicBezTo>
                    <a:pt x="2057" y="10597"/>
                    <a:pt x="1573" y="10355"/>
                    <a:pt x="1170" y="10073"/>
                  </a:cubicBezTo>
                  <a:cubicBezTo>
                    <a:pt x="1110" y="10033"/>
                    <a:pt x="1039" y="10013"/>
                    <a:pt x="968" y="10013"/>
                  </a:cubicBezTo>
                  <a:cubicBezTo>
                    <a:pt x="898" y="10013"/>
                    <a:pt x="827" y="10033"/>
                    <a:pt x="767" y="10073"/>
                  </a:cubicBezTo>
                  <a:cubicBezTo>
                    <a:pt x="606" y="10194"/>
                    <a:pt x="485" y="10315"/>
                    <a:pt x="404" y="10476"/>
                  </a:cubicBezTo>
                  <a:cubicBezTo>
                    <a:pt x="283" y="10597"/>
                    <a:pt x="202" y="10799"/>
                    <a:pt x="122" y="10960"/>
                  </a:cubicBezTo>
                  <a:cubicBezTo>
                    <a:pt x="41" y="11122"/>
                    <a:pt x="1" y="11323"/>
                    <a:pt x="1" y="11485"/>
                  </a:cubicBezTo>
                  <a:cubicBezTo>
                    <a:pt x="1" y="11606"/>
                    <a:pt x="41" y="11727"/>
                    <a:pt x="162" y="11807"/>
                  </a:cubicBezTo>
                  <a:cubicBezTo>
                    <a:pt x="485" y="12049"/>
                    <a:pt x="848" y="12251"/>
                    <a:pt x="1210" y="12412"/>
                  </a:cubicBezTo>
                  <a:cubicBezTo>
                    <a:pt x="1654" y="12573"/>
                    <a:pt x="2098" y="12735"/>
                    <a:pt x="2541" y="12856"/>
                  </a:cubicBezTo>
                  <a:cubicBezTo>
                    <a:pt x="2703" y="12896"/>
                    <a:pt x="2824" y="12896"/>
                    <a:pt x="2985" y="12936"/>
                  </a:cubicBezTo>
                  <a:lnTo>
                    <a:pt x="2985" y="14308"/>
                  </a:lnTo>
                  <a:cubicBezTo>
                    <a:pt x="2985" y="14469"/>
                    <a:pt x="3106" y="14630"/>
                    <a:pt x="3267" y="14671"/>
                  </a:cubicBezTo>
                  <a:cubicBezTo>
                    <a:pt x="3438" y="14699"/>
                    <a:pt x="3609" y="14728"/>
                    <a:pt x="3766" y="14728"/>
                  </a:cubicBezTo>
                  <a:cubicBezTo>
                    <a:pt x="3831" y="14728"/>
                    <a:pt x="3894" y="14723"/>
                    <a:pt x="3953" y="14711"/>
                  </a:cubicBezTo>
                  <a:lnTo>
                    <a:pt x="4316" y="14711"/>
                  </a:lnTo>
                  <a:cubicBezTo>
                    <a:pt x="4437" y="14711"/>
                    <a:pt x="4558" y="14711"/>
                    <a:pt x="4679" y="14671"/>
                  </a:cubicBezTo>
                  <a:cubicBezTo>
                    <a:pt x="4840" y="14630"/>
                    <a:pt x="4921" y="14509"/>
                    <a:pt x="4961" y="14308"/>
                  </a:cubicBezTo>
                  <a:lnTo>
                    <a:pt x="4961" y="12936"/>
                  </a:lnTo>
                  <a:cubicBezTo>
                    <a:pt x="5364" y="12896"/>
                    <a:pt x="5768" y="12775"/>
                    <a:pt x="6171" y="12614"/>
                  </a:cubicBezTo>
                  <a:cubicBezTo>
                    <a:pt x="6736" y="12372"/>
                    <a:pt x="7219" y="11969"/>
                    <a:pt x="7542" y="11444"/>
                  </a:cubicBezTo>
                  <a:cubicBezTo>
                    <a:pt x="7905" y="10960"/>
                    <a:pt x="8066" y="10396"/>
                    <a:pt x="8066" y="9791"/>
                  </a:cubicBezTo>
                  <a:cubicBezTo>
                    <a:pt x="8107" y="9025"/>
                    <a:pt x="7824" y="8299"/>
                    <a:pt x="7340" y="7734"/>
                  </a:cubicBezTo>
                  <a:cubicBezTo>
                    <a:pt x="6816" y="7169"/>
                    <a:pt x="6211" y="6766"/>
                    <a:pt x="5485" y="6564"/>
                  </a:cubicBezTo>
                  <a:lnTo>
                    <a:pt x="3671" y="5919"/>
                  </a:lnTo>
                  <a:cubicBezTo>
                    <a:pt x="3348" y="5798"/>
                    <a:pt x="3025" y="5637"/>
                    <a:pt x="2743" y="5395"/>
                  </a:cubicBezTo>
                  <a:cubicBezTo>
                    <a:pt x="2541" y="5234"/>
                    <a:pt x="2461" y="4992"/>
                    <a:pt x="2461" y="4750"/>
                  </a:cubicBezTo>
                  <a:cubicBezTo>
                    <a:pt x="2461" y="4427"/>
                    <a:pt x="2622" y="4104"/>
                    <a:pt x="2864" y="3943"/>
                  </a:cubicBezTo>
                  <a:cubicBezTo>
                    <a:pt x="3216" y="3732"/>
                    <a:pt x="3599" y="3613"/>
                    <a:pt x="3959" y="3613"/>
                  </a:cubicBezTo>
                  <a:cubicBezTo>
                    <a:pt x="4011" y="3613"/>
                    <a:pt x="4063" y="3615"/>
                    <a:pt x="4114" y="3620"/>
                  </a:cubicBezTo>
                  <a:cubicBezTo>
                    <a:pt x="4558" y="3620"/>
                    <a:pt x="5001" y="3661"/>
                    <a:pt x="5405" y="3822"/>
                  </a:cubicBezTo>
                  <a:cubicBezTo>
                    <a:pt x="5848" y="3943"/>
                    <a:pt x="6252" y="4104"/>
                    <a:pt x="6655" y="4306"/>
                  </a:cubicBezTo>
                  <a:cubicBezTo>
                    <a:pt x="6701" y="4337"/>
                    <a:pt x="6753" y="4350"/>
                    <a:pt x="6807" y="4350"/>
                  </a:cubicBezTo>
                  <a:cubicBezTo>
                    <a:pt x="6893" y="4350"/>
                    <a:pt x="6983" y="4316"/>
                    <a:pt x="7058" y="4266"/>
                  </a:cubicBezTo>
                  <a:cubicBezTo>
                    <a:pt x="7260" y="4064"/>
                    <a:pt x="7421" y="3862"/>
                    <a:pt x="7502" y="3620"/>
                  </a:cubicBezTo>
                  <a:cubicBezTo>
                    <a:pt x="7623" y="3378"/>
                    <a:pt x="7703" y="3136"/>
                    <a:pt x="7703" y="2854"/>
                  </a:cubicBezTo>
                  <a:cubicBezTo>
                    <a:pt x="7703" y="2733"/>
                    <a:pt x="7623" y="2612"/>
                    <a:pt x="7502" y="2532"/>
                  </a:cubicBezTo>
                  <a:cubicBezTo>
                    <a:pt x="7018" y="2290"/>
                    <a:pt x="6494" y="2088"/>
                    <a:pt x="5969" y="1927"/>
                  </a:cubicBezTo>
                  <a:cubicBezTo>
                    <a:pt x="5687" y="1846"/>
                    <a:pt x="5405" y="1765"/>
                    <a:pt x="5122" y="1765"/>
                  </a:cubicBezTo>
                  <a:lnTo>
                    <a:pt x="5122" y="434"/>
                  </a:lnTo>
                  <a:cubicBezTo>
                    <a:pt x="5122" y="233"/>
                    <a:pt x="5001" y="112"/>
                    <a:pt x="4840" y="71"/>
                  </a:cubicBezTo>
                  <a:cubicBezTo>
                    <a:pt x="4719" y="31"/>
                    <a:pt x="4638" y="31"/>
                    <a:pt x="4517" y="31"/>
                  </a:cubicBezTo>
                  <a:cubicBezTo>
                    <a:pt x="4396" y="11"/>
                    <a:pt x="4275" y="1"/>
                    <a:pt x="416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23"/>
            <p:cNvSpPr/>
            <p:nvPr/>
          </p:nvSpPr>
          <p:spPr>
            <a:xfrm>
              <a:off x="2255800" y="294575"/>
              <a:ext cx="13125" cy="88750"/>
            </a:xfrm>
            <a:custGeom>
              <a:rect b="b" l="l" r="r" t="t"/>
              <a:pathLst>
                <a:path extrusionOk="0" h="3550" w="525">
                  <a:moveTo>
                    <a:pt x="0" y="0"/>
                  </a:moveTo>
                  <a:lnTo>
                    <a:pt x="0" y="3549"/>
                  </a:lnTo>
                  <a:lnTo>
                    <a:pt x="524" y="3549"/>
                  </a:lnTo>
                  <a:lnTo>
                    <a:pt x="524"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23"/>
            <p:cNvSpPr/>
            <p:nvPr/>
          </p:nvSpPr>
          <p:spPr>
            <a:xfrm>
              <a:off x="2182200" y="338925"/>
              <a:ext cx="12125" cy="125050"/>
            </a:xfrm>
            <a:custGeom>
              <a:rect b="b" l="l" r="r" t="t"/>
              <a:pathLst>
                <a:path extrusionOk="0" h="5002" w="485">
                  <a:moveTo>
                    <a:pt x="0" y="1"/>
                  </a:moveTo>
                  <a:lnTo>
                    <a:pt x="0" y="5002"/>
                  </a:lnTo>
                  <a:lnTo>
                    <a:pt x="484" y="5002"/>
                  </a:lnTo>
                  <a:lnTo>
                    <a:pt x="484"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23"/>
            <p:cNvSpPr/>
            <p:nvPr/>
          </p:nvSpPr>
          <p:spPr>
            <a:xfrm>
              <a:off x="2318300" y="355075"/>
              <a:ext cx="13125" cy="108900"/>
            </a:xfrm>
            <a:custGeom>
              <a:rect b="b" l="l" r="r" t="t"/>
              <a:pathLst>
                <a:path extrusionOk="0" h="4356" w="525">
                  <a:moveTo>
                    <a:pt x="1" y="0"/>
                  </a:moveTo>
                  <a:lnTo>
                    <a:pt x="1" y="4356"/>
                  </a:lnTo>
                  <a:lnTo>
                    <a:pt x="525" y="4356"/>
                  </a:lnTo>
                  <a:lnTo>
                    <a:pt x="525"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23"/>
            <p:cNvSpPr/>
            <p:nvPr/>
          </p:nvSpPr>
          <p:spPr>
            <a:xfrm>
              <a:off x="1336300" y="1282525"/>
              <a:ext cx="668475" cy="561075"/>
            </a:xfrm>
            <a:custGeom>
              <a:rect b="b" l="l" r="r" t="t"/>
              <a:pathLst>
                <a:path extrusionOk="0" h="22443" w="26739">
                  <a:moveTo>
                    <a:pt x="13705" y="1"/>
                  </a:moveTo>
                  <a:cubicBezTo>
                    <a:pt x="8649" y="1"/>
                    <a:pt x="3689" y="2522"/>
                    <a:pt x="2097" y="7748"/>
                  </a:cubicBezTo>
                  <a:cubicBezTo>
                    <a:pt x="0" y="14685"/>
                    <a:pt x="5082" y="22065"/>
                    <a:pt x="12341" y="22428"/>
                  </a:cubicBezTo>
                  <a:cubicBezTo>
                    <a:pt x="12571" y="22437"/>
                    <a:pt x="12803" y="22442"/>
                    <a:pt x="13035" y="22442"/>
                  </a:cubicBezTo>
                  <a:cubicBezTo>
                    <a:pt x="16799" y="22442"/>
                    <a:pt x="20849" y="21201"/>
                    <a:pt x="23431" y="18314"/>
                  </a:cubicBezTo>
                  <a:cubicBezTo>
                    <a:pt x="26133" y="15290"/>
                    <a:pt x="26738" y="10894"/>
                    <a:pt x="25407" y="7224"/>
                  </a:cubicBezTo>
                  <a:cubicBezTo>
                    <a:pt x="24681" y="5046"/>
                    <a:pt x="23189" y="3191"/>
                    <a:pt x="21213" y="2021"/>
                  </a:cubicBezTo>
                  <a:cubicBezTo>
                    <a:pt x="18991" y="683"/>
                    <a:pt x="16335" y="1"/>
                    <a:pt x="1370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23"/>
            <p:cNvSpPr/>
            <p:nvPr/>
          </p:nvSpPr>
          <p:spPr>
            <a:xfrm>
              <a:off x="1408875" y="1340950"/>
              <a:ext cx="529350" cy="443225"/>
            </a:xfrm>
            <a:custGeom>
              <a:rect b="b" l="l" r="r" t="t"/>
              <a:pathLst>
                <a:path extrusionOk="0" h="17729" w="21174">
                  <a:moveTo>
                    <a:pt x="10859" y="0"/>
                  </a:moveTo>
                  <a:cubicBezTo>
                    <a:pt x="6848" y="0"/>
                    <a:pt x="2903" y="1992"/>
                    <a:pt x="1654" y="6137"/>
                  </a:cubicBezTo>
                  <a:cubicBezTo>
                    <a:pt x="1" y="11622"/>
                    <a:pt x="3993" y="17470"/>
                    <a:pt x="9720" y="17712"/>
                  </a:cubicBezTo>
                  <a:cubicBezTo>
                    <a:pt x="9943" y="17723"/>
                    <a:pt x="10167" y="17729"/>
                    <a:pt x="10392" y="17729"/>
                  </a:cubicBezTo>
                  <a:cubicBezTo>
                    <a:pt x="13350" y="17729"/>
                    <a:pt x="16488" y="16734"/>
                    <a:pt x="18512" y="14485"/>
                  </a:cubicBezTo>
                  <a:cubicBezTo>
                    <a:pt x="20569" y="12065"/>
                    <a:pt x="21174" y="8718"/>
                    <a:pt x="20085" y="5734"/>
                  </a:cubicBezTo>
                  <a:cubicBezTo>
                    <a:pt x="19520" y="4000"/>
                    <a:pt x="18350" y="2548"/>
                    <a:pt x="16778" y="1580"/>
                  </a:cubicBezTo>
                  <a:cubicBezTo>
                    <a:pt x="15030" y="534"/>
                    <a:pt x="12936" y="0"/>
                    <a:pt x="1085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23"/>
            <p:cNvSpPr/>
            <p:nvPr/>
          </p:nvSpPr>
          <p:spPr>
            <a:xfrm>
              <a:off x="1574225" y="1378675"/>
              <a:ext cx="202675" cy="368775"/>
            </a:xfrm>
            <a:custGeom>
              <a:rect b="b" l="l" r="r" t="t"/>
              <a:pathLst>
                <a:path extrusionOk="0" h="14751" w="8107">
                  <a:moveTo>
                    <a:pt x="4160" y="0"/>
                  </a:moveTo>
                  <a:cubicBezTo>
                    <a:pt x="4044" y="0"/>
                    <a:pt x="3933" y="10"/>
                    <a:pt x="3832" y="31"/>
                  </a:cubicBezTo>
                  <a:cubicBezTo>
                    <a:pt x="3711" y="31"/>
                    <a:pt x="3590" y="31"/>
                    <a:pt x="3469" y="71"/>
                  </a:cubicBezTo>
                  <a:cubicBezTo>
                    <a:pt x="3308" y="111"/>
                    <a:pt x="3187" y="273"/>
                    <a:pt x="3187" y="434"/>
                  </a:cubicBezTo>
                  <a:lnTo>
                    <a:pt x="3187" y="1805"/>
                  </a:lnTo>
                  <a:cubicBezTo>
                    <a:pt x="2824" y="1845"/>
                    <a:pt x="2461" y="1966"/>
                    <a:pt x="2138" y="2128"/>
                  </a:cubicBezTo>
                  <a:cubicBezTo>
                    <a:pt x="1614" y="2410"/>
                    <a:pt x="1170" y="2813"/>
                    <a:pt x="848" y="3297"/>
                  </a:cubicBezTo>
                  <a:cubicBezTo>
                    <a:pt x="525" y="3781"/>
                    <a:pt x="364" y="4346"/>
                    <a:pt x="404" y="4910"/>
                  </a:cubicBezTo>
                  <a:cubicBezTo>
                    <a:pt x="364" y="5556"/>
                    <a:pt x="606" y="6201"/>
                    <a:pt x="1009" y="6725"/>
                  </a:cubicBezTo>
                  <a:cubicBezTo>
                    <a:pt x="1453" y="7209"/>
                    <a:pt x="2058" y="7612"/>
                    <a:pt x="2703" y="7814"/>
                  </a:cubicBezTo>
                  <a:lnTo>
                    <a:pt x="4598" y="8459"/>
                  </a:lnTo>
                  <a:cubicBezTo>
                    <a:pt x="5002" y="8580"/>
                    <a:pt x="5364" y="8782"/>
                    <a:pt x="5606" y="9064"/>
                  </a:cubicBezTo>
                  <a:cubicBezTo>
                    <a:pt x="5848" y="9306"/>
                    <a:pt x="5929" y="9629"/>
                    <a:pt x="5889" y="9911"/>
                  </a:cubicBezTo>
                  <a:cubicBezTo>
                    <a:pt x="5929" y="10274"/>
                    <a:pt x="5727" y="10597"/>
                    <a:pt x="5445" y="10758"/>
                  </a:cubicBezTo>
                  <a:cubicBezTo>
                    <a:pt x="5093" y="10969"/>
                    <a:pt x="4680" y="11088"/>
                    <a:pt x="4285" y="11088"/>
                  </a:cubicBezTo>
                  <a:cubicBezTo>
                    <a:pt x="4228" y="11088"/>
                    <a:pt x="4171" y="11086"/>
                    <a:pt x="4114" y="11081"/>
                  </a:cubicBezTo>
                  <a:cubicBezTo>
                    <a:pt x="3550" y="11081"/>
                    <a:pt x="3025" y="11000"/>
                    <a:pt x="2541" y="10798"/>
                  </a:cubicBezTo>
                  <a:cubicBezTo>
                    <a:pt x="2058" y="10597"/>
                    <a:pt x="1614" y="10355"/>
                    <a:pt x="1170" y="10072"/>
                  </a:cubicBezTo>
                  <a:cubicBezTo>
                    <a:pt x="1110" y="10032"/>
                    <a:pt x="1039" y="10012"/>
                    <a:pt x="969" y="10012"/>
                  </a:cubicBezTo>
                  <a:cubicBezTo>
                    <a:pt x="898" y="10012"/>
                    <a:pt x="827" y="10032"/>
                    <a:pt x="767" y="10072"/>
                  </a:cubicBezTo>
                  <a:cubicBezTo>
                    <a:pt x="606" y="10193"/>
                    <a:pt x="485" y="10314"/>
                    <a:pt x="404" y="10476"/>
                  </a:cubicBezTo>
                  <a:cubicBezTo>
                    <a:pt x="283" y="10597"/>
                    <a:pt x="202" y="10798"/>
                    <a:pt x="122" y="10960"/>
                  </a:cubicBezTo>
                  <a:cubicBezTo>
                    <a:pt x="41" y="11121"/>
                    <a:pt x="1" y="11323"/>
                    <a:pt x="1" y="11524"/>
                  </a:cubicBezTo>
                  <a:cubicBezTo>
                    <a:pt x="1" y="11645"/>
                    <a:pt x="41" y="11766"/>
                    <a:pt x="162" y="11807"/>
                  </a:cubicBezTo>
                  <a:cubicBezTo>
                    <a:pt x="485" y="12049"/>
                    <a:pt x="848" y="12250"/>
                    <a:pt x="1211" y="12412"/>
                  </a:cubicBezTo>
                  <a:cubicBezTo>
                    <a:pt x="1654" y="12613"/>
                    <a:pt x="2098" y="12734"/>
                    <a:pt x="2541" y="12855"/>
                  </a:cubicBezTo>
                  <a:cubicBezTo>
                    <a:pt x="2703" y="12896"/>
                    <a:pt x="2864" y="12896"/>
                    <a:pt x="2985" y="12936"/>
                  </a:cubicBezTo>
                  <a:lnTo>
                    <a:pt x="2985" y="14307"/>
                  </a:lnTo>
                  <a:cubicBezTo>
                    <a:pt x="2985" y="14468"/>
                    <a:pt x="3106" y="14630"/>
                    <a:pt x="3267" y="14670"/>
                  </a:cubicBezTo>
                  <a:cubicBezTo>
                    <a:pt x="3509" y="14710"/>
                    <a:pt x="3751" y="14751"/>
                    <a:pt x="3993" y="14751"/>
                  </a:cubicBezTo>
                  <a:lnTo>
                    <a:pt x="4356" y="14751"/>
                  </a:lnTo>
                  <a:cubicBezTo>
                    <a:pt x="4437" y="14710"/>
                    <a:pt x="4558" y="14710"/>
                    <a:pt x="4679" y="14670"/>
                  </a:cubicBezTo>
                  <a:cubicBezTo>
                    <a:pt x="4840" y="14630"/>
                    <a:pt x="4961" y="14509"/>
                    <a:pt x="4961" y="14347"/>
                  </a:cubicBezTo>
                  <a:lnTo>
                    <a:pt x="4961" y="12976"/>
                  </a:lnTo>
                  <a:cubicBezTo>
                    <a:pt x="5364" y="12936"/>
                    <a:pt x="5768" y="12815"/>
                    <a:pt x="6171" y="12654"/>
                  </a:cubicBezTo>
                  <a:cubicBezTo>
                    <a:pt x="6736" y="12412"/>
                    <a:pt x="7220" y="12008"/>
                    <a:pt x="7583" y="11484"/>
                  </a:cubicBezTo>
                  <a:cubicBezTo>
                    <a:pt x="7905" y="11000"/>
                    <a:pt x="8067" y="10435"/>
                    <a:pt x="8067" y="9831"/>
                  </a:cubicBezTo>
                  <a:cubicBezTo>
                    <a:pt x="8107" y="9105"/>
                    <a:pt x="7825" y="8338"/>
                    <a:pt x="7341" y="7774"/>
                  </a:cubicBezTo>
                  <a:cubicBezTo>
                    <a:pt x="6816" y="7209"/>
                    <a:pt x="6211" y="6806"/>
                    <a:pt x="5485" y="6604"/>
                  </a:cubicBezTo>
                  <a:lnTo>
                    <a:pt x="3711" y="5959"/>
                  </a:lnTo>
                  <a:cubicBezTo>
                    <a:pt x="3348" y="5838"/>
                    <a:pt x="3025" y="5677"/>
                    <a:pt x="2743" y="5475"/>
                  </a:cubicBezTo>
                  <a:cubicBezTo>
                    <a:pt x="2541" y="5273"/>
                    <a:pt x="2461" y="5031"/>
                    <a:pt x="2501" y="4789"/>
                  </a:cubicBezTo>
                  <a:cubicBezTo>
                    <a:pt x="2461" y="4467"/>
                    <a:pt x="2622" y="4184"/>
                    <a:pt x="2904" y="3983"/>
                  </a:cubicBezTo>
                  <a:cubicBezTo>
                    <a:pt x="3221" y="3772"/>
                    <a:pt x="3600" y="3653"/>
                    <a:pt x="3986" y="3653"/>
                  </a:cubicBezTo>
                  <a:cubicBezTo>
                    <a:pt x="4042" y="3653"/>
                    <a:pt x="4098" y="3655"/>
                    <a:pt x="4155" y="3660"/>
                  </a:cubicBezTo>
                  <a:cubicBezTo>
                    <a:pt x="4558" y="3660"/>
                    <a:pt x="5002" y="3741"/>
                    <a:pt x="5405" y="3862"/>
                  </a:cubicBezTo>
                  <a:cubicBezTo>
                    <a:pt x="5848" y="3983"/>
                    <a:pt x="6252" y="4144"/>
                    <a:pt x="6655" y="4346"/>
                  </a:cubicBezTo>
                  <a:cubicBezTo>
                    <a:pt x="6709" y="4382"/>
                    <a:pt x="6772" y="4402"/>
                    <a:pt x="6835" y="4402"/>
                  </a:cubicBezTo>
                  <a:cubicBezTo>
                    <a:pt x="6913" y="4402"/>
                    <a:pt x="6992" y="4372"/>
                    <a:pt x="7058" y="4305"/>
                  </a:cubicBezTo>
                  <a:cubicBezTo>
                    <a:pt x="7260" y="4144"/>
                    <a:pt x="7421" y="3902"/>
                    <a:pt x="7502" y="3660"/>
                  </a:cubicBezTo>
                  <a:cubicBezTo>
                    <a:pt x="7623" y="3418"/>
                    <a:pt x="7704" y="3176"/>
                    <a:pt x="7704" y="2934"/>
                  </a:cubicBezTo>
                  <a:cubicBezTo>
                    <a:pt x="7704" y="2773"/>
                    <a:pt x="7623" y="2652"/>
                    <a:pt x="7502" y="2612"/>
                  </a:cubicBezTo>
                  <a:cubicBezTo>
                    <a:pt x="7018" y="2329"/>
                    <a:pt x="6494" y="2128"/>
                    <a:pt x="5969" y="1966"/>
                  </a:cubicBezTo>
                  <a:cubicBezTo>
                    <a:pt x="5727" y="1886"/>
                    <a:pt x="5405" y="1845"/>
                    <a:pt x="5123" y="1805"/>
                  </a:cubicBezTo>
                  <a:lnTo>
                    <a:pt x="5123" y="434"/>
                  </a:lnTo>
                  <a:cubicBezTo>
                    <a:pt x="5123" y="273"/>
                    <a:pt x="5002" y="111"/>
                    <a:pt x="4840" y="71"/>
                  </a:cubicBezTo>
                  <a:cubicBezTo>
                    <a:pt x="4719" y="31"/>
                    <a:pt x="4639" y="31"/>
                    <a:pt x="4518" y="31"/>
                  </a:cubicBezTo>
                  <a:cubicBezTo>
                    <a:pt x="4397" y="10"/>
                    <a:pt x="4276" y="0"/>
                    <a:pt x="416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23"/>
            <p:cNvSpPr/>
            <p:nvPr/>
          </p:nvSpPr>
          <p:spPr>
            <a:xfrm>
              <a:off x="1668000" y="1069900"/>
              <a:ext cx="13125" cy="88750"/>
            </a:xfrm>
            <a:custGeom>
              <a:rect b="b" l="l" r="r" t="t"/>
              <a:pathLst>
                <a:path extrusionOk="0" h="3550" w="525">
                  <a:moveTo>
                    <a:pt x="0" y="1"/>
                  </a:moveTo>
                  <a:lnTo>
                    <a:pt x="0" y="3549"/>
                  </a:lnTo>
                  <a:lnTo>
                    <a:pt x="525" y="3549"/>
                  </a:lnTo>
                  <a:lnTo>
                    <a:pt x="525"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23"/>
            <p:cNvSpPr/>
            <p:nvPr/>
          </p:nvSpPr>
          <p:spPr>
            <a:xfrm>
              <a:off x="1594400" y="1114250"/>
              <a:ext cx="12125" cy="124050"/>
            </a:xfrm>
            <a:custGeom>
              <a:rect b="b" l="l" r="r" t="t"/>
              <a:pathLst>
                <a:path extrusionOk="0" h="4962" w="485">
                  <a:moveTo>
                    <a:pt x="0" y="1"/>
                  </a:moveTo>
                  <a:lnTo>
                    <a:pt x="0" y="4961"/>
                  </a:lnTo>
                  <a:lnTo>
                    <a:pt x="484" y="4961"/>
                  </a:lnTo>
                  <a:lnTo>
                    <a:pt x="484"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23"/>
            <p:cNvSpPr/>
            <p:nvPr/>
          </p:nvSpPr>
          <p:spPr>
            <a:xfrm>
              <a:off x="1731525" y="1130400"/>
              <a:ext cx="12125" cy="107900"/>
            </a:xfrm>
            <a:custGeom>
              <a:rect b="b" l="l" r="r" t="t"/>
              <a:pathLst>
                <a:path extrusionOk="0" h="4316" w="485">
                  <a:moveTo>
                    <a:pt x="0" y="0"/>
                  </a:moveTo>
                  <a:lnTo>
                    <a:pt x="0" y="4315"/>
                  </a:lnTo>
                  <a:lnTo>
                    <a:pt x="484" y="4315"/>
                  </a:lnTo>
                  <a:lnTo>
                    <a:pt x="484"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23"/>
            <p:cNvSpPr/>
            <p:nvPr/>
          </p:nvSpPr>
          <p:spPr>
            <a:xfrm>
              <a:off x="5858200" y="2435950"/>
              <a:ext cx="668475" cy="561225"/>
            </a:xfrm>
            <a:custGeom>
              <a:rect b="b" l="l" r="r" t="t"/>
              <a:pathLst>
                <a:path extrusionOk="0" h="22449" w="26739">
                  <a:moveTo>
                    <a:pt x="13705" y="0"/>
                  </a:moveTo>
                  <a:cubicBezTo>
                    <a:pt x="8649" y="0"/>
                    <a:pt x="3689" y="2521"/>
                    <a:pt x="2097" y="7748"/>
                  </a:cubicBezTo>
                  <a:cubicBezTo>
                    <a:pt x="0" y="14684"/>
                    <a:pt x="5082" y="22064"/>
                    <a:pt x="12300" y="22427"/>
                  </a:cubicBezTo>
                  <a:cubicBezTo>
                    <a:pt x="12575" y="22441"/>
                    <a:pt x="12852" y="22448"/>
                    <a:pt x="13130" y="22448"/>
                  </a:cubicBezTo>
                  <a:cubicBezTo>
                    <a:pt x="16890" y="22448"/>
                    <a:pt x="20875" y="21168"/>
                    <a:pt x="23391" y="18314"/>
                  </a:cubicBezTo>
                  <a:cubicBezTo>
                    <a:pt x="26133" y="15289"/>
                    <a:pt x="26738" y="10934"/>
                    <a:pt x="25407" y="7264"/>
                  </a:cubicBezTo>
                  <a:cubicBezTo>
                    <a:pt x="24641" y="5086"/>
                    <a:pt x="23189" y="3231"/>
                    <a:pt x="21213" y="2021"/>
                  </a:cubicBezTo>
                  <a:cubicBezTo>
                    <a:pt x="18991" y="682"/>
                    <a:pt x="16335" y="0"/>
                    <a:pt x="1370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23"/>
            <p:cNvSpPr/>
            <p:nvPr/>
          </p:nvSpPr>
          <p:spPr>
            <a:xfrm>
              <a:off x="5930775" y="2494650"/>
              <a:ext cx="529350" cy="443775"/>
            </a:xfrm>
            <a:custGeom>
              <a:rect b="b" l="l" r="r" t="t"/>
              <a:pathLst>
                <a:path extrusionOk="0" h="17751" w="21174">
                  <a:moveTo>
                    <a:pt x="10824" y="0"/>
                  </a:moveTo>
                  <a:cubicBezTo>
                    <a:pt x="6825" y="0"/>
                    <a:pt x="2899" y="1992"/>
                    <a:pt x="1654" y="6126"/>
                  </a:cubicBezTo>
                  <a:cubicBezTo>
                    <a:pt x="1" y="11610"/>
                    <a:pt x="3993" y="17458"/>
                    <a:pt x="9720" y="17740"/>
                  </a:cubicBezTo>
                  <a:cubicBezTo>
                    <a:pt x="9893" y="17747"/>
                    <a:pt x="10067" y="17750"/>
                    <a:pt x="10242" y="17750"/>
                  </a:cubicBezTo>
                  <a:cubicBezTo>
                    <a:pt x="13244" y="17750"/>
                    <a:pt x="16454" y="16760"/>
                    <a:pt x="18512" y="14474"/>
                  </a:cubicBezTo>
                  <a:cubicBezTo>
                    <a:pt x="20569" y="12054"/>
                    <a:pt x="21174" y="8707"/>
                    <a:pt x="20085" y="5722"/>
                  </a:cubicBezTo>
                  <a:cubicBezTo>
                    <a:pt x="19480" y="3988"/>
                    <a:pt x="18310" y="2536"/>
                    <a:pt x="16778" y="1609"/>
                  </a:cubicBezTo>
                  <a:cubicBezTo>
                    <a:pt x="15021" y="543"/>
                    <a:pt x="12912" y="0"/>
                    <a:pt x="108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23"/>
            <p:cNvSpPr/>
            <p:nvPr/>
          </p:nvSpPr>
          <p:spPr>
            <a:xfrm>
              <a:off x="6096125" y="2533100"/>
              <a:ext cx="201675" cy="368775"/>
            </a:xfrm>
            <a:custGeom>
              <a:rect b="b" l="l" r="r" t="t"/>
              <a:pathLst>
                <a:path extrusionOk="0" h="14751" w="8067">
                  <a:moveTo>
                    <a:pt x="4155" y="0"/>
                  </a:moveTo>
                  <a:cubicBezTo>
                    <a:pt x="4034" y="0"/>
                    <a:pt x="3913" y="10"/>
                    <a:pt x="3792" y="30"/>
                  </a:cubicBezTo>
                  <a:cubicBezTo>
                    <a:pt x="3671" y="30"/>
                    <a:pt x="3590" y="71"/>
                    <a:pt x="3469" y="71"/>
                  </a:cubicBezTo>
                  <a:cubicBezTo>
                    <a:pt x="3308" y="111"/>
                    <a:pt x="3187" y="272"/>
                    <a:pt x="3187" y="434"/>
                  </a:cubicBezTo>
                  <a:lnTo>
                    <a:pt x="3187" y="1805"/>
                  </a:lnTo>
                  <a:cubicBezTo>
                    <a:pt x="2824" y="1886"/>
                    <a:pt x="2461" y="1966"/>
                    <a:pt x="2138" y="2168"/>
                  </a:cubicBezTo>
                  <a:cubicBezTo>
                    <a:pt x="1614" y="2410"/>
                    <a:pt x="1170" y="2813"/>
                    <a:pt x="848" y="3297"/>
                  </a:cubicBezTo>
                  <a:cubicBezTo>
                    <a:pt x="525" y="3781"/>
                    <a:pt x="364" y="4346"/>
                    <a:pt x="364" y="4951"/>
                  </a:cubicBezTo>
                  <a:cubicBezTo>
                    <a:pt x="364" y="5596"/>
                    <a:pt x="565" y="6201"/>
                    <a:pt x="1009" y="6725"/>
                  </a:cubicBezTo>
                  <a:cubicBezTo>
                    <a:pt x="1453" y="7249"/>
                    <a:pt x="2017" y="7612"/>
                    <a:pt x="2703" y="7814"/>
                  </a:cubicBezTo>
                  <a:lnTo>
                    <a:pt x="4598" y="8459"/>
                  </a:lnTo>
                  <a:cubicBezTo>
                    <a:pt x="5002" y="8580"/>
                    <a:pt x="5324" y="8782"/>
                    <a:pt x="5606" y="9104"/>
                  </a:cubicBezTo>
                  <a:cubicBezTo>
                    <a:pt x="5808" y="9306"/>
                    <a:pt x="5929" y="9629"/>
                    <a:pt x="5889" y="9951"/>
                  </a:cubicBezTo>
                  <a:cubicBezTo>
                    <a:pt x="5929" y="10274"/>
                    <a:pt x="5727" y="10597"/>
                    <a:pt x="5445" y="10758"/>
                  </a:cubicBezTo>
                  <a:cubicBezTo>
                    <a:pt x="5042" y="11000"/>
                    <a:pt x="4558" y="11121"/>
                    <a:pt x="4114" y="11121"/>
                  </a:cubicBezTo>
                  <a:cubicBezTo>
                    <a:pt x="3550" y="11121"/>
                    <a:pt x="3025" y="11000"/>
                    <a:pt x="2541" y="10798"/>
                  </a:cubicBezTo>
                  <a:cubicBezTo>
                    <a:pt x="2058" y="10637"/>
                    <a:pt x="1574" y="10395"/>
                    <a:pt x="1170" y="10113"/>
                  </a:cubicBezTo>
                  <a:cubicBezTo>
                    <a:pt x="1110" y="10072"/>
                    <a:pt x="1039" y="10052"/>
                    <a:pt x="969" y="10052"/>
                  </a:cubicBezTo>
                  <a:cubicBezTo>
                    <a:pt x="898" y="10052"/>
                    <a:pt x="827" y="10072"/>
                    <a:pt x="767" y="10113"/>
                  </a:cubicBezTo>
                  <a:cubicBezTo>
                    <a:pt x="606" y="10193"/>
                    <a:pt x="485" y="10314"/>
                    <a:pt x="364" y="10476"/>
                  </a:cubicBezTo>
                  <a:cubicBezTo>
                    <a:pt x="283" y="10637"/>
                    <a:pt x="162" y="10798"/>
                    <a:pt x="122" y="11000"/>
                  </a:cubicBezTo>
                  <a:cubicBezTo>
                    <a:pt x="41" y="11161"/>
                    <a:pt x="1" y="11323"/>
                    <a:pt x="1" y="11524"/>
                  </a:cubicBezTo>
                  <a:cubicBezTo>
                    <a:pt x="1" y="11645"/>
                    <a:pt x="41" y="11766"/>
                    <a:pt x="162" y="11847"/>
                  </a:cubicBezTo>
                  <a:cubicBezTo>
                    <a:pt x="485" y="12048"/>
                    <a:pt x="848" y="12250"/>
                    <a:pt x="1211" y="12411"/>
                  </a:cubicBezTo>
                  <a:cubicBezTo>
                    <a:pt x="1614" y="12613"/>
                    <a:pt x="2098" y="12774"/>
                    <a:pt x="2541" y="12855"/>
                  </a:cubicBezTo>
                  <a:cubicBezTo>
                    <a:pt x="2703" y="12895"/>
                    <a:pt x="2824" y="12936"/>
                    <a:pt x="2985" y="12936"/>
                  </a:cubicBezTo>
                  <a:lnTo>
                    <a:pt x="2985" y="14307"/>
                  </a:lnTo>
                  <a:cubicBezTo>
                    <a:pt x="2985" y="14509"/>
                    <a:pt x="3106" y="14629"/>
                    <a:pt x="3267" y="14670"/>
                  </a:cubicBezTo>
                  <a:cubicBezTo>
                    <a:pt x="3509" y="14710"/>
                    <a:pt x="3711" y="14750"/>
                    <a:pt x="3953" y="14750"/>
                  </a:cubicBezTo>
                  <a:lnTo>
                    <a:pt x="4316" y="14750"/>
                  </a:lnTo>
                  <a:cubicBezTo>
                    <a:pt x="4437" y="14750"/>
                    <a:pt x="4558" y="14710"/>
                    <a:pt x="4679" y="14710"/>
                  </a:cubicBezTo>
                  <a:cubicBezTo>
                    <a:pt x="4840" y="14670"/>
                    <a:pt x="4921" y="14509"/>
                    <a:pt x="4921" y="14347"/>
                  </a:cubicBezTo>
                  <a:lnTo>
                    <a:pt x="4921" y="12936"/>
                  </a:lnTo>
                  <a:cubicBezTo>
                    <a:pt x="5365" y="12895"/>
                    <a:pt x="5768" y="12774"/>
                    <a:pt x="6171" y="12613"/>
                  </a:cubicBezTo>
                  <a:cubicBezTo>
                    <a:pt x="6736" y="12331"/>
                    <a:pt x="7220" y="11968"/>
                    <a:pt x="7542" y="11443"/>
                  </a:cubicBezTo>
                  <a:cubicBezTo>
                    <a:pt x="7865" y="10960"/>
                    <a:pt x="8067" y="10395"/>
                    <a:pt x="8067" y="9790"/>
                  </a:cubicBezTo>
                  <a:cubicBezTo>
                    <a:pt x="8067" y="9064"/>
                    <a:pt x="7825" y="8298"/>
                    <a:pt x="7341" y="7733"/>
                  </a:cubicBezTo>
                  <a:cubicBezTo>
                    <a:pt x="6816" y="7209"/>
                    <a:pt x="6171" y="6806"/>
                    <a:pt x="5485" y="6564"/>
                  </a:cubicBezTo>
                  <a:lnTo>
                    <a:pt x="3671" y="5918"/>
                  </a:lnTo>
                  <a:cubicBezTo>
                    <a:pt x="3348" y="5797"/>
                    <a:pt x="3025" y="5636"/>
                    <a:pt x="2743" y="5434"/>
                  </a:cubicBezTo>
                  <a:cubicBezTo>
                    <a:pt x="2541" y="5273"/>
                    <a:pt x="2461" y="4991"/>
                    <a:pt x="2461" y="4749"/>
                  </a:cubicBezTo>
                  <a:cubicBezTo>
                    <a:pt x="2461" y="4426"/>
                    <a:pt x="2622" y="4144"/>
                    <a:pt x="2864" y="3942"/>
                  </a:cubicBezTo>
                  <a:cubicBezTo>
                    <a:pt x="3216" y="3731"/>
                    <a:pt x="3568" y="3612"/>
                    <a:pt x="3947" y="3612"/>
                  </a:cubicBezTo>
                  <a:cubicBezTo>
                    <a:pt x="4002" y="3612"/>
                    <a:pt x="4058" y="3615"/>
                    <a:pt x="4114" y="3620"/>
                  </a:cubicBezTo>
                  <a:cubicBezTo>
                    <a:pt x="4558" y="3620"/>
                    <a:pt x="5002" y="3700"/>
                    <a:pt x="5405" y="3821"/>
                  </a:cubicBezTo>
                  <a:cubicBezTo>
                    <a:pt x="5848" y="3942"/>
                    <a:pt x="6252" y="4104"/>
                    <a:pt x="6615" y="4305"/>
                  </a:cubicBezTo>
                  <a:cubicBezTo>
                    <a:pt x="6687" y="4342"/>
                    <a:pt x="6760" y="4361"/>
                    <a:pt x="6829" y="4361"/>
                  </a:cubicBezTo>
                  <a:cubicBezTo>
                    <a:pt x="6913" y="4361"/>
                    <a:pt x="6992" y="4332"/>
                    <a:pt x="7058" y="4265"/>
                  </a:cubicBezTo>
                  <a:cubicBezTo>
                    <a:pt x="7260" y="4104"/>
                    <a:pt x="7421" y="3862"/>
                    <a:pt x="7502" y="3660"/>
                  </a:cubicBezTo>
                  <a:cubicBezTo>
                    <a:pt x="7623" y="3418"/>
                    <a:pt x="7663" y="3136"/>
                    <a:pt x="7704" y="2894"/>
                  </a:cubicBezTo>
                  <a:cubicBezTo>
                    <a:pt x="7663" y="2732"/>
                    <a:pt x="7623" y="2611"/>
                    <a:pt x="7502" y="2571"/>
                  </a:cubicBezTo>
                  <a:cubicBezTo>
                    <a:pt x="7018" y="2289"/>
                    <a:pt x="6494" y="2087"/>
                    <a:pt x="5969" y="1926"/>
                  </a:cubicBezTo>
                  <a:cubicBezTo>
                    <a:pt x="5687" y="1845"/>
                    <a:pt x="5405" y="1805"/>
                    <a:pt x="5123" y="1765"/>
                  </a:cubicBezTo>
                  <a:lnTo>
                    <a:pt x="5123" y="434"/>
                  </a:lnTo>
                  <a:cubicBezTo>
                    <a:pt x="5123" y="272"/>
                    <a:pt x="5002" y="111"/>
                    <a:pt x="4840" y="71"/>
                  </a:cubicBezTo>
                  <a:cubicBezTo>
                    <a:pt x="4719" y="71"/>
                    <a:pt x="4598" y="30"/>
                    <a:pt x="4518" y="30"/>
                  </a:cubicBezTo>
                  <a:cubicBezTo>
                    <a:pt x="4397" y="10"/>
                    <a:pt x="4276" y="0"/>
                    <a:pt x="4155"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23"/>
            <p:cNvSpPr/>
            <p:nvPr/>
          </p:nvSpPr>
          <p:spPr>
            <a:xfrm>
              <a:off x="6189900" y="2223325"/>
              <a:ext cx="13125" cy="88725"/>
            </a:xfrm>
            <a:custGeom>
              <a:rect b="b" l="l" r="r" t="t"/>
              <a:pathLst>
                <a:path extrusionOk="0" h="3549" w="525">
                  <a:moveTo>
                    <a:pt x="0" y="0"/>
                  </a:moveTo>
                  <a:lnTo>
                    <a:pt x="0" y="3549"/>
                  </a:lnTo>
                  <a:lnTo>
                    <a:pt x="525" y="3549"/>
                  </a:lnTo>
                  <a:lnTo>
                    <a:pt x="525"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23"/>
            <p:cNvSpPr/>
            <p:nvPr/>
          </p:nvSpPr>
          <p:spPr>
            <a:xfrm>
              <a:off x="6115275" y="2267675"/>
              <a:ext cx="13150" cy="124025"/>
            </a:xfrm>
            <a:custGeom>
              <a:rect b="b" l="l" r="r" t="t"/>
              <a:pathLst>
                <a:path extrusionOk="0" h="4961" w="526">
                  <a:moveTo>
                    <a:pt x="1" y="0"/>
                  </a:moveTo>
                  <a:lnTo>
                    <a:pt x="1" y="4961"/>
                  </a:lnTo>
                  <a:lnTo>
                    <a:pt x="525" y="4961"/>
                  </a:lnTo>
                  <a:lnTo>
                    <a:pt x="525"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23"/>
            <p:cNvSpPr/>
            <p:nvPr/>
          </p:nvSpPr>
          <p:spPr>
            <a:xfrm>
              <a:off x="6252400" y="2283800"/>
              <a:ext cx="13150" cy="107900"/>
            </a:xfrm>
            <a:custGeom>
              <a:rect b="b" l="l" r="r" t="t"/>
              <a:pathLst>
                <a:path extrusionOk="0" h="4316" w="526">
                  <a:moveTo>
                    <a:pt x="1" y="1"/>
                  </a:moveTo>
                  <a:lnTo>
                    <a:pt x="1" y="4316"/>
                  </a:lnTo>
                  <a:lnTo>
                    <a:pt x="525" y="4316"/>
                  </a:lnTo>
                  <a:lnTo>
                    <a:pt x="525"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23"/>
            <p:cNvSpPr/>
            <p:nvPr/>
          </p:nvSpPr>
          <p:spPr>
            <a:xfrm>
              <a:off x="714225" y="5438550"/>
              <a:ext cx="6173400" cy="13125"/>
            </a:xfrm>
            <a:custGeom>
              <a:rect b="b" l="l" r="r" t="t"/>
              <a:pathLst>
                <a:path extrusionOk="0" h="525" w="246936">
                  <a:moveTo>
                    <a:pt x="0" y="1"/>
                  </a:moveTo>
                  <a:lnTo>
                    <a:pt x="0" y="525"/>
                  </a:lnTo>
                  <a:lnTo>
                    <a:pt x="246935" y="525"/>
                  </a:lnTo>
                  <a:lnTo>
                    <a:pt x="246935"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4" name="Google Shape;484;p23"/>
          <p:cNvSpPr/>
          <p:nvPr/>
        </p:nvSpPr>
        <p:spPr>
          <a:xfrm>
            <a:off x="1851687" y="4363382"/>
            <a:ext cx="392400" cy="392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latin typeface="Fira Sans Extra Condensed SemiBold"/>
                <a:ea typeface="Fira Sans Extra Condensed SemiBold"/>
                <a:cs typeface="Fira Sans Extra Condensed SemiBold"/>
                <a:sym typeface="Fira Sans Extra Condensed SemiBold"/>
              </a:rPr>
              <a:t>1</a:t>
            </a:r>
            <a:endParaRPr sz="1800">
              <a:solidFill>
                <a:schemeClr val="lt1"/>
              </a:solidFill>
              <a:latin typeface="Fira Sans Extra Condensed SemiBold"/>
              <a:ea typeface="Fira Sans Extra Condensed SemiBold"/>
              <a:cs typeface="Fira Sans Extra Condensed SemiBold"/>
              <a:sym typeface="Fira Sans Extra Condensed SemiBold"/>
            </a:endParaRPr>
          </a:p>
        </p:txBody>
      </p:sp>
      <p:sp>
        <p:nvSpPr>
          <p:cNvPr id="485" name="Google Shape;485;p23"/>
          <p:cNvSpPr/>
          <p:nvPr/>
        </p:nvSpPr>
        <p:spPr>
          <a:xfrm>
            <a:off x="3056248" y="4363382"/>
            <a:ext cx="392400" cy="39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Fira Sans Extra Condensed SemiBold"/>
                <a:ea typeface="Fira Sans Extra Condensed SemiBold"/>
                <a:cs typeface="Fira Sans Extra Condensed SemiBold"/>
                <a:sym typeface="Fira Sans Extra Condensed SemiBold"/>
              </a:rPr>
              <a:t>3</a:t>
            </a:r>
            <a:endParaRPr sz="1800">
              <a:solidFill>
                <a:schemeClr val="dk1"/>
              </a:solidFill>
              <a:latin typeface="Fira Sans Extra Condensed SemiBold"/>
              <a:ea typeface="Fira Sans Extra Condensed SemiBold"/>
              <a:cs typeface="Fira Sans Extra Condensed SemiBold"/>
              <a:sym typeface="Fira Sans Extra Condensed SemiBold"/>
            </a:endParaRPr>
          </a:p>
        </p:txBody>
      </p:sp>
      <p:sp>
        <p:nvSpPr>
          <p:cNvPr id="486" name="Google Shape;486;p23"/>
          <p:cNvSpPr/>
          <p:nvPr/>
        </p:nvSpPr>
        <p:spPr>
          <a:xfrm>
            <a:off x="811326" y="4363382"/>
            <a:ext cx="392400" cy="392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Fira Sans Extra Condensed SemiBold"/>
                <a:ea typeface="Fira Sans Extra Condensed SemiBold"/>
                <a:cs typeface="Fira Sans Extra Condensed SemiBold"/>
                <a:sym typeface="Fira Sans Extra Condensed SemiBold"/>
              </a:rPr>
              <a:t>2</a:t>
            </a:r>
            <a:endParaRPr sz="1800">
              <a:solidFill>
                <a:schemeClr val="dk1"/>
              </a:solidFill>
              <a:latin typeface="Fira Sans Extra Condensed SemiBold"/>
              <a:ea typeface="Fira Sans Extra Condensed SemiBold"/>
              <a:cs typeface="Fira Sans Extra Condensed SemiBold"/>
              <a:sym typeface="Fira Sans Extra Condensed SemiBold"/>
            </a:endParaRPr>
          </a:p>
        </p:txBody>
      </p:sp>
      <p:sp>
        <p:nvSpPr>
          <p:cNvPr id="487" name="Google Shape;487;p23"/>
          <p:cNvSpPr txBox="1"/>
          <p:nvPr/>
        </p:nvSpPr>
        <p:spPr>
          <a:xfrm>
            <a:off x="3683500" y="1644550"/>
            <a:ext cx="4820700" cy="572700"/>
          </a:xfrm>
          <a:prstGeom prst="rect">
            <a:avLst/>
          </a:prstGeom>
          <a:noFill/>
          <a:ln>
            <a:noFill/>
          </a:ln>
        </p:spPr>
        <p:txBody>
          <a:bodyPr anchorCtr="0" anchor="t" bIns="91425" lIns="91425" spcFirstLastPara="1" rIns="91425" wrap="square" tIns="91425">
            <a:noAutofit/>
          </a:bodyPr>
          <a:lstStyle/>
          <a:p>
            <a:pPr indent="0" lvl="0" marL="457200" rtl="0" algn="r">
              <a:lnSpc>
                <a:spcPct val="115000"/>
              </a:lnSpc>
              <a:spcBef>
                <a:spcPts val="1200"/>
              </a:spcBef>
              <a:spcAft>
                <a:spcPts val="0"/>
              </a:spcAft>
              <a:buNone/>
            </a:pPr>
            <a:r>
              <a:rPr lang="en">
                <a:latin typeface="Roboto"/>
                <a:ea typeface="Roboto"/>
                <a:cs typeface="Roboto"/>
                <a:sym typeface="Roboto"/>
              </a:rPr>
              <a:t>One leadership style doesn’t fit every culture.</a:t>
            </a:r>
            <a:endParaRPr>
              <a:latin typeface="Roboto"/>
              <a:ea typeface="Roboto"/>
              <a:cs typeface="Roboto"/>
              <a:sym typeface="Roboto"/>
            </a:endParaRPr>
          </a:p>
          <a:p>
            <a:pPr indent="0" lvl="0" marL="0" rtl="0" algn="r">
              <a:lnSpc>
                <a:spcPct val="100000"/>
              </a:lnSpc>
              <a:spcBef>
                <a:spcPts val="1200"/>
              </a:spcBef>
              <a:spcAft>
                <a:spcPts val="0"/>
              </a:spcAft>
              <a:buNone/>
            </a:pPr>
            <a:r>
              <a:t/>
            </a:r>
            <a:endParaRPr sz="1600">
              <a:latin typeface="Roboto"/>
              <a:ea typeface="Roboto"/>
              <a:cs typeface="Roboto"/>
              <a:sym typeface="Roboto"/>
            </a:endParaRPr>
          </a:p>
        </p:txBody>
      </p:sp>
      <p:sp>
        <p:nvSpPr>
          <p:cNvPr id="488" name="Google Shape;488;p23"/>
          <p:cNvSpPr/>
          <p:nvPr/>
        </p:nvSpPr>
        <p:spPr>
          <a:xfrm>
            <a:off x="4761975" y="1227550"/>
            <a:ext cx="4015500" cy="5727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Fira Sans Extra Condensed SemiBold"/>
                <a:ea typeface="Fira Sans Extra Condensed SemiBold"/>
                <a:cs typeface="Fira Sans Extra Condensed SemiBold"/>
                <a:sym typeface="Fira Sans Extra Condensed SemiBold"/>
              </a:rPr>
              <a:t>Global success needs Local Smarts</a:t>
            </a:r>
            <a:endParaRPr sz="2000">
              <a:solidFill>
                <a:schemeClr val="lt1"/>
              </a:solidFill>
              <a:latin typeface="Fira Sans Extra Condensed SemiBold"/>
              <a:ea typeface="Fira Sans Extra Condensed SemiBold"/>
              <a:cs typeface="Fira Sans Extra Condensed SemiBold"/>
              <a:sym typeface="Fira Sans Extra Condensed SemiBold"/>
            </a:endParaRPr>
          </a:p>
        </p:txBody>
      </p:sp>
      <p:sp>
        <p:nvSpPr>
          <p:cNvPr id="489" name="Google Shape;489;p23"/>
          <p:cNvSpPr txBox="1"/>
          <p:nvPr/>
        </p:nvSpPr>
        <p:spPr>
          <a:xfrm>
            <a:off x="4869100" y="2844075"/>
            <a:ext cx="4320900" cy="789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latin typeface="Roboto"/>
                <a:ea typeface="Roboto"/>
                <a:cs typeface="Roboto"/>
                <a:sym typeface="Roboto"/>
              </a:rPr>
              <a:t>Companies that align with local values thrive.</a:t>
            </a:r>
            <a:endParaRPr>
              <a:latin typeface="Roboto"/>
              <a:ea typeface="Roboto"/>
              <a:cs typeface="Roboto"/>
              <a:sym typeface="Roboto"/>
            </a:endParaRPr>
          </a:p>
          <a:p>
            <a:pPr indent="0" lvl="0" marL="0" rtl="0" algn="r">
              <a:lnSpc>
                <a:spcPct val="100000"/>
              </a:lnSpc>
              <a:spcBef>
                <a:spcPts val="1200"/>
              </a:spcBef>
              <a:spcAft>
                <a:spcPts val="0"/>
              </a:spcAft>
              <a:buNone/>
            </a:pPr>
            <a:r>
              <a:t/>
            </a:r>
            <a:endParaRPr>
              <a:latin typeface="Roboto"/>
              <a:ea typeface="Roboto"/>
              <a:cs typeface="Roboto"/>
              <a:sym typeface="Roboto"/>
            </a:endParaRPr>
          </a:p>
          <a:p>
            <a:pPr indent="0" lvl="0" marL="0" rtl="0" algn="r">
              <a:lnSpc>
                <a:spcPct val="100000"/>
              </a:lnSpc>
              <a:spcBef>
                <a:spcPts val="0"/>
              </a:spcBef>
              <a:spcAft>
                <a:spcPts val="0"/>
              </a:spcAft>
              <a:buNone/>
            </a:pPr>
            <a:r>
              <a:t/>
            </a:r>
            <a:endParaRPr>
              <a:latin typeface="Roboto"/>
              <a:ea typeface="Roboto"/>
              <a:cs typeface="Roboto"/>
              <a:sym typeface="Roboto"/>
            </a:endParaRPr>
          </a:p>
        </p:txBody>
      </p:sp>
      <p:sp>
        <p:nvSpPr>
          <p:cNvPr id="490" name="Google Shape;490;p23"/>
          <p:cNvSpPr/>
          <p:nvPr/>
        </p:nvSpPr>
        <p:spPr>
          <a:xfrm>
            <a:off x="4761975" y="2444100"/>
            <a:ext cx="4246200" cy="5460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Fira Sans Extra Condensed SemiBold"/>
                <a:ea typeface="Fira Sans Extra Condensed SemiBold"/>
                <a:cs typeface="Fira Sans Extra Condensed SemiBold"/>
                <a:sym typeface="Fira Sans Extra Condensed SemiBold"/>
              </a:rPr>
              <a:t>Adapting Leadership = Business Growth</a:t>
            </a:r>
            <a:endParaRPr sz="2000">
              <a:solidFill>
                <a:schemeClr val="lt1"/>
              </a:solidFill>
              <a:latin typeface="Fira Sans Extra Condensed SemiBold"/>
              <a:ea typeface="Fira Sans Extra Condensed SemiBold"/>
              <a:cs typeface="Fira Sans Extra Condensed SemiBold"/>
              <a:sym typeface="Fira Sans Extra Condensed SemiBold"/>
            </a:endParaRPr>
          </a:p>
        </p:txBody>
      </p:sp>
      <p:sp>
        <p:nvSpPr>
          <p:cNvPr id="491" name="Google Shape;491;p23"/>
          <p:cNvSpPr txBox="1"/>
          <p:nvPr/>
        </p:nvSpPr>
        <p:spPr>
          <a:xfrm>
            <a:off x="4877025" y="4082500"/>
            <a:ext cx="4458300" cy="789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latin typeface="Roboto"/>
                <a:ea typeface="Roboto"/>
                <a:cs typeface="Roboto"/>
                <a:sym typeface="Roboto"/>
              </a:rPr>
              <a:t>Understanding cultural differences isn’t just smart—it’s essential for global success.</a:t>
            </a:r>
            <a:endParaRPr>
              <a:latin typeface="Roboto"/>
              <a:ea typeface="Roboto"/>
              <a:cs typeface="Roboto"/>
              <a:sym typeface="Roboto"/>
            </a:endParaRPr>
          </a:p>
          <a:p>
            <a:pPr indent="0" lvl="0" marL="0" rtl="0" algn="r">
              <a:lnSpc>
                <a:spcPct val="100000"/>
              </a:lnSpc>
              <a:spcBef>
                <a:spcPts val="1200"/>
              </a:spcBef>
              <a:spcAft>
                <a:spcPts val="0"/>
              </a:spcAft>
              <a:buNone/>
            </a:pPr>
            <a:r>
              <a:t/>
            </a:r>
            <a:endParaRPr sz="1000">
              <a:latin typeface="Roboto"/>
              <a:ea typeface="Roboto"/>
              <a:cs typeface="Roboto"/>
              <a:sym typeface="Roboto"/>
            </a:endParaRPr>
          </a:p>
          <a:p>
            <a:pPr indent="0" lvl="0" marL="0" rtl="0" algn="r">
              <a:lnSpc>
                <a:spcPct val="100000"/>
              </a:lnSpc>
              <a:spcBef>
                <a:spcPts val="0"/>
              </a:spcBef>
              <a:spcAft>
                <a:spcPts val="0"/>
              </a:spcAft>
              <a:buNone/>
            </a:pPr>
            <a:r>
              <a:t/>
            </a:r>
            <a:endParaRPr sz="1000">
              <a:latin typeface="Roboto"/>
              <a:ea typeface="Roboto"/>
              <a:cs typeface="Roboto"/>
              <a:sym typeface="Roboto"/>
            </a:endParaRPr>
          </a:p>
        </p:txBody>
      </p:sp>
      <p:sp>
        <p:nvSpPr>
          <p:cNvPr id="492" name="Google Shape;492;p23"/>
          <p:cNvSpPr/>
          <p:nvPr/>
        </p:nvSpPr>
        <p:spPr>
          <a:xfrm>
            <a:off x="4786700" y="3633950"/>
            <a:ext cx="3903600" cy="546000"/>
          </a:xfrm>
          <a:prstGeom prst="roundRect">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Fira Sans Extra Condensed SemiBold"/>
                <a:ea typeface="Fira Sans Extra Condensed SemiBold"/>
                <a:cs typeface="Fira Sans Extra Condensed SemiBold"/>
                <a:sym typeface="Fira Sans Extra Condensed SemiBold"/>
              </a:rPr>
              <a:t>Real Impact</a:t>
            </a:r>
            <a:endParaRPr sz="2000">
              <a:solidFill>
                <a:schemeClr val="lt1"/>
              </a:solidFill>
              <a:latin typeface="Fira Sans Extra Condensed SemiBold"/>
              <a:ea typeface="Fira Sans Extra Condensed SemiBold"/>
              <a:cs typeface="Fira Sans Extra Condensed SemiBold"/>
              <a:sym typeface="Fira Sans Extra Condensed SemiBold"/>
            </a:endParaRPr>
          </a:p>
        </p:txBody>
      </p:sp>
      <p:grpSp>
        <p:nvGrpSpPr>
          <p:cNvPr id="493" name="Google Shape;493;p23"/>
          <p:cNvGrpSpPr/>
          <p:nvPr/>
        </p:nvGrpSpPr>
        <p:grpSpPr>
          <a:xfrm>
            <a:off x="4175708" y="1285304"/>
            <a:ext cx="457194" cy="457194"/>
            <a:chOff x="4663105" y="1580750"/>
            <a:chExt cx="789900" cy="789900"/>
          </a:xfrm>
        </p:grpSpPr>
        <p:sp>
          <p:nvSpPr>
            <p:cNvPr id="494" name="Google Shape;494;p23"/>
            <p:cNvSpPr/>
            <p:nvPr/>
          </p:nvSpPr>
          <p:spPr>
            <a:xfrm>
              <a:off x="4663105" y="1580750"/>
              <a:ext cx="789900" cy="789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solidFill>
                  <a:srgbClr val="FFFFFF"/>
                </a:solidFill>
                <a:latin typeface="Fira Sans Extra Condensed SemiBold"/>
                <a:ea typeface="Fira Sans Extra Condensed SemiBold"/>
                <a:cs typeface="Fira Sans Extra Condensed SemiBold"/>
                <a:sym typeface="Fira Sans Extra Condensed SemiBold"/>
              </a:endParaRPr>
            </a:p>
          </p:txBody>
        </p:sp>
        <p:grpSp>
          <p:nvGrpSpPr>
            <p:cNvPr id="495" name="Google Shape;495;p23"/>
            <p:cNvGrpSpPr/>
            <p:nvPr/>
          </p:nvGrpSpPr>
          <p:grpSpPr>
            <a:xfrm>
              <a:off x="4825910" y="1747818"/>
              <a:ext cx="464289" cy="455764"/>
              <a:chOff x="5716825" y="3235950"/>
              <a:chExt cx="300900" cy="295375"/>
            </a:xfrm>
          </p:grpSpPr>
          <p:sp>
            <p:nvSpPr>
              <p:cNvPr id="496" name="Google Shape;496;p23"/>
              <p:cNvSpPr/>
              <p:nvPr/>
            </p:nvSpPr>
            <p:spPr>
              <a:xfrm>
                <a:off x="5716825" y="3309975"/>
                <a:ext cx="137075" cy="146525"/>
              </a:xfrm>
              <a:custGeom>
                <a:rect b="b" l="l" r="r" t="t"/>
                <a:pathLst>
                  <a:path extrusionOk="0" h="5861" w="5483">
                    <a:moveTo>
                      <a:pt x="2584" y="1"/>
                    </a:moveTo>
                    <a:lnTo>
                      <a:pt x="410" y="2206"/>
                    </a:lnTo>
                    <a:cubicBezTo>
                      <a:pt x="1" y="2615"/>
                      <a:pt x="1" y="3277"/>
                      <a:pt x="410" y="3655"/>
                    </a:cubicBezTo>
                    <a:lnTo>
                      <a:pt x="2584" y="5860"/>
                    </a:lnTo>
                    <a:lnTo>
                      <a:pt x="3781" y="4632"/>
                    </a:lnTo>
                    <a:cubicBezTo>
                      <a:pt x="3844" y="4584"/>
                      <a:pt x="3939" y="4561"/>
                      <a:pt x="4029" y="4561"/>
                    </a:cubicBezTo>
                    <a:cubicBezTo>
                      <a:pt x="4120" y="4561"/>
                      <a:pt x="4206" y="4584"/>
                      <a:pt x="4254" y="4632"/>
                    </a:cubicBezTo>
                    <a:lnTo>
                      <a:pt x="4726" y="5104"/>
                    </a:lnTo>
                    <a:cubicBezTo>
                      <a:pt x="4789" y="5167"/>
                      <a:pt x="4884" y="5199"/>
                      <a:pt x="4974" y="5199"/>
                    </a:cubicBezTo>
                    <a:cubicBezTo>
                      <a:pt x="5065" y="5199"/>
                      <a:pt x="5152" y="5167"/>
                      <a:pt x="5199" y="5104"/>
                    </a:cubicBezTo>
                    <a:cubicBezTo>
                      <a:pt x="5325" y="5010"/>
                      <a:pt x="5325" y="4758"/>
                      <a:pt x="5199" y="4632"/>
                    </a:cubicBezTo>
                    <a:lnTo>
                      <a:pt x="4726" y="4159"/>
                    </a:lnTo>
                    <a:cubicBezTo>
                      <a:pt x="4632" y="4065"/>
                      <a:pt x="4632" y="3813"/>
                      <a:pt x="4726" y="3687"/>
                    </a:cubicBezTo>
                    <a:lnTo>
                      <a:pt x="5482" y="2962"/>
                    </a:lnTo>
                    <a:lnTo>
                      <a:pt x="5010" y="2489"/>
                    </a:lnTo>
                    <a:lnTo>
                      <a:pt x="4789" y="2710"/>
                    </a:lnTo>
                    <a:cubicBezTo>
                      <a:pt x="4584" y="2915"/>
                      <a:pt x="4317" y="3017"/>
                      <a:pt x="4049" y="3017"/>
                    </a:cubicBezTo>
                    <a:cubicBezTo>
                      <a:pt x="3781" y="3017"/>
                      <a:pt x="3513" y="2915"/>
                      <a:pt x="3309" y="2710"/>
                    </a:cubicBezTo>
                    <a:cubicBezTo>
                      <a:pt x="2930" y="2332"/>
                      <a:pt x="2930" y="1670"/>
                      <a:pt x="3309" y="1261"/>
                    </a:cubicBezTo>
                    <a:lnTo>
                      <a:pt x="3561" y="1040"/>
                    </a:lnTo>
                    <a:lnTo>
                      <a:pt x="258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p>
            </p:txBody>
          </p:sp>
          <p:sp>
            <p:nvSpPr>
              <p:cNvPr id="497" name="Google Shape;497;p23"/>
              <p:cNvSpPr/>
              <p:nvPr/>
            </p:nvSpPr>
            <p:spPr>
              <a:xfrm>
                <a:off x="5794025" y="3235950"/>
                <a:ext cx="145725" cy="133900"/>
              </a:xfrm>
              <a:custGeom>
                <a:rect b="b" l="l" r="r" t="t"/>
                <a:pathLst>
                  <a:path extrusionOk="0" h="5356" w="5829">
                    <a:moveTo>
                      <a:pt x="2926" y="0"/>
                    </a:moveTo>
                    <a:cubicBezTo>
                      <a:pt x="2662" y="0"/>
                      <a:pt x="2394" y="95"/>
                      <a:pt x="2205" y="284"/>
                    </a:cubicBezTo>
                    <a:lnTo>
                      <a:pt x="0" y="2457"/>
                    </a:lnTo>
                    <a:lnTo>
                      <a:pt x="1229" y="3686"/>
                    </a:lnTo>
                    <a:cubicBezTo>
                      <a:pt x="1323" y="3781"/>
                      <a:pt x="1323" y="4033"/>
                      <a:pt x="1229" y="4127"/>
                    </a:cubicBezTo>
                    <a:lnTo>
                      <a:pt x="725" y="4600"/>
                    </a:lnTo>
                    <a:cubicBezTo>
                      <a:pt x="630" y="4726"/>
                      <a:pt x="630" y="4978"/>
                      <a:pt x="725" y="5072"/>
                    </a:cubicBezTo>
                    <a:cubicBezTo>
                      <a:pt x="788" y="5135"/>
                      <a:pt x="882" y="5167"/>
                      <a:pt x="977" y="5167"/>
                    </a:cubicBezTo>
                    <a:cubicBezTo>
                      <a:pt x="1071" y="5167"/>
                      <a:pt x="1166" y="5135"/>
                      <a:pt x="1229" y="5072"/>
                    </a:cubicBezTo>
                    <a:lnTo>
                      <a:pt x="1701" y="4600"/>
                    </a:lnTo>
                    <a:cubicBezTo>
                      <a:pt x="1749" y="4553"/>
                      <a:pt x="1835" y="4529"/>
                      <a:pt x="1926" y="4529"/>
                    </a:cubicBezTo>
                    <a:cubicBezTo>
                      <a:pt x="2016" y="4529"/>
                      <a:pt x="2111" y="4553"/>
                      <a:pt x="2174" y="4600"/>
                    </a:cubicBezTo>
                    <a:lnTo>
                      <a:pt x="2898" y="5356"/>
                    </a:lnTo>
                    <a:lnTo>
                      <a:pt x="3371" y="4883"/>
                    </a:lnTo>
                    <a:lnTo>
                      <a:pt x="3151" y="4663"/>
                    </a:lnTo>
                    <a:cubicBezTo>
                      <a:pt x="2741" y="4253"/>
                      <a:pt x="2741" y="3592"/>
                      <a:pt x="3151" y="3214"/>
                    </a:cubicBezTo>
                    <a:cubicBezTo>
                      <a:pt x="3340" y="3009"/>
                      <a:pt x="3607" y="2906"/>
                      <a:pt x="3875" y="2906"/>
                    </a:cubicBezTo>
                    <a:cubicBezTo>
                      <a:pt x="4143" y="2906"/>
                      <a:pt x="4411" y="3009"/>
                      <a:pt x="4600" y="3214"/>
                    </a:cubicBezTo>
                    <a:lnTo>
                      <a:pt x="4852" y="3434"/>
                    </a:lnTo>
                    <a:lnTo>
                      <a:pt x="5828" y="2457"/>
                    </a:lnTo>
                    <a:lnTo>
                      <a:pt x="3623" y="284"/>
                    </a:lnTo>
                    <a:cubicBezTo>
                      <a:pt x="3450" y="95"/>
                      <a:pt x="3190" y="0"/>
                      <a:pt x="292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p>
            </p:txBody>
          </p:sp>
          <p:sp>
            <p:nvSpPr>
              <p:cNvPr id="498" name="Google Shape;498;p23"/>
              <p:cNvSpPr/>
              <p:nvPr/>
            </p:nvSpPr>
            <p:spPr>
              <a:xfrm>
                <a:off x="5880650" y="3309975"/>
                <a:ext cx="137075" cy="145725"/>
              </a:xfrm>
              <a:custGeom>
                <a:rect b="b" l="l" r="r" t="t"/>
                <a:pathLst>
                  <a:path extrusionOk="0" h="5829" w="5483">
                    <a:moveTo>
                      <a:pt x="2899" y="1"/>
                    </a:moveTo>
                    <a:lnTo>
                      <a:pt x="1702" y="1229"/>
                    </a:lnTo>
                    <a:cubicBezTo>
                      <a:pt x="1639" y="1292"/>
                      <a:pt x="1544" y="1324"/>
                      <a:pt x="1450" y="1324"/>
                    </a:cubicBezTo>
                    <a:cubicBezTo>
                      <a:pt x="1355" y="1324"/>
                      <a:pt x="1261" y="1292"/>
                      <a:pt x="1198" y="1229"/>
                    </a:cubicBezTo>
                    <a:lnTo>
                      <a:pt x="725" y="757"/>
                    </a:lnTo>
                    <a:cubicBezTo>
                      <a:pt x="678" y="694"/>
                      <a:pt x="591" y="662"/>
                      <a:pt x="501" y="662"/>
                    </a:cubicBezTo>
                    <a:cubicBezTo>
                      <a:pt x="410" y="662"/>
                      <a:pt x="316" y="694"/>
                      <a:pt x="253" y="757"/>
                    </a:cubicBezTo>
                    <a:cubicBezTo>
                      <a:pt x="158" y="883"/>
                      <a:pt x="158" y="1103"/>
                      <a:pt x="253" y="1229"/>
                    </a:cubicBezTo>
                    <a:lnTo>
                      <a:pt x="725" y="1702"/>
                    </a:lnTo>
                    <a:cubicBezTo>
                      <a:pt x="851" y="1828"/>
                      <a:pt x="851" y="2048"/>
                      <a:pt x="725" y="2174"/>
                    </a:cubicBezTo>
                    <a:lnTo>
                      <a:pt x="1" y="2899"/>
                    </a:lnTo>
                    <a:lnTo>
                      <a:pt x="473" y="3372"/>
                    </a:lnTo>
                    <a:lnTo>
                      <a:pt x="694" y="3151"/>
                    </a:lnTo>
                    <a:cubicBezTo>
                      <a:pt x="898" y="2946"/>
                      <a:pt x="1166" y="2844"/>
                      <a:pt x="1434" y="2844"/>
                    </a:cubicBezTo>
                    <a:cubicBezTo>
                      <a:pt x="1702" y="2844"/>
                      <a:pt x="1970" y="2946"/>
                      <a:pt x="2174" y="3151"/>
                    </a:cubicBezTo>
                    <a:cubicBezTo>
                      <a:pt x="2552" y="3529"/>
                      <a:pt x="2552" y="4222"/>
                      <a:pt x="2174" y="4600"/>
                    </a:cubicBezTo>
                    <a:lnTo>
                      <a:pt x="1922" y="4852"/>
                    </a:lnTo>
                    <a:lnTo>
                      <a:pt x="2899" y="5829"/>
                    </a:lnTo>
                    <a:lnTo>
                      <a:pt x="5073" y="3655"/>
                    </a:lnTo>
                    <a:cubicBezTo>
                      <a:pt x="5482" y="3277"/>
                      <a:pt x="5482" y="2615"/>
                      <a:pt x="5073" y="2206"/>
                    </a:cubicBezTo>
                    <a:lnTo>
                      <a:pt x="289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p>
            </p:txBody>
          </p:sp>
          <p:sp>
            <p:nvSpPr>
              <p:cNvPr id="499" name="Google Shape;499;p23"/>
              <p:cNvSpPr/>
              <p:nvPr/>
            </p:nvSpPr>
            <p:spPr>
              <a:xfrm>
                <a:off x="5794025" y="3396625"/>
                <a:ext cx="147300" cy="134700"/>
              </a:xfrm>
              <a:custGeom>
                <a:rect b="b" l="l" r="r" t="t"/>
                <a:pathLst>
                  <a:path extrusionOk="0" h="5388" w="5892">
                    <a:moveTo>
                      <a:pt x="2993" y="0"/>
                    </a:moveTo>
                    <a:lnTo>
                      <a:pt x="2520" y="473"/>
                    </a:lnTo>
                    <a:lnTo>
                      <a:pt x="2741" y="725"/>
                    </a:lnTo>
                    <a:cubicBezTo>
                      <a:pt x="3151" y="1103"/>
                      <a:pt x="3151" y="1764"/>
                      <a:pt x="2741" y="2174"/>
                    </a:cubicBezTo>
                    <a:cubicBezTo>
                      <a:pt x="2505" y="2363"/>
                      <a:pt x="2221" y="2457"/>
                      <a:pt x="1949" y="2457"/>
                    </a:cubicBezTo>
                    <a:cubicBezTo>
                      <a:pt x="1678" y="2457"/>
                      <a:pt x="1418" y="2363"/>
                      <a:pt x="1229" y="2174"/>
                    </a:cubicBezTo>
                    <a:lnTo>
                      <a:pt x="977" y="1922"/>
                    </a:lnTo>
                    <a:lnTo>
                      <a:pt x="0" y="2930"/>
                    </a:lnTo>
                    <a:lnTo>
                      <a:pt x="2205" y="5072"/>
                    </a:lnTo>
                    <a:cubicBezTo>
                      <a:pt x="2394" y="5293"/>
                      <a:pt x="2678" y="5387"/>
                      <a:pt x="2930" y="5387"/>
                    </a:cubicBezTo>
                    <a:cubicBezTo>
                      <a:pt x="3214" y="5387"/>
                      <a:pt x="3497" y="5293"/>
                      <a:pt x="3686" y="5072"/>
                    </a:cubicBezTo>
                    <a:lnTo>
                      <a:pt x="5891" y="2930"/>
                    </a:lnTo>
                    <a:lnTo>
                      <a:pt x="4663" y="1701"/>
                    </a:lnTo>
                    <a:cubicBezTo>
                      <a:pt x="4568" y="1575"/>
                      <a:pt x="4568" y="1355"/>
                      <a:pt x="4663" y="1229"/>
                    </a:cubicBezTo>
                    <a:lnTo>
                      <a:pt x="5167" y="756"/>
                    </a:lnTo>
                    <a:cubicBezTo>
                      <a:pt x="5261" y="630"/>
                      <a:pt x="5261" y="410"/>
                      <a:pt x="5167" y="284"/>
                    </a:cubicBezTo>
                    <a:cubicBezTo>
                      <a:pt x="5104" y="221"/>
                      <a:pt x="5009" y="189"/>
                      <a:pt x="4915" y="189"/>
                    </a:cubicBezTo>
                    <a:cubicBezTo>
                      <a:pt x="4820" y="189"/>
                      <a:pt x="4726" y="221"/>
                      <a:pt x="4663" y="284"/>
                    </a:cubicBezTo>
                    <a:lnTo>
                      <a:pt x="4190" y="756"/>
                    </a:lnTo>
                    <a:cubicBezTo>
                      <a:pt x="4143" y="819"/>
                      <a:pt x="4056" y="851"/>
                      <a:pt x="3966" y="851"/>
                    </a:cubicBezTo>
                    <a:cubicBezTo>
                      <a:pt x="3875" y="851"/>
                      <a:pt x="3781" y="819"/>
                      <a:pt x="3718" y="756"/>
                    </a:cubicBezTo>
                    <a:lnTo>
                      <a:pt x="29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p>
            </p:txBody>
          </p:sp>
        </p:grpSp>
      </p:grpSp>
      <p:grpSp>
        <p:nvGrpSpPr>
          <p:cNvPr id="500" name="Google Shape;500;p23"/>
          <p:cNvGrpSpPr/>
          <p:nvPr/>
        </p:nvGrpSpPr>
        <p:grpSpPr>
          <a:xfrm>
            <a:off x="4175708" y="3678353"/>
            <a:ext cx="457194" cy="457194"/>
            <a:chOff x="4663105" y="3857225"/>
            <a:chExt cx="789900" cy="789900"/>
          </a:xfrm>
        </p:grpSpPr>
        <p:sp>
          <p:nvSpPr>
            <p:cNvPr id="501" name="Google Shape;501;p23"/>
            <p:cNvSpPr/>
            <p:nvPr/>
          </p:nvSpPr>
          <p:spPr>
            <a:xfrm>
              <a:off x="4663105" y="3857225"/>
              <a:ext cx="789900" cy="789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solidFill>
                  <a:srgbClr val="FFFFFF"/>
                </a:solidFill>
                <a:latin typeface="Fira Sans Extra Condensed SemiBold"/>
                <a:ea typeface="Fira Sans Extra Condensed SemiBold"/>
                <a:cs typeface="Fira Sans Extra Condensed SemiBold"/>
                <a:sym typeface="Fira Sans Extra Condensed SemiBold"/>
              </a:endParaRPr>
            </a:p>
          </p:txBody>
        </p:sp>
        <p:sp>
          <p:nvSpPr>
            <p:cNvPr id="502" name="Google Shape;502;p23"/>
            <p:cNvSpPr/>
            <p:nvPr/>
          </p:nvSpPr>
          <p:spPr>
            <a:xfrm>
              <a:off x="4854206" y="4059231"/>
              <a:ext cx="407696" cy="385888"/>
            </a:xfrm>
            <a:custGeom>
              <a:rect b="b" l="l" r="r" t="t"/>
              <a:pathLst>
                <a:path extrusionOk="0" h="17942" w="18956">
                  <a:moveTo>
                    <a:pt x="6270" y="9375"/>
                  </a:moveTo>
                  <a:lnTo>
                    <a:pt x="6267" y="16812"/>
                  </a:lnTo>
                  <a:lnTo>
                    <a:pt x="1130" y="16812"/>
                  </a:lnTo>
                  <a:lnTo>
                    <a:pt x="1130" y="13545"/>
                  </a:lnTo>
                  <a:lnTo>
                    <a:pt x="6270" y="9375"/>
                  </a:lnTo>
                  <a:close/>
                  <a:moveTo>
                    <a:pt x="7399" y="9116"/>
                  </a:moveTo>
                  <a:lnTo>
                    <a:pt x="12103" y="11534"/>
                  </a:lnTo>
                  <a:lnTo>
                    <a:pt x="12100" y="16812"/>
                  </a:lnTo>
                  <a:lnTo>
                    <a:pt x="7399" y="16812"/>
                  </a:lnTo>
                  <a:lnTo>
                    <a:pt x="7399" y="9116"/>
                  </a:lnTo>
                  <a:close/>
                  <a:moveTo>
                    <a:pt x="564" y="1"/>
                  </a:moveTo>
                  <a:cubicBezTo>
                    <a:pt x="251" y="1"/>
                    <a:pt x="1" y="254"/>
                    <a:pt x="1" y="564"/>
                  </a:cubicBezTo>
                  <a:lnTo>
                    <a:pt x="1" y="13274"/>
                  </a:lnTo>
                  <a:lnTo>
                    <a:pt x="1" y="17376"/>
                  </a:lnTo>
                  <a:cubicBezTo>
                    <a:pt x="1" y="17689"/>
                    <a:pt x="251" y="17942"/>
                    <a:pt x="564" y="17942"/>
                  </a:cubicBezTo>
                  <a:lnTo>
                    <a:pt x="18324" y="17942"/>
                  </a:lnTo>
                  <a:cubicBezTo>
                    <a:pt x="18637" y="17942"/>
                    <a:pt x="18890" y="17689"/>
                    <a:pt x="18890" y="17376"/>
                  </a:cubicBezTo>
                  <a:cubicBezTo>
                    <a:pt x="18890" y="17062"/>
                    <a:pt x="18637" y="16812"/>
                    <a:pt x="18324" y="16812"/>
                  </a:cubicBezTo>
                  <a:lnTo>
                    <a:pt x="13232" y="16812"/>
                  </a:lnTo>
                  <a:lnTo>
                    <a:pt x="13232" y="11425"/>
                  </a:lnTo>
                  <a:lnTo>
                    <a:pt x="16210" y="8444"/>
                  </a:lnTo>
                  <a:lnTo>
                    <a:pt x="17400" y="9634"/>
                  </a:lnTo>
                  <a:cubicBezTo>
                    <a:pt x="17514" y="9748"/>
                    <a:pt x="17656" y="9799"/>
                    <a:pt x="17796" y="9799"/>
                  </a:cubicBezTo>
                  <a:cubicBezTo>
                    <a:pt x="18059" y="9799"/>
                    <a:pt x="18314" y="9616"/>
                    <a:pt x="18357" y="9317"/>
                  </a:cubicBezTo>
                  <a:lnTo>
                    <a:pt x="18905" y="5592"/>
                  </a:lnTo>
                  <a:cubicBezTo>
                    <a:pt x="18955" y="5247"/>
                    <a:pt x="18683" y="4948"/>
                    <a:pt x="18347" y="4948"/>
                  </a:cubicBezTo>
                  <a:cubicBezTo>
                    <a:pt x="18320" y="4948"/>
                    <a:pt x="18292" y="4950"/>
                    <a:pt x="18264" y="4954"/>
                  </a:cubicBezTo>
                  <a:lnTo>
                    <a:pt x="14539" y="5502"/>
                  </a:lnTo>
                  <a:cubicBezTo>
                    <a:pt x="14078" y="5568"/>
                    <a:pt x="13895" y="6132"/>
                    <a:pt x="14223" y="6460"/>
                  </a:cubicBezTo>
                  <a:lnTo>
                    <a:pt x="15412" y="7649"/>
                  </a:lnTo>
                  <a:lnTo>
                    <a:pt x="12558" y="10501"/>
                  </a:lnTo>
                  <a:lnTo>
                    <a:pt x="7092" y="7688"/>
                  </a:lnTo>
                  <a:lnTo>
                    <a:pt x="7059" y="7673"/>
                  </a:lnTo>
                  <a:lnTo>
                    <a:pt x="7044" y="7667"/>
                  </a:lnTo>
                  <a:cubicBezTo>
                    <a:pt x="7032" y="7661"/>
                    <a:pt x="7020" y="7658"/>
                    <a:pt x="7008" y="7655"/>
                  </a:cubicBezTo>
                  <a:cubicBezTo>
                    <a:pt x="7002" y="7652"/>
                    <a:pt x="6996" y="7649"/>
                    <a:pt x="6990" y="7649"/>
                  </a:cubicBezTo>
                  <a:lnTo>
                    <a:pt x="6957" y="7640"/>
                  </a:lnTo>
                  <a:lnTo>
                    <a:pt x="6942" y="7637"/>
                  </a:lnTo>
                  <a:cubicBezTo>
                    <a:pt x="6926" y="7634"/>
                    <a:pt x="6908" y="7631"/>
                    <a:pt x="6893" y="7628"/>
                  </a:cubicBezTo>
                  <a:lnTo>
                    <a:pt x="6770" y="7628"/>
                  </a:lnTo>
                  <a:cubicBezTo>
                    <a:pt x="6758" y="7631"/>
                    <a:pt x="6743" y="7634"/>
                    <a:pt x="6728" y="7637"/>
                  </a:cubicBezTo>
                  <a:lnTo>
                    <a:pt x="6710" y="7640"/>
                  </a:lnTo>
                  <a:lnTo>
                    <a:pt x="6680" y="7649"/>
                  </a:lnTo>
                  <a:lnTo>
                    <a:pt x="6658" y="7652"/>
                  </a:lnTo>
                  <a:cubicBezTo>
                    <a:pt x="6646" y="7658"/>
                    <a:pt x="6631" y="7664"/>
                    <a:pt x="6616" y="7670"/>
                  </a:cubicBezTo>
                  <a:cubicBezTo>
                    <a:pt x="6610" y="7670"/>
                    <a:pt x="6607" y="7673"/>
                    <a:pt x="6601" y="7676"/>
                  </a:cubicBezTo>
                  <a:cubicBezTo>
                    <a:pt x="6595" y="7679"/>
                    <a:pt x="6583" y="7685"/>
                    <a:pt x="6574" y="7688"/>
                  </a:cubicBezTo>
                  <a:lnTo>
                    <a:pt x="6556" y="7700"/>
                  </a:lnTo>
                  <a:cubicBezTo>
                    <a:pt x="6547" y="7703"/>
                    <a:pt x="6538" y="7709"/>
                    <a:pt x="6529" y="7715"/>
                  </a:cubicBezTo>
                  <a:lnTo>
                    <a:pt x="6514" y="7724"/>
                  </a:lnTo>
                  <a:cubicBezTo>
                    <a:pt x="6502" y="7733"/>
                    <a:pt x="6490" y="7743"/>
                    <a:pt x="6475" y="7752"/>
                  </a:cubicBezTo>
                  <a:lnTo>
                    <a:pt x="6475" y="7755"/>
                  </a:lnTo>
                  <a:lnTo>
                    <a:pt x="1130" y="12091"/>
                  </a:lnTo>
                  <a:lnTo>
                    <a:pt x="1130" y="564"/>
                  </a:lnTo>
                  <a:cubicBezTo>
                    <a:pt x="1130" y="254"/>
                    <a:pt x="877" y="1"/>
                    <a:pt x="5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solidFill>
                  <a:srgbClr val="435D74"/>
                </a:solidFill>
              </a:endParaRPr>
            </a:p>
          </p:txBody>
        </p:sp>
      </p:grpSp>
      <p:grpSp>
        <p:nvGrpSpPr>
          <p:cNvPr id="503" name="Google Shape;503;p23"/>
          <p:cNvGrpSpPr/>
          <p:nvPr/>
        </p:nvGrpSpPr>
        <p:grpSpPr>
          <a:xfrm>
            <a:off x="4163341" y="2488501"/>
            <a:ext cx="457194" cy="457194"/>
            <a:chOff x="4663105" y="2718988"/>
            <a:chExt cx="789900" cy="789900"/>
          </a:xfrm>
        </p:grpSpPr>
        <p:sp>
          <p:nvSpPr>
            <p:cNvPr id="504" name="Google Shape;504;p23"/>
            <p:cNvSpPr/>
            <p:nvPr/>
          </p:nvSpPr>
          <p:spPr>
            <a:xfrm>
              <a:off x="4663105" y="2718988"/>
              <a:ext cx="789900" cy="789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solidFill>
                  <a:srgbClr val="FFFFFF"/>
                </a:solidFill>
                <a:latin typeface="Fira Sans Extra Condensed SemiBold"/>
                <a:ea typeface="Fira Sans Extra Condensed SemiBold"/>
                <a:cs typeface="Fira Sans Extra Condensed SemiBold"/>
                <a:sym typeface="Fira Sans Extra Condensed SemiBold"/>
              </a:endParaRPr>
            </a:p>
          </p:txBody>
        </p:sp>
        <p:grpSp>
          <p:nvGrpSpPr>
            <p:cNvPr id="505" name="Google Shape;505;p23"/>
            <p:cNvGrpSpPr/>
            <p:nvPr/>
          </p:nvGrpSpPr>
          <p:grpSpPr>
            <a:xfrm>
              <a:off x="4861863" y="2886059"/>
              <a:ext cx="392383" cy="455758"/>
              <a:chOff x="4492800" y="2027925"/>
              <a:chExt cx="414825" cy="481825"/>
            </a:xfrm>
          </p:grpSpPr>
          <p:sp>
            <p:nvSpPr>
              <p:cNvPr id="506" name="Google Shape;506;p23"/>
              <p:cNvSpPr/>
              <p:nvPr/>
            </p:nvSpPr>
            <p:spPr>
              <a:xfrm>
                <a:off x="4492800" y="2027925"/>
                <a:ext cx="54600" cy="481825"/>
              </a:xfrm>
              <a:custGeom>
                <a:rect b="b" l="l" r="r" t="t"/>
                <a:pathLst>
                  <a:path extrusionOk="0" h="19273" w="2184">
                    <a:moveTo>
                      <a:pt x="912" y="1"/>
                    </a:moveTo>
                    <a:cubicBezTo>
                      <a:pt x="407" y="1"/>
                      <a:pt x="0" y="407"/>
                      <a:pt x="0" y="913"/>
                    </a:cubicBezTo>
                    <a:lnTo>
                      <a:pt x="0" y="18360"/>
                    </a:lnTo>
                    <a:cubicBezTo>
                      <a:pt x="0" y="18866"/>
                      <a:pt x="407" y="19273"/>
                      <a:pt x="912" y="19273"/>
                    </a:cubicBezTo>
                    <a:lnTo>
                      <a:pt x="1271" y="19273"/>
                    </a:lnTo>
                    <a:cubicBezTo>
                      <a:pt x="1777" y="19273"/>
                      <a:pt x="2183" y="18866"/>
                      <a:pt x="2183" y="18360"/>
                    </a:cubicBezTo>
                    <a:lnTo>
                      <a:pt x="2183" y="913"/>
                    </a:lnTo>
                    <a:cubicBezTo>
                      <a:pt x="2183" y="407"/>
                      <a:pt x="1777" y="1"/>
                      <a:pt x="127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solidFill>
                    <a:srgbClr val="435D74"/>
                  </a:solidFill>
                </a:endParaRPr>
              </a:p>
            </p:txBody>
          </p:sp>
          <p:sp>
            <p:nvSpPr>
              <p:cNvPr id="507" name="Google Shape;507;p23"/>
              <p:cNvSpPr/>
              <p:nvPr/>
            </p:nvSpPr>
            <p:spPr>
              <a:xfrm>
                <a:off x="4575600" y="2051425"/>
                <a:ext cx="332025" cy="262450"/>
              </a:xfrm>
              <a:custGeom>
                <a:rect b="b" l="l" r="r" t="t"/>
                <a:pathLst>
                  <a:path extrusionOk="0" h="10498" w="13281">
                    <a:moveTo>
                      <a:pt x="0" y="0"/>
                    </a:moveTo>
                    <a:lnTo>
                      <a:pt x="0" y="10497"/>
                    </a:lnTo>
                    <a:lnTo>
                      <a:pt x="12485" y="10497"/>
                    </a:lnTo>
                    <a:cubicBezTo>
                      <a:pt x="13006" y="10494"/>
                      <a:pt x="13280" y="9874"/>
                      <a:pt x="12925" y="9488"/>
                    </a:cubicBezTo>
                    <a:lnTo>
                      <a:pt x="9010" y="5249"/>
                    </a:lnTo>
                    <a:lnTo>
                      <a:pt x="12925" y="1006"/>
                    </a:lnTo>
                    <a:cubicBezTo>
                      <a:pt x="13280" y="620"/>
                      <a:pt x="13006" y="0"/>
                      <a:pt x="1248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solidFill>
                    <a:srgbClr val="435D74"/>
                  </a:solidFill>
                </a:endParaRPr>
              </a:p>
            </p:txBody>
          </p:sp>
        </p:gr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24"/>
          <p:cNvSpPr txBox="1"/>
          <p:nvPr/>
        </p:nvSpPr>
        <p:spPr>
          <a:xfrm flipH="1">
            <a:off x="3186314" y="891250"/>
            <a:ext cx="2383200" cy="7548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1200"/>
              </a:spcBef>
              <a:spcAft>
                <a:spcPts val="0"/>
              </a:spcAft>
              <a:buClr>
                <a:schemeClr val="dk1"/>
              </a:buClr>
              <a:buSzPts val="1100"/>
              <a:buFont typeface="Arial"/>
              <a:buNone/>
            </a:pPr>
            <a:r>
              <a:rPr lang="en" sz="1200">
                <a:solidFill>
                  <a:schemeClr val="dk1"/>
                </a:solidFill>
                <a:latin typeface="Roboto"/>
                <a:ea typeface="Roboto"/>
                <a:cs typeface="Roboto"/>
                <a:sym typeface="Roboto"/>
              </a:rPr>
              <a:t>Improves success by aligning with local norms.</a:t>
            </a:r>
            <a:endParaRPr sz="1200">
              <a:solidFill>
                <a:schemeClr val="dk1"/>
              </a:solidFill>
              <a:latin typeface="Roboto"/>
              <a:ea typeface="Roboto"/>
              <a:cs typeface="Roboto"/>
              <a:sym typeface="Roboto"/>
            </a:endParaRPr>
          </a:p>
          <a:p>
            <a:pPr indent="0" lvl="0" marL="0" rtl="0" algn="ctr">
              <a:spcBef>
                <a:spcPts val="1200"/>
              </a:spcBef>
              <a:spcAft>
                <a:spcPts val="0"/>
              </a:spcAft>
              <a:buNone/>
            </a:pPr>
            <a:r>
              <a:t/>
            </a:r>
            <a:endParaRPr sz="1200">
              <a:solidFill>
                <a:schemeClr val="dk1"/>
              </a:solidFill>
              <a:latin typeface="Roboto"/>
              <a:ea typeface="Roboto"/>
              <a:cs typeface="Roboto"/>
              <a:sym typeface="Roboto"/>
            </a:endParaRPr>
          </a:p>
        </p:txBody>
      </p:sp>
      <p:sp>
        <p:nvSpPr>
          <p:cNvPr id="513" name="Google Shape;513;p24"/>
          <p:cNvSpPr txBox="1"/>
          <p:nvPr>
            <p:ph type="title"/>
          </p:nvPr>
        </p:nvSpPr>
        <p:spPr>
          <a:xfrm>
            <a:off x="453600" y="140225"/>
            <a:ext cx="82368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Real World Applications</a:t>
            </a:r>
            <a:endParaRPr/>
          </a:p>
        </p:txBody>
      </p:sp>
      <p:sp>
        <p:nvSpPr>
          <p:cNvPr id="514" name="Google Shape;514;p24"/>
          <p:cNvSpPr txBox="1"/>
          <p:nvPr/>
        </p:nvSpPr>
        <p:spPr>
          <a:xfrm flipH="1">
            <a:off x="437750" y="865325"/>
            <a:ext cx="1869000" cy="7626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1200"/>
              </a:spcBef>
              <a:spcAft>
                <a:spcPts val="0"/>
              </a:spcAft>
              <a:buClr>
                <a:schemeClr val="dk1"/>
              </a:buClr>
              <a:buSzPts val="1100"/>
              <a:buFont typeface="Arial"/>
              <a:buNone/>
            </a:pPr>
            <a:r>
              <a:rPr lang="en" sz="1200">
                <a:solidFill>
                  <a:schemeClr val="dk1"/>
                </a:solidFill>
                <a:latin typeface="Roboto"/>
                <a:ea typeface="Roboto"/>
                <a:cs typeface="Roboto"/>
                <a:sym typeface="Roboto"/>
              </a:rPr>
              <a:t>Adapt leadership to local cultures.</a:t>
            </a:r>
            <a:endParaRPr sz="1200">
              <a:solidFill>
                <a:schemeClr val="dk1"/>
              </a:solidFill>
              <a:latin typeface="Roboto"/>
              <a:ea typeface="Roboto"/>
              <a:cs typeface="Roboto"/>
              <a:sym typeface="Roboto"/>
            </a:endParaRPr>
          </a:p>
          <a:p>
            <a:pPr indent="0" lvl="0" marL="0" rtl="0" algn="ctr">
              <a:spcBef>
                <a:spcPts val="1200"/>
              </a:spcBef>
              <a:spcAft>
                <a:spcPts val="0"/>
              </a:spcAft>
              <a:buNone/>
            </a:pPr>
            <a:r>
              <a:t/>
            </a:r>
            <a:endParaRPr sz="1200">
              <a:solidFill>
                <a:schemeClr val="dk1"/>
              </a:solidFill>
              <a:latin typeface="Roboto"/>
              <a:ea typeface="Roboto"/>
              <a:cs typeface="Roboto"/>
              <a:sym typeface="Roboto"/>
            </a:endParaRPr>
          </a:p>
        </p:txBody>
      </p:sp>
      <p:sp>
        <p:nvSpPr>
          <p:cNvPr id="515" name="Google Shape;515;p24"/>
          <p:cNvSpPr txBox="1"/>
          <p:nvPr/>
        </p:nvSpPr>
        <p:spPr>
          <a:xfrm flipH="1">
            <a:off x="1220875" y="3807750"/>
            <a:ext cx="3111300" cy="8454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1200"/>
              </a:spcBef>
              <a:spcAft>
                <a:spcPts val="0"/>
              </a:spcAft>
              <a:buNone/>
            </a:pPr>
            <a:r>
              <a:rPr lang="en" sz="1200">
                <a:solidFill>
                  <a:schemeClr val="dk1"/>
                </a:solidFill>
                <a:latin typeface="Roboto"/>
                <a:ea typeface="Roboto"/>
                <a:cs typeface="Roboto"/>
                <a:sym typeface="Roboto"/>
              </a:rPr>
              <a:t>Social responsibility and ethical business practices gains trust globally.</a:t>
            </a:r>
            <a:endParaRPr sz="1200">
              <a:solidFill>
                <a:schemeClr val="dk1"/>
              </a:solidFill>
              <a:latin typeface="Roboto"/>
              <a:ea typeface="Roboto"/>
              <a:cs typeface="Roboto"/>
              <a:sym typeface="Roboto"/>
            </a:endParaRPr>
          </a:p>
          <a:p>
            <a:pPr indent="0" lvl="0" marL="0" rtl="0" algn="ctr">
              <a:lnSpc>
                <a:spcPct val="115000"/>
              </a:lnSpc>
              <a:spcBef>
                <a:spcPts val="1200"/>
              </a:spcBef>
              <a:spcAft>
                <a:spcPts val="1200"/>
              </a:spcAft>
              <a:buNone/>
            </a:pPr>
            <a:r>
              <a:t/>
            </a:r>
            <a:endParaRPr sz="1200">
              <a:solidFill>
                <a:schemeClr val="dk1"/>
              </a:solidFill>
              <a:latin typeface="Roboto"/>
              <a:ea typeface="Roboto"/>
              <a:cs typeface="Roboto"/>
              <a:sym typeface="Roboto"/>
            </a:endParaRPr>
          </a:p>
        </p:txBody>
      </p:sp>
      <p:cxnSp>
        <p:nvCxnSpPr>
          <p:cNvPr id="516" name="Google Shape;516;p24"/>
          <p:cNvCxnSpPr>
            <a:stCxn id="517" idx="1"/>
            <a:endCxn id="518" idx="4"/>
          </p:cNvCxnSpPr>
          <p:nvPr/>
        </p:nvCxnSpPr>
        <p:spPr>
          <a:xfrm>
            <a:off x="1992154" y="1830035"/>
            <a:ext cx="784500" cy="625800"/>
          </a:xfrm>
          <a:prstGeom prst="curvedConnector2">
            <a:avLst/>
          </a:prstGeom>
          <a:noFill/>
          <a:ln cap="flat" cmpd="sng" w="19050">
            <a:solidFill>
              <a:schemeClr val="dk1"/>
            </a:solidFill>
            <a:prstDash val="solid"/>
            <a:round/>
            <a:headEnd len="med" w="med" type="none"/>
            <a:tailEnd len="med" w="med" type="none"/>
          </a:ln>
        </p:spPr>
      </p:cxnSp>
      <p:cxnSp>
        <p:nvCxnSpPr>
          <p:cNvPr id="519" name="Google Shape;519;p24"/>
          <p:cNvCxnSpPr>
            <a:stCxn id="518" idx="4"/>
            <a:endCxn id="520" idx="3"/>
          </p:cNvCxnSpPr>
          <p:nvPr/>
        </p:nvCxnSpPr>
        <p:spPr>
          <a:xfrm rot="-5400000">
            <a:off x="2929218" y="1671708"/>
            <a:ext cx="631500" cy="936900"/>
          </a:xfrm>
          <a:prstGeom prst="curvedConnector2">
            <a:avLst/>
          </a:prstGeom>
          <a:noFill/>
          <a:ln cap="flat" cmpd="sng" w="19050">
            <a:solidFill>
              <a:schemeClr val="dk1"/>
            </a:solidFill>
            <a:prstDash val="solid"/>
            <a:round/>
            <a:headEnd len="med" w="med" type="none"/>
            <a:tailEnd len="med" w="med" type="none"/>
          </a:ln>
        </p:spPr>
      </p:cxnSp>
      <p:grpSp>
        <p:nvGrpSpPr>
          <p:cNvPr id="521" name="Google Shape;521;p24"/>
          <p:cNvGrpSpPr/>
          <p:nvPr/>
        </p:nvGrpSpPr>
        <p:grpSpPr>
          <a:xfrm>
            <a:off x="527511" y="1341195"/>
            <a:ext cx="1600140" cy="1371636"/>
            <a:chOff x="1504916" y="1417474"/>
            <a:chExt cx="1644205" cy="1585706"/>
          </a:xfrm>
        </p:grpSpPr>
        <p:grpSp>
          <p:nvGrpSpPr>
            <p:cNvPr id="522" name="Google Shape;522;p24"/>
            <p:cNvGrpSpPr/>
            <p:nvPr/>
          </p:nvGrpSpPr>
          <p:grpSpPr>
            <a:xfrm>
              <a:off x="1504916" y="1417474"/>
              <a:ext cx="1644205" cy="1585706"/>
              <a:chOff x="1957994" y="2049469"/>
              <a:chExt cx="1133700" cy="1133700"/>
            </a:xfrm>
          </p:grpSpPr>
          <p:sp>
            <p:nvSpPr>
              <p:cNvPr id="523" name="Google Shape;523;p24"/>
              <p:cNvSpPr/>
              <p:nvPr/>
            </p:nvSpPr>
            <p:spPr>
              <a:xfrm flipH="1" rot="10800000">
                <a:off x="1957994" y="2049469"/>
                <a:ext cx="1133700" cy="11337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24"/>
              <p:cNvSpPr txBox="1"/>
              <p:nvPr/>
            </p:nvSpPr>
            <p:spPr>
              <a:xfrm flipH="1">
                <a:off x="2053994" y="2279211"/>
                <a:ext cx="941700" cy="348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en" sz="1800">
                    <a:solidFill>
                      <a:srgbClr val="FFFFFF"/>
                    </a:solidFill>
                    <a:latin typeface="Fira Sans Extra Condensed SemiBold"/>
                    <a:ea typeface="Fira Sans Extra Condensed SemiBold"/>
                    <a:cs typeface="Fira Sans Extra Condensed SemiBold"/>
                    <a:sym typeface="Fira Sans Extra Condensed SemiBold"/>
                  </a:rPr>
                  <a:t>International Expansion</a:t>
                </a:r>
                <a:endParaRPr sz="1800">
                  <a:solidFill>
                    <a:srgbClr val="FFFFFF"/>
                  </a:solidFill>
                  <a:latin typeface="Fira Sans Extra Condensed SemiBold"/>
                  <a:ea typeface="Fira Sans Extra Condensed SemiBold"/>
                  <a:cs typeface="Fira Sans Extra Condensed SemiBold"/>
                  <a:sym typeface="Fira Sans Extra Condensed SemiBold"/>
                </a:endParaRPr>
              </a:p>
            </p:txBody>
          </p:sp>
        </p:grpSp>
        <p:grpSp>
          <p:nvGrpSpPr>
            <p:cNvPr id="524" name="Google Shape;524;p24"/>
            <p:cNvGrpSpPr/>
            <p:nvPr/>
          </p:nvGrpSpPr>
          <p:grpSpPr>
            <a:xfrm>
              <a:off x="2143843" y="2388105"/>
              <a:ext cx="366364" cy="367290"/>
              <a:chOff x="-61784125" y="3377700"/>
              <a:chExt cx="316650" cy="317450"/>
            </a:xfrm>
          </p:grpSpPr>
          <p:sp>
            <p:nvSpPr>
              <p:cNvPr id="525" name="Google Shape;525;p24"/>
              <p:cNvSpPr/>
              <p:nvPr/>
            </p:nvSpPr>
            <p:spPr>
              <a:xfrm>
                <a:off x="-61688025" y="3460400"/>
                <a:ext cx="124450" cy="51225"/>
              </a:xfrm>
              <a:custGeom>
                <a:rect b="b" l="l" r="r" t="t"/>
                <a:pathLst>
                  <a:path extrusionOk="0" h="2049" w="4978">
                    <a:moveTo>
                      <a:pt x="630" y="1"/>
                    </a:moveTo>
                    <a:cubicBezTo>
                      <a:pt x="252" y="442"/>
                      <a:pt x="0" y="1041"/>
                      <a:pt x="0" y="1671"/>
                    </a:cubicBezTo>
                    <a:cubicBezTo>
                      <a:pt x="0" y="1891"/>
                      <a:pt x="189" y="2049"/>
                      <a:pt x="441" y="2049"/>
                    </a:cubicBezTo>
                    <a:lnTo>
                      <a:pt x="4568" y="2049"/>
                    </a:lnTo>
                    <a:cubicBezTo>
                      <a:pt x="4820" y="2049"/>
                      <a:pt x="4978" y="1860"/>
                      <a:pt x="4978" y="1671"/>
                    </a:cubicBezTo>
                    <a:cubicBezTo>
                      <a:pt x="4978" y="1041"/>
                      <a:pt x="4726" y="442"/>
                      <a:pt x="4348" y="1"/>
                    </a:cubicBezTo>
                    <a:cubicBezTo>
                      <a:pt x="3875" y="568"/>
                      <a:pt x="3182" y="852"/>
                      <a:pt x="2489" y="852"/>
                    </a:cubicBezTo>
                    <a:cubicBezTo>
                      <a:pt x="1827" y="852"/>
                      <a:pt x="1134" y="568"/>
                      <a:pt x="6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24"/>
              <p:cNvSpPr/>
              <p:nvPr/>
            </p:nvSpPr>
            <p:spPr>
              <a:xfrm>
                <a:off x="-61677800" y="3518900"/>
                <a:ext cx="104775" cy="61850"/>
              </a:xfrm>
              <a:custGeom>
                <a:rect b="b" l="l" r="r" t="t"/>
                <a:pathLst>
                  <a:path extrusionOk="0" h="2474" w="4191">
                    <a:moveTo>
                      <a:pt x="2096" y="0"/>
                    </a:moveTo>
                    <a:cubicBezTo>
                      <a:pt x="1985" y="0"/>
                      <a:pt x="1875" y="40"/>
                      <a:pt x="1796" y="118"/>
                    </a:cubicBezTo>
                    <a:lnTo>
                      <a:pt x="158" y="1757"/>
                    </a:lnTo>
                    <a:cubicBezTo>
                      <a:pt x="1" y="1914"/>
                      <a:pt x="1" y="2198"/>
                      <a:pt x="158" y="2355"/>
                    </a:cubicBezTo>
                    <a:cubicBezTo>
                      <a:pt x="237" y="2434"/>
                      <a:pt x="339" y="2473"/>
                      <a:pt x="442" y="2473"/>
                    </a:cubicBezTo>
                    <a:cubicBezTo>
                      <a:pt x="544" y="2473"/>
                      <a:pt x="646" y="2434"/>
                      <a:pt x="725" y="2355"/>
                    </a:cubicBezTo>
                    <a:lnTo>
                      <a:pt x="2111" y="969"/>
                    </a:lnTo>
                    <a:lnTo>
                      <a:pt x="3498" y="2355"/>
                    </a:lnTo>
                    <a:cubicBezTo>
                      <a:pt x="3576" y="2434"/>
                      <a:pt x="3687" y="2473"/>
                      <a:pt x="3797" y="2473"/>
                    </a:cubicBezTo>
                    <a:cubicBezTo>
                      <a:pt x="3907" y="2473"/>
                      <a:pt x="4017" y="2434"/>
                      <a:pt x="4096" y="2355"/>
                    </a:cubicBezTo>
                    <a:cubicBezTo>
                      <a:pt x="4191" y="2198"/>
                      <a:pt x="4191" y="1914"/>
                      <a:pt x="4033" y="1757"/>
                    </a:cubicBezTo>
                    <a:lnTo>
                      <a:pt x="2395" y="118"/>
                    </a:lnTo>
                    <a:cubicBezTo>
                      <a:pt x="2316" y="40"/>
                      <a:pt x="2206" y="0"/>
                      <a:pt x="209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24"/>
              <p:cNvSpPr/>
              <p:nvPr/>
            </p:nvSpPr>
            <p:spPr>
              <a:xfrm>
                <a:off x="-61667550" y="3377700"/>
                <a:ext cx="82700" cy="82725"/>
              </a:xfrm>
              <a:custGeom>
                <a:rect b="b" l="l" r="r" t="t"/>
                <a:pathLst>
                  <a:path extrusionOk="0" h="3309" w="3308">
                    <a:moveTo>
                      <a:pt x="1670" y="1"/>
                    </a:moveTo>
                    <a:cubicBezTo>
                      <a:pt x="756" y="1"/>
                      <a:pt x="0" y="757"/>
                      <a:pt x="0" y="1671"/>
                    </a:cubicBezTo>
                    <a:cubicBezTo>
                      <a:pt x="0" y="2584"/>
                      <a:pt x="756" y="3309"/>
                      <a:pt x="1670" y="3309"/>
                    </a:cubicBezTo>
                    <a:cubicBezTo>
                      <a:pt x="2584" y="3309"/>
                      <a:pt x="3308" y="2584"/>
                      <a:pt x="3308" y="1671"/>
                    </a:cubicBezTo>
                    <a:cubicBezTo>
                      <a:pt x="3308" y="757"/>
                      <a:pt x="2584" y="1"/>
                      <a:pt x="167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24"/>
              <p:cNvSpPr/>
              <p:nvPr/>
            </p:nvSpPr>
            <p:spPr>
              <a:xfrm>
                <a:off x="-61591150" y="3643150"/>
                <a:ext cx="123675" cy="51200"/>
              </a:xfrm>
              <a:custGeom>
                <a:rect b="b" l="l" r="r" t="t"/>
                <a:pathLst>
                  <a:path extrusionOk="0" h="2048" w="4947">
                    <a:moveTo>
                      <a:pt x="630" y="0"/>
                    </a:moveTo>
                    <a:cubicBezTo>
                      <a:pt x="221" y="410"/>
                      <a:pt x="0" y="1008"/>
                      <a:pt x="0" y="1638"/>
                    </a:cubicBezTo>
                    <a:cubicBezTo>
                      <a:pt x="0" y="1890"/>
                      <a:pt x="189" y="2048"/>
                      <a:pt x="378" y="2048"/>
                    </a:cubicBezTo>
                    <a:lnTo>
                      <a:pt x="4505" y="2048"/>
                    </a:lnTo>
                    <a:cubicBezTo>
                      <a:pt x="4757" y="2048"/>
                      <a:pt x="4946" y="1827"/>
                      <a:pt x="4946" y="1638"/>
                    </a:cubicBezTo>
                    <a:cubicBezTo>
                      <a:pt x="4946" y="1008"/>
                      <a:pt x="4726" y="410"/>
                      <a:pt x="4316" y="0"/>
                    </a:cubicBezTo>
                    <a:cubicBezTo>
                      <a:pt x="3844" y="536"/>
                      <a:pt x="3182" y="819"/>
                      <a:pt x="2458" y="819"/>
                    </a:cubicBezTo>
                    <a:cubicBezTo>
                      <a:pt x="1796" y="819"/>
                      <a:pt x="1134" y="536"/>
                      <a:pt x="63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24"/>
              <p:cNvSpPr/>
              <p:nvPr/>
            </p:nvSpPr>
            <p:spPr>
              <a:xfrm>
                <a:off x="-61570675" y="3560450"/>
                <a:ext cx="82725" cy="82725"/>
              </a:xfrm>
              <a:custGeom>
                <a:rect b="b" l="l" r="r" t="t"/>
                <a:pathLst>
                  <a:path extrusionOk="0" h="3309" w="3309">
                    <a:moveTo>
                      <a:pt x="1670" y="0"/>
                    </a:moveTo>
                    <a:cubicBezTo>
                      <a:pt x="756" y="0"/>
                      <a:pt x="0" y="725"/>
                      <a:pt x="0" y="1638"/>
                    </a:cubicBezTo>
                    <a:cubicBezTo>
                      <a:pt x="0" y="2552"/>
                      <a:pt x="756" y="3308"/>
                      <a:pt x="1670" y="3308"/>
                    </a:cubicBezTo>
                    <a:cubicBezTo>
                      <a:pt x="2552" y="3308"/>
                      <a:pt x="3308" y="2552"/>
                      <a:pt x="3308" y="1638"/>
                    </a:cubicBezTo>
                    <a:cubicBezTo>
                      <a:pt x="3308" y="725"/>
                      <a:pt x="2552" y="0"/>
                      <a:pt x="167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24"/>
              <p:cNvSpPr/>
              <p:nvPr/>
            </p:nvSpPr>
            <p:spPr>
              <a:xfrm>
                <a:off x="-61784125" y="3643925"/>
                <a:ext cx="124450" cy="51225"/>
              </a:xfrm>
              <a:custGeom>
                <a:rect b="b" l="l" r="r" t="t"/>
                <a:pathLst>
                  <a:path extrusionOk="0" h="2049" w="4978">
                    <a:moveTo>
                      <a:pt x="662" y="1"/>
                    </a:moveTo>
                    <a:cubicBezTo>
                      <a:pt x="252" y="442"/>
                      <a:pt x="32" y="1009"/>
                      <a:pt x="32" y="1639"/>
                    </a:cubicBezTo>
                    <a:cubicBezTo>
                      <a:pt x="0" y="1859"/>
                      <a:pt x="189" y="2048"/>
                      <a:pt x="410" y="2048"/>
                    </a:cubicBezTo>
                    <a:lnTo>
                      <a:pt x="4569" y="2048"/>
                    </a:lnTo>
                    <a:cubicBezTo>
                      <a:pt x="4789" y="2048"/>
                      <a:pt x="4978" y="1859"/>
                      <a:pt x="4978" y="1639"/>
                    </a:cubicBezTo>
                    <a:cubicBezTo>
                      <a:pt x="4978" y="1009"/>
                      <a:pt x="4758" y="442"/>
                      <a:pt x="4348" y="1"/>
                    </a:cubicBezTo>
                    <a:cubicBezTo>
                      <a:pt x="3876" y="536"/>
                      <a:pt x="3214" y="820"/>
                      <a:pt x="2521" y="820"/>
                    </a:cubicBezTo>
                    <a:cubicBezTo>
                      <a:pt x="1828" y="820"/>
                      <a:pt x="1166" y="536"/>
                      <a:pt x="66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24"/>
              <p:cNvSpPr/>
              <p:nvPr/>
            </p:nvSpPr>
            <p:spPr>
              <a:xfrm>
                <a:off x="-61763650" y="3560450"/>
                <a:ext cx="82725" cy="82725"/>
              </a:xfrm>
              <a:custGeom>
                <a:rect b="b" l="l" r="r" t="t"/>
                <a:pathLst>
                  <a:path extrusionOk="0" h="3309" w="3309">
                    <a:moveTo>
                      <a:pt x="1670" y="0"/>
                    </a:moveTo>
                    <a:cubicBezTo>
                      <a:pt x="757" y="0"/>
                      <a:pt x="1" y="725"/>
                      <a:pt x="1" y="1638"/>
                    </a:cubicBezTo>
                    <a:cubicBezTo>
                      <a:pt x="1" y="2552"/>
                      <a:pt x="757" y="3308"/>
                      <a:pt x="1670" y="3308"/>
                    </a:cubicBezTo>
                    <a:cubicBezTo>
                      <a:pt x="2552" y="3308"/>
                      <a:pt x="3309" y="2552"/>
                      <a:pt x="3309" y="1638"/>
                    </a:cubicBezTo>
                    <a:cubicBezTo>
                      <a:pt x="3309" y="725"/>
                      <a:pt x="2552" y="0"/>
                      <a:pt x="167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32" name="Google Shape;532;p24"/>
          <p:cNvGrpSpPr/>
          <p:nvPr/>
        </p:nvGrpSpPr>
        <p:grpSpPr>
          <a:xfrm>
            <a:off x="3577796" y="1341227"/>
            <a:ext cx="1600218" cy="1371550"/>
            <a:chOff x="5896496" y="1417439"/>
            <a:chExt cx="1600218" cy="1371550"/>
          </a:xfrm>
        </p:grpSpPr>
        <p:grpSp>
          <p:nvGrpSpPr>
            <p:cNvPr id="533" name="Google Shape;533;p24"/>
            <p:cNvGrpSpPr/>
            <p:nvPr/>
          </p:nvGrpSpPr>
          <p:grpSpPr>
            <a:xfrm>
              <a:off x="5896496" y="1417439"/>
              <a:ext cx="1600218" cy="1371550"/>
              <a:chOff x="2981388" y="2947943"/>
              <a:chExt cx="1133700" cy="1133700"/>
            </a:xfrm>
          </p:grpSpPr>
          <p:sp>
            <p:nvSpPr>
              <p:cNvPr id="534" name="Google Shape;534;p24"/>
              <p:cNvSpPr/>
              <p:nvPr/>
            </p:nvSpPr>
            <p:spPr>
              <a:xfrm flipH="1" rot="10800000">
                <a:off x="2981388" y="2947943"/>
                <a:ext cx="1133700" cy="11337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24"/>
              <p:cNvSpPr txBox="1"/>
              <p:nvPr/>
            </p:nvSpPr>
            <p:spPr>
              <a:xfrm flipH="1">
                <a:off x="3077388" y="3172968"/>
                <a:ext cx="941700" cy="348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en" sz="1800">
                    <a:solidFill>
                      <a:srgbClr val="FFFFFF"/>
                    </a:solidFill>
                    <a:latin typeface="Fira Sans Extra Condensed SemiBold"/>
                    <a:ea typeface="Fira Sans Extra Condensed SemiBold"/>
                    <a:cs typeface="Fira Sans Extra Condensed SemiBold"/>
                    <a:sym typeface="Fira Sans Extra Condensed SemiBold"/>
                  </a:rPr>
                  <a:t>Hiring Local Leaders</a:t>
                </a:r>
                <a:endParaRPr sz="1800">
                  <a:solidFill>
                    <a:srgbClr val="FFFFFF"/>
                  </a:solidFill>
                  <a:latin typeface="Fira Sans Extra Condensed SemiBold"/>
                  <a:ea typeface="Fira Sans Extra Condensed SemiBold"/>
                  <a:cs typeface="Fira Sans Extra Condensed SemiBold"/>
                  <a:sym typeface="Fira Sans Extra Condensed SemiBold"/>
                </a:endParaRPr>
              </a:p>
            </p:txBody>
          </p:sp>
        </p:grpSp>
        <p:grpSp>
          <p:nvGrpSpPr>
            <p:cNvPr id="535" name="Google Shape;535;p24"/>
            <p:cNvGrpSpPr/>
            <p:nvPr/>
          </p:nvGrpSpPr>
          <p:grpSpPr>
            <a:xfrm>
              <a:off x="6519797" y="2275718"/>
              <a:ext cx="353647" cy="342172"/>
              <a:chOff x="2786075" y="3591800"/>
              <a:chExt cx="260725" cy="294900"/>
            </a:xfrm>
          </p:grpSpPr>
          <p:sp>
            <p:nvSpPr>
              <p:cNvPr id="536" name="Google Shape;536;p24"/>
              <p:cNvSpPr/>
              <p:nvPr/>
            </p:nvSpPr>
            <p:spPr>
              <a:xfrm>
                <a:off x="2898700" y="3677000"/>
                <a:ext cx="35475" cy="35475"/>
              </a:xfrm>
              <a:custGeom>
                <a:rect b="b" l="l" r="r" t="t"/>
                <a:pathLst>
                  <a:path extrusionOk="0" h="1419" w="1419">
                    <a:moveTo>
                      <a:pt x="694" y="1"/>
                    </a:moveTo>
                    <a:cubicBezTo>
                      <a:pt x="316" y="1"/>
                      <a:pt x="1" y="316"/>
                      <a:pt x="1" y="725"/>
                    </a:cubicBezTo>
                    <a:cubicBezTo>
                      <a:pt x="1" y="1103"/>
                      <a:pt x="316" y="1418"/>
                      <a:pt x="694" y="1418"/>
                    </a:cubicBezTo>
                    <a:cubicBezTo>
                      <a:pt x="1103" y="1418"/>
                      <a:pt x="1418" y="1103"/>
                      <a:pt x="1418" y="725"/>
                    </a:cubicBezTo>
                    <a:cubicBezTo>
                      <a:pt x="1418" y="316"/>
                      <a:pt x="1103" y="1"/>
                      <a:pt x="69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7" name="Google Shape;537;p24"/>
              <p:cNvSpPr/>
              <p:nvPr/>
            </p:nvSpPr>
            <p:spPr>
              <a:xfrm>
                <a:off x="2883750" y="3729775"/>
                <a:ext cx="66975" cy="33900"/>
              </a:xfrm>
              <a:custGeom>
                <a:rect b="b" l="l" r="r" t="t"/>
                <a:pathLst>
                  <a:path extrusionOk="0" h="1356" w="2679">
                    <a:moveTo>
                      <a:pt x="1323" y="1"/>
                    </a:moveTo>
                    <a:cubicBezTo>
                      <a:pt x="693" y="1"/>
                      <a:pt x="189" y="379"/>
                      <a:pt x="0" y="977"/>
                    </a:cubicBezTo>
                    <a:cubicBezTo>
                      <a:pt x="378" y="1198"/>
                      <a:pt x="819" y="1355"/>
                      <a:pt x="1323" y="1355"/>
                    </a:cubicBezTo>
                    <a:cubicBezTo>
                      <a:pt x="1796" y="1355"/>
                      <a:pt x="2269" y="1198"/>
                      <a:pt x="2678" y="977"/>
                    </a:cubicBezTo>
                    <a:cubicBezTo>
                      <a:pt x="2489" y="410"/>
                      <a:pt x="1922" y="1"/>
                      <a:pt x="132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8" name="Google Shape;538;p24"/>
              <p:cNvSpPr/>
              <p:nvPr/>
            </p:nvSpPr>
            <p:spPr>
              <a:xfrm>
                <a:off x="2855375" y="3643150"/>
                <a:ext cx="122125" cy="98475"/>
              </a:xfrm>
              <a:custGeom>
                <a:rect b="b" l="l" r="r" t="t"/>
                <a:pathLst>
                  <a:path extrusionOk="0" h="3939" w="4885">
                    <a:moveTo>
                      <a:pt x="2458" y="0"/>
                    </a:moveTo>
                    <a:cubicBezTo>
                      <a:pt x="1198" y="0"/>
                      <a:pt x="222" y="977"/>
                      <a:pt x="64" y="2079"/>
                    </a:cubicBezTo>
                    <a:cubicBezTo>
                      <a:pt x="1" y="2741"/>
                      <a:pt x="159" y="3371"/>
                      <a:pt x="600" y="3938"/>
                    </a:cubicBezTo>
                    <a:cubicBezTo>
                      <a:pt x="820" y="3529"/>
                      <a:pt x="1135" y="3214"/>
                      <a:pt x="1482" y="3025"/>
                    </a:cubicBezTo>
                    <a:cubicBezTo>
                      <a:pt x="1230" y="2772"/>
                      <a:pt x="1072" y="2426"/>
                      <a:pt x="1072" y="2079"/>
                    </a:cubicBezTo>
                    <a:cubicBezTo>
                      <a:pt x="1072" y="1323"/>
                      <a:pt x="1734" y="693"/>
                      <a:pt x="2458" y="693"/>
                    </a:cubicBezTo>
                    <a:cubicBezTo>
                      <a:pt x="3214" y="693"/>
                      <a:pt x="3845" y="1323"/>
                      <a:pt x="3845" y="2079"/>
                    </a:cubicBezTo>
                    <a:cubicBezTo>
                      <a:pt x="3845" y="2426"/>
                      <a:pt x="3687" y="2772"/>
                      <a:pt x="3435" y="3025"/>
                    </a:cubicBezTo>
                    <a:cubicBezTo>
                      <a:pt x="3845" y="3214"/>
                      <a:pt x="4128" y="3529"/>
                      <a:pt x="4317" y="3938"/>
                    </a:cubicBezTo>
                    <a:cubicBezTo>
                      <a:pt x="4695" y="3466"/>
                      <a:pt x="4853" y="2930"/>
                      <a:pt x="4853" y="2394"/>
                    </a:cubicBezTo>
                    <a:cubicBezTo>
                      <a:pt x="4884" y="1103"/>
                      <a:pt x="3813" y="0"/>
                      <a:pt x="245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9" name="Google Shape;539;p24"/>
              <p:cNvSpPr/>
              <p:nvPr/>
            </p:nvSpPr>
            <p:spPr>
              <a:xfrm>
                <a:off x="2801050" y="3591800"/>
                <a:ext cx="229225" cy="258500"/>
              </a:xfrm>
              <a:custGeom>
                <a:rect b="b" l="l" r="r" t="t"/>
                <a:pathLst>
                  <a:path extrusionOk="0" h="10340" w="9169">
                    <a:moveTo>
                      <a:pt x="4679" y="1327"/>
                    </a:moveTo>
                    <a:cubicBezTo>
                      <a:pt x="6369" y="1327"/>
                      <a:pt x="7750" y="2741"/>
                      <a:pt x="7750" y="4448"/>
                    </a:cubicBezTo>
                    <a:cubicBezTo>
                      <a:pt x="7750" y="6244"/>
                      <a:pt x="6301" y="7599"/>
                      <a:pt x="4631" y="7599"/>
                    </a:cubicBezTo>
                    <a:cubicBezTo>
                      <a:pt x="2836" y="7599"/>
                      <a:pt x="1292" y="5961"/>
                      <a:pt x="1575" y="4039"/>
                    </a:cubicBezTo>
                    <a:cubicBezTo>
                      <a:pt x="1764" y="2716"/>
                      <a:pt x="2867" y="1550"/>
                      <a:pt x="4222" y="1361"/>
                    </a:cubicBezTo>
                    <a:cubicBezTo>
                      <a:pt x="4376" y="1338"/>
                      <a:pt x="4529" y="1327"/>
                      <a:pt x="4679" y="1327"/>
                    </a:cubicBezTo>
                    <a:close/>
                    <a:moveTo>
                      <a:pt x="4597" y="0"/>
                    </a:moveTo>
                    <a:cubicBezTo>
                      <a:pt x="4401" y="0"/>
                      <a:pt x="4202" y="13"/>
                      <a:pt x="4001" y="38"/>
                    </a:cubicBezTo>
                    <a:cubicBezTo>
                      <a:pt x="1985" y="290"/>
                      <a:pt x="378" y="1928"/>
                      <a:pt x="158" y="3913"/>
                    </a:cubicBezTo>
                    <a:cubicBezTo>
                      <a:pt x="0" y="5110"/>
                      <a:pt x="315" y="6244"/>
                      <a:pt x="1008" y="7189"/>
                    </a:cubicBezTo>
                    <a:cubicBezTo>
                      <a:pt x="1197" y="7473"/>
                      <a:pt x="1449" y="7756"/>
                      <a:pt x="1670" y="7945"/>
                    </a:cubicBezTo>
                    <a:lnTo>
                      <a:pt x="4411" y="10277"/>
                    </a:lnTo>
                    <a:cubicBezTo>
                      <a:pt x="4474" y="10308"/>
                      <a:pt x="4568" y="10340"/>
                      <a:pt x="4631" y="10340"/>
                    </a:cubicBezTo>
                    <a:cubicBezTo>
                      <a:pt x="4726" y="10340"/>
                      <a:pt x="4789" y="10308"/>
                      <a:pt x="4883" y="10277"/>
                    </a:cubicBezTo>
                    <a:lnTo>
                      <a:pt x="7593" y="7945"/>
                    </a:lnTo>
                    <a:cubicBezTo>
                      <a:pt x="7845" y="7756"/>
                      <a:pt x="8065" y="7473"/>
                      <a:pt x="8254" y="7189"/>
                    </a:cubicBezTo>
                    <a:cubicBezTo>
                      <a:pt x="8853" y="6402"/>
                      <a:pt x="9168" y="5457"/>
                      <a:pt x="9168" y="4480"/>
                    </a:cubicBezTo>
                    <a:cubicBezTo>
                      <a:pt x="9139" y="1996"/>
                      <a:pt x="7104" y="0"/>
                      <a:pt x="459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0" name="Google Shape;540;p24"/>
              <p:cNvSpPr/>
              <p:nvPr/>
            </p:nvSpPr>
            <p:spPr>
              <a:xfrm>
                <a:off x="2786075" y="3800675"/>
                <a:ext cx="260725" cy="86025"/>
              </a:xfrm>
              <a:custGeom>
                <a:rect b="b" l="l" r="r" t="t"/>
                <a:pathLst>
                  <a:path extrusionOk="0" h="3441" w="10429">
                    <a:moveTo>
                      <a:pt x="1702" y="0"/>
                    </a:moveTo>
                    <a:cubicBezTo>
                      <a:pt x="1576" y="0"/>
                      <a:pt x="1513" y="63"/>
                      <a:pt x="1418" y="189"/>
                    </a:cubicBezTo>
                    <a:lnTo>
                      <a:pt x="32" y="2930"/>
                    </a:lnTo>
                    <a:cubicBezTo>
                      <a:pt x="1" y="3056"/>
                      <a:pt x="1" y="3213"/>
                      <a:pt x="32" y="3308"/>
                    </a:cubicBezTo>
                    <a:cubicBezTo>
                      <a:pt x="95" y="3371"/>
                      <a:pt x="190" y="3434"/>
                      <a:pt x="316" y="3434"/>
                    </a:cubicBezTo>
                    <a:lnTo>
                      <a:pt x="10019" y="3434"/>
                    </a:lnTo>
                    <a:cubicBezTo>
                      <a:pt x="10045" y="3438"/>
                      <a:pt x="10070" y="3440"/>
                      <a:pt x="10093" y="3440"/>
                    </a:cubicBezTo>
                    <a:cubicBezTo>
                      <a:pt x="10241" y="3440"/>
                      <a:pt x="10338" y="3362"/>
                      <a:pt x="10366" y="3308"/>
                    </a:cubicBezTo>
                    <a:cubicBezTo>
                      <a:pt x="10429" y="3182"/>
                      <a:pt x="10429" y="3056"/>
                      <a:pt x="10366" y="2930"/>
                    </a:cubicBezTo>
                    <a:lnTo>
                      <a:pt x="8979" y="189"/>
                    </a:lnTo>
                    <a:cubicBezTo>
                      <a:pt x="8948" y="63"/>
                      <a:pt x="8822" y="32"/>
                      <a:pt x="8696" y="0"/>
                    </a:cubicBezTo>
                    <a:lnTo>
                      <a:pt x="8601" y="95"/>
                    </a:lnTo>
                    <a:lnTo>
                      <a:pt x="5860" y="2426"/>
                    </a:lnTo>
                    <a:cubicBezTo>
                      <a:pt x="5671" y="2583"/>
                      <a:pt x="5451" y="2678"/>
                      <a:pt x="5199" y="2678"/>
                    </a:cubicBezTo>
                    <a:cubicBezTo>
                      <a:pt x="4978" y="2678"/>
                      <a:pt x="4726" y="2583"/>
                      <a:pt x="4537" y="2426"/>
                    </a:cubicBezTo>
                    <a:lnTo>
                      <a:pt x="1828" y="95"/>
                    </a:lnTo>
                    <a:lnTo>
                      <a:pt x="1702" y="0"/>
                    </a:lnTo>
                    <a:close/>
                  </a:path>
                </a:pathLst>
              </a:cu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grpSp>
        <p:nvGrpSpPr>
          <p:cNvPr id="541" name="Google Shape;541;p24"/>
          <p:cNvGrpSpPr/>
          <p:nvPr/>
        </p:nvGrpSpPr>
        <p:grpSpPr>
          <a:xfrm>
            <a:off x="1976422" y="2455908"/>
            <a:ext cx="1600191" cy="1371560"/>
            <a:chOff x="5949186" y="1523257"/>
            <a:chExt cx="1553282" cy="1461906"/>
          </a:xfrm>
        </p:grpSpPr>
        <p:grpSp>
          <p:nvGrpSpPr>
            <p:cNvPr id="542" name="Google Shape;542;p24"/>
            <p:cNvGrpSpPr/>
            <p:nvPr/>
          </p:nvGrpSpPr>
          <p:grpSpPr>
            <a:xfrm>
              <a:off x="5949186" y="1523257"/>
              <a:ext cx="1553282" cy="1461906"/>
              <a:chOff x="4004781" y="2049469"/>
              <a:chExt cx="1133700" cy="1133700"/>
            </a:xfrm>
          </p:grpSpPr>
          <p:sp>
            <p:nvSpPr>
              <p:cNvPr id="518" name="Google Shape;518;p24"/>
              <p:cNvSpPr/>
              <p:nvPr/>
            </p:nvSpPr>
            <p:spPr>
              <a:xfrm flipH="1" rot="10800000">
                <a:off x="4004781" y="2049469"/>
                <a:ext cx="1133700" cy="1133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24"/>
              <p:cNvSpPr txBox="1"/>
              <p:nvPr/>
            </p:nvSpPr>
            <p:spPr>
              <a:xfrm flipH="1">
                <a:off x="4100781" y="2279028"/>
                <a:ext cx="941700" cy="348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en" sz="1800">
                    <a:solidFill>
                      <a:schemeClr val="dk1"/>
                    </a:solidFill>
                    <a:latin typeface="Fira Sans Extra Condensed SemiBold"/>
                    <a:ea typeface="Fira Sans Extra Condensed SemiBold"/>
                    <a:cs typeface="Fira Sans Extra Condensed SemiBold"/>
                    <a:sym typeface="Fira Sans Extra Condensed SemiBold"/>
                  </a:rPr>
                  <a:t>Shared Values</a:t>
                </a:r>
                <a:endParaRPr sz="1800">
                  <a:solidFill>
                    <a:schemeClr val="dk1"/>
                  </a:solidFill>
                  <a:latin typeface="Fira Sans Extra Condensed SemiBold"/>
                  <a:ea typeface="Fira Sans Extra Condensed SemiBold"/>
                  <a:cs typeface="Fira Sans Extra Condensed SemiBold"/>
                  <a:sym typeface="Fira Sans Extra Condensed SemiBold"/>
                </a:endParaRPr>
              </a:p>
            </p:txBody>
          </p:sp>
        </p:grpSp>
        <p:sp>
          <p:nvSpPr>
            <p:cNvPr id="544" name="Google Shape;544;p24"/>
            <p:cNvSpPr/>
            <p:nvPr/>
          </p:nvSpPr>
          <p:spPr>
            <a:xfrm>
              <a:off x="6569523" y="2388127"/>
              <a:ext cx="312592" cy="367261"/>
            </a:xfrm>
            <a:custGeom>
              <a:rect b="b" l="l" r="r" t="t"/>
              <a:pathLst>
                <a:path extrusionOk="0" h="12697" w="10807">
                  <a:moveTo>
                    <a:pt x="6617" y="9924"/>
                  </a:moveTo>
                  <a:lnTo>
                    <a:pt x="6617" y="10775"/>
                  </a:lnTo>
                  <a:lnTo>
                    <a:pt x="4159" y="10775"/>
                  </a:lnTo>
                  <a:lnTo>
                    <a:pt x="4159" y="9924"/>
                  </a:lnTo>
                  <a:close/>
                  <a:moveTo>
                    <a:pt x="4159" y="0"/>
                  </a:moveTo>
                  <a:cubicBezTo>
                    <a:pt x="3561" y="0"/>
                    <a:pt x="2994" y="315"/>
                    <a:pt x="2742" y="851"/>
                  </a:cubicBezTo>
                  <a:lnTo>
                    <a:pt x="2490" y="851"/>
                  </a:lnTo>
                  <a:cubicBezTo>
                    <a:pt x="1797" y="851"/>
                    <a:pt x="1166" y="1324"/>
                    <a:pt x="914" y="1954"/>
                  </a:cubicBezTo>
                  <a:cubicBezTo>
                    <a:pt x="1324" y="1985"/>
                    <a:pt x="1702" y="2143"/>
                    <a:pt x="1986" y="2426"/>
                  </a:cubicBezTo>
                  <a:cubicBezTo>
                    <a:pt x="2143" y="2584"/>
                    <a:pt x="2143" y="2836"/>
                    <a:pt x="1986" y="2993"/>
                  </a:cubicBezTo>
                  <a:cubicBezTo>
                    <a:pt x="1907" y="3072"/>
                    <a:pt x="1797" y="3111"/>
                    <a:pt x="1686" y="3111"/>
                  </a:cubicBezTo>
                  <a:cubicBezTo>
                    <a:pt x="1576" y="3111"/>
                    <a:pt x="1466" y="3072"/>
                    <a:pt x="1387" y="2993"/>
                  </a:cubicBezTo>
                  <a:cubicBezTo>
                    <a:pt x="1198" y="2804"/>
                    <a:pt x="946" y="2773"/>
                    <a:pt x="725" y="2773"/>
                  </a:cubicBezTo>
                  <a:cubicBezTo>
                    <a:pt x="284" y="3088"/>
                    <a:pt x="1" y="3560"/>
                    <a:pt x="1" y="4159"/>
                  </a:cubicBezTo>
                  <a:cubicBezTo>
                    <a:pt x="1" y="4411"/>
                    <a:pt x="95" y="4726"/>
                    <a:pt x="253" y="4978"/>
                  </a:cubicBezTo>
                  <a:cubicBezTo>
                    <a:pt x="95" y="5199"/>
                    <a:pt x="1" y="5514"/>
                    <a:pt x="1" y="5797"/>
                  </a:cubicBezTo>
                  <a:cubicBezTo>
                    <a:pt x="1" y="6144"/>
                    <a:pt x="127" y="6459"/>
                    <a:pt x="316" y="6742"/>
                  </a:cubicBezTo>
                  <a:cubicBezTo>
                    <a:pt x="599" y="6522"/>
                    <a:pt x="1009" y="6364"/>
                    <a:pt x="1387" y="6364"/>
                  </a:cubicBezTo>
                  <a:cubicBezTo>
                    <a:pt x="1639" y="6364"/>
                    <a:pt x="1797" y="6553"/>
                    <a:pt x="1797" y="6742"/>
                  </a:cubicBezTo>
                  <a:cubicBezTo>
                    <a:pt x="1797" y="6994"/>
                    <a:pt x="1576" y="7152"/>
                    <a:pt x="1387" y="7152"/>
                  </a:cubicBezTo>
                  <a:cubicBezTo>
                    <a:pt x="1198" y="7152"/>
                    <a:pt x="1009" y="7215"/>
                    <a:pt x="851" y="7341"/>
                  </a:cubicBezTo>
                  <a:lnTo>
                    <a:pt x="851" y="7404"/>
                  </a:lnTo>
                  <a:cubicBezTo>
                    <a:pt x="851" y="8318"/>
                    <a:pt x="1576" y="9074"/>
                    <a:pt x="2490" y="9074"/>
                  </a:cubicBezTo>
                  <a:lnTo>
                    <a:pt x="2742" y="9074"/>
                  </a:lnTo>
                  <a:cubicBezTo>
                    <a:pt x="2899" y="9357"/>
                    <a:pt x="3088" y="9546"/>
                    <a:pt x="3309" y="9704"/>
                  </a:cubicBezTo>
                  <a:lnTo>
                    <a:pt x="3309" y="10617"/>
                  </a:lnTo>
                  <a:cubicBezTo>
                    <a:pt x="3309" y="11752"/>
                    <a:pt x="4254" y="12697"/>
                    <a:pt x="5420" y="12697"/>
                  </a:cubicBezTo>
                  <a:cubicBezTo>
                    <a:pt x="6554" y="12697"/>
                    <a:pt x="7499" y="11752"/>
                    <a:pt x="7499" y="10617"/>
                  </a:cubicBezTo>
                  <a:lnTo>
                    <a:pt x="7499" y="9704"/>
                  </a:lnTo>
                  <a:cubicBezTo>
                    <a:pt x="7719" y="9546"/>
                    <a:pt x="7971" y="9357"/>
                    <a:pt x="8097" y="9074"/>
                  </a:cubicBezTo>
                  <a:lnTo>
                    <a:pt x="8318" y="9074"/>
                  </a:lnTo>
                  <a:cubicBezTo>
                    <a:pt x="9232" y="9074"/>
                    <a:pt x="9988" y="8318"/>
                    <a:pt x="9988" y="7404"/>
                  </a:cubicBezTo>
                  <a:lnTo>
                    <a:pt x="9988" y="7341"/>
                  </a:lnTo>
                  <a:cubicBezTo>
                    <a:pt x="9830" y="7215"/>
                    <a:pt x="9610" y="7152"/>
                    <a:pt x="9421" y="7152"/>
                  </a:cubicBezTo>
                  <a:cubicBezTo>
                    <a:pt x="9200" y="7152"/>
                    <a:pt x="9043" y="6931"/>
                    <a:pt x="9043" y="6742"/>
                  </a:cubicBezTo>
                  <a:cubicBezTo>
                    <a:pt x="9043" y="6522"/>
                    <a:pt x="9232" y="6364"/>
                    <a:pt x="9421" y="6364"/>
                  </a:cubicBezTo>
                  <a:cubicBezTo>
                    <a:pt x="9830" y="6364"/>
                    <a:pt x="10208" y="6522"/>
                    <a:pt x="10492" y="6742"/>
                  </a:cubicBezTo>
                  <a:cubicBezTo>
                    <a:pt x="10681" y="6459"/>
                    <a:pt x="10807" y="6144"/>
                    <a:pt x="10807" y="5797"/>
                  </a:cubicBezTo>
                  <a:cubicBezTo>
                    <a:pt x="10807" y="5514"/>
                    <a:pt x="10712" y="5199"/>
                    <a:pt x="10555" y="4978"/>
                  </a:cubicBezTo>
                  <a:cubicBezTo>
                    <a:pt x="10681" y="4726"/>
                    <a:pt x="10775" y="4411"/>
                    <a:pt x="10775" y="4159"/>
                  </a:cubicBezTo>
                  <a:cubicBezTo>
                    <a:pt x="10775" y="3592"/>
                    <a:pt x="10492" y="3088"/>
                    <a:pt x="10051" y="2773"/>
                  </a:cubicBezTo>
                  <a:cubicBezTo>
                    <a:pt x="10015" y="2768"/>
                    <a:pt x="9978" y="2765"/>
                    <a:pt x="9939" y="2765"/>
                  </a:cubicBezTo>
                  <a:cubicBezTo>
                    <a:pt x="9742" y="2765"/>
                    <a:pt x="9521" y="2835"/>
                    <a:pt x="9389" y="2993"/>
                  </a:cubicBezTo>
                  <a:cubicBezTo>
                    <a:pt x="9310" y="3072"/>
                    <a:pt x="9200" y="3111"/>
                    <a:pt x="9090" y="3111"/>
                  </a:cubicBezTo>
                  <a:cubicBezTo>
                    <a:pt x="8980" y="3111"/>
                    <a:pt x="8869" y="3072"/>
                    <a:pt x="8791" y="2993"/>
                  </a:cubicBezTo>
                  <a:cubicBezTo>
                    <a:pt x="8633" y="2836"/>
                    <a:pt x="8633" y="2584"/>
                    <a:pt x="8791" y="2426"/>
                  </a:cubicBezTo>
                  <a:cubicBezTo>
                    <a:pt x="9074" y="2143"/>
                    <a:pt x="9452" y="1954"/>
                    <a:pt x="9862" y="1954"/>
                  </a:cubicBezTo>
                  <a:cubicBezTo>
                    <a:pt x="9610" y="1324"/>
                    <a:pt x="9043" y="851"/>
                    <a:pt x="8287" y="851"/>
                  </a:cubicBezTo>
                  <a:lnTo>
                    <a:pt x="8034" y="851"/>
                  </a:lnTo>
                  <a:cubicBezTo>
                    <a:pt x="7782" y="315"/>
                    <a:pt x="7215" y="0"/>
                    <a:pt x="6617" y="0"/>
                  </a:cubicBezTo>
                  <a:cubicBezTo>
                    <a:pt x="6302" y="0"/>
                    <a:pt x="6050" y="95"/>
                    <a:pt x="5798" y="252"/>
                  </a:cubicBezTo>
                  <a:lnTo>
                    <a:pt x="5798" y="4190"/>
                  </a:lnTo>
                  <a:cubicBezTo>
                    <a:pt x="6743" y="4379"/>
                    <a:pt x="7467" y="5199"/>
                    <a:pt x="7467" y="6207"/>
                  </a:cubicBezTo>
                  <a:cubicBezTo>
                    <a:pt x="7467" y="6427"/>
                    <a:pt x="7247" y="6585"/>
                    <a:pt x="7058" y="6585"/>
                  </a:cubicBezTo>
                  <a:cubicBezTo>
                    <a:pt x="6869" y="6585"/>
                    <a:pt x="6617" y="6396"/>
                    <a:pt x="6617" y="6207"/>
                  </a:cubicBezTo>
                  <a:cubicBezTo>
                    <a:pt x="6617" y="5640"/>
                    <a:pt x="6270" y="5199"/>
                    <a:pt x="5798" y="5010"/>
                  </a:cubicBezTo>
                  <a:lnTo>
                    <a:pt x="5798" y="9074"/>
                  </a:lnTo>
                  <a:lnTo>
                    <a:pt x="4979" y="9074"/>
                  </a:lnTo>
                  <a:lnTo>
                    <a:pt x="4979" y="5010"/>
                  </a:lnTo>
                  <a:cubicBezTo>
                    <a:pt x="4506" y="5167"/>
                    <a:pt x="4159" y="5640"/>
                    <a:pt x="4159" y="6207"/>
                  </a:cubicBezTo>
                  <a:cubicBezTo>
                    <a:pt x="4159" y="6427"/>
                    <a:pt x="3939" y="6585"/>
                    <a:pt x="3718" y="6585"/>
                  </a:cubicBezTo>
                  <a:cubicBezTo>
                    <a:pt x="3466" y="6585"/>
                    <a:pt x="3309" y="6396"/>
                    <a:pt x="3309" y="6207"/>
                  </a:cubicBezTo>
                  <a:cubicBezTo>
                    <a:pt x="3309" y="5199"/>
                    <a:pt x="4033" y="4348"/>
                    <a:pt x="4979" y="4190"/>
                  </a:cubicBezTo>
                  <a:lnTo>
                    <a:pt x="4979" y="252"/>
                  </a:lnTo>
                  <a:cubicBezTo>
                    <a:pt x="4726" y="95"/>
                    <a:pt x="4474" y="0"/>
                    <a:pt x="415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5" name="Google Shape;545;p24"/>
          <p:cNvSpPr txBox="1"/>
          <p:nvPr/>
        </p:nvSpPr>
        <p:spPr>
          <a:xfrm>
            <a:off x="839525" y="4563500"/>
            <a:ext cx="5211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
                <a:solidFill>
                  <a:schemeClr val="dk1"/>
                </a:solidFill>
                <a:latin typeface="Fira Sans Extra Condensed"/>
                <a:ea typeface="Fira Sans Extra Condensed"/>
                <a:cs typeface="Fira Sans Extra Condensed"/>
                <a:sym typeface="Fira Sans Extra Condensed"/>
              </a:rPr>
              <a:t>Examples</a:t>
            </a:r>
            <a:r>
              <a:rPr lang="en">
                <a:solidFill>
                  <a:schemeClr val="dk1"/>
                </a:solidFill>
                <a:latin typeface="Fira Sans Extra Condensed"/>
                <a:ea typeface="Fira Sans Extra Condensed"/>
                <a:cs typeface="Fira Sans Extra Condensed"/>
                <a:sym typeface="Fira Sans Extra Condensed"/>
              </a:rPr>
              <a:t>: Starbucks (China), Walmart (Germany)</a:t>
            </a:r>
            <a:endParaRPr>
              <a:solidFill>
                <a:schemeClr val="dk1"/>
              </a:solidFill>
              <a:latin typeface="Fira Sans Extra Condensed"/>
              <a:ea typeface="Fira Sans Extra Condensed"/>
              <a:cs typeface="Fira Sans Extra Condensed"/>
              <a:sym typeface="Fira Sans Extra Condensed"/>
            </a:endParaRPr>
          </a:p>
        </p:txBody>
      </p:sp>
      <p:pic>
        <p:nvPicPr>
          <p:cNvPr id="546" name="Google Shape;546;p24"/>
          <p:cNvPicPr preferRelativeResize="0"/>
          <p:nvPr/>
        </p:nvPicPr>
        <p:blipFill rotWithShape="1">
          <a:blip r:embed="rId3">
            <a:alphaModFix/>
          </a:blip>
          <a:srcRect b="0" l="119" r="119" t="0"/>
          <a:stretch/>
        </p:blipFill>
        <p:spPr>
          <a:xfrm>
            <a:off x="5579100" y="1468663"/>
            <a:ext cx="3111299" cy="23391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25"/>
          <p:cNvSpPr txBox="1"/>
          <p:nvPr>
            <p:ph type="title"/>
          </p:nvPr>
        </p:nvSpPr>
        <p:spPr>
          <a:xfrm>
            <a:off x="453600" y="292625"/>
            <a:ext cx="82368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How Starbucks Conquered China</a:t>
            </a:r>
            <a:endParaRPr/>
          </a:p>
        </p:txBody>
      </p:sp>
      <p:sp>
        <p:nvSpPr>
          <p:cNvPr id="552" name="Google Shape;552;p25"/>
          <p:cNvSpPr txBox="1"/>
          <p:nvPr/>
        </p:nvSpPr>
        <p:spPr>
          <a:xfrm>
            <a:off x="1928850" y="885825"/>
            <a:ext cx="5286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1"/>
                </a:solidFill>
                <a:latin typeface="Fira Sans Extra Condensed SemiBold"/>
                <a:ea typeface="Fira Sans Extra Condensed SemiBold"/>
                <a:cs typeface="Fira Sans Extra Condensed SemiBold"/>
                <a:sym typeface="Fira Sans Extra Condensed SemiBold"/>
              </a:rPr>
              <a:t>A Case Study of Market Entry Strategy</a:t>
            </a:r>
            <a:endParaRPr sz="2000">
              <a:latin typeface="Fira Sans Extra Condensed SemiBold"/>
              <a:ea typeface="Fira Sans Extra Condensed SemiBold"/>
              <a:cs typeface="Fira Sans Extra Condensed SemiBold"/>
              <a:sym typeface="Fira Sans Extra Condensed SemiBold"/>
            </a:endParaRPr>
          </a:p>
        </p:txBody>
      </p:sp>
      <p:cxnSp>
        <p:nvCxnSpPr>
          <p:cNvPr id="553" name="Google Shape;553;p25"/>
          <p:cNvCxnSpPr>
            <a:stCxn id="554" idx="1"/>
            <a:endCxn id="555" idx="0"/>
          </p:cNvCxnSpPr>
          <p:nvPr/>
        </p:nvCxnSpPr>
        <p:spPr>
          <a:xfrm>
            <a:off x="2930356" y="2707889"/>
            <a:ext cx="676500" cy="434700"/>
          </a:xfrm>
          <a:prstGeom prst="curvedConnector4">
            <a:avLst>
              <a:gd fmla="val -35200" name="adj1"/>
              <a:gd fmla="val 79855" name="adj2"/>
            </a:avLst>
          </a:prstGeom>
          <a:noFill/>
          <a:ln cap="flat" cmpd="sng" w="19050">
            <a:solidFill>
              <a:schemeClr val="dk1"/>
            </a:solidFill>
            <a:prstDash val="solid"/>
            <a:round/>
            <a:headEnd len="med" w="med" type="none"/>
            <a:tailEnd len="med" w="med" type="none"/>
          </a:ln>
        </p:spPr>
      </p:cxnSp>
      <p:cxnSp>
        <p:nvCxnSpPr>
          <p:cNvPr id="556" name="Google Shape;556;p25"/>
          <p:cNvCxnSpPr>
            <a:stCxn id="557" idx="1"/>
          </p:cNvCxnSpPr>
          <p:nvPr/>
        </p:nvCxnSpPr>
        <p:spPr>
          <a:xfrm>
            <a:off x="4845572" y="2707912"/>
            <a:ext cx="390000" cy="434700"/>
          </a:xfrm>
          <a:prstGeom prst="curvedConnector4">
            <a:avLst>
              <a:gd fmla="val -61058" name="adj1"/>
              <a:gd fmla="val 79848" name="adj2"/>
            </a:avLst>
          </a:prstGeom>
          <a:noFill/>
          <a:ln cap="flat" cmpd="sng" w="19050">
            <a:solidFill>
              <a:schemeClr val="dk1"/>
            </a:solidFill>
            <a:prstDash val="solid"/>
            <a:round/>
            <a:headEnd len="med" w="med" type="none"/>
            <a:tailEnd len="med" w="med" type="none"/>
          </a:ln>
        </p:spPr>
      </p:cxnSp>
      <p:cxnSp>
        <p:nvCxnSpPr>
          <p:cNvPr id="558" name="Google Shape;558;p25"/>
          <p:cNvCxnSpPr>
            <a:stCxn id="559" idx="1"/>
            <a:endCxn id="560" idx="0"/>
          </p:cNvCxnSpPr>
          <p:nvPr/>
        </p:nvCxnSpPr>
        <p:spPr>
          <a:xfrm>
            <a:off x="7041199" y="2707889"/>
            <a:ext cx="930900" cy="434700"/>
          </a:xfrm>
          <a:prstGeom prst="curvedConnector4">
            <a:avLst>
              <a:gd fmla="val -25580" name="adj1"/>
              <a:gd fmla="val 79855" name="adj2"/>
            </a:avLst>
          </a:prstGeom>
          <a:noFill/>
          <a:ln cap="flat" cmpd="sng" w="19050">
            <a:solidFill>
              <a:schemeClr val="dk1"/>
            </a:solidFill>
            <a:prstDash val="solid"/>
            <a:round/>
            <a:headEnd len="med" w="med" type="none"/>
            <a:tailEnd len="med" w="med" type="none"/>
          </a:ln>
        </p:spPr>
      </p:cxnSp>
      <p:grpSp>
        <p:nvGrpSpPr>
          <p:cNvPr id="561" name="Google Shape;561;p25"/>
          <p:cNvGrpSpPr/>
          <p:nvPr/>
        </p:nvGrpSpPr>
        <p:grpSpPr>
          <a:xfrm>
            <a:off x="2766275" y="1695722"/>
            <a:ext cx="1681203" cy="2480826"/>
            <a:chOff x="3984307" y="2101125"/>
            <a:chExt cx="1659300" cy="2354618"/>
          </a:xfrm>
        </p:grpSpPr>
        <p:sp>
          <p:nvSpPr>
            <p:cNvPr id="554" name="Google Shape;554;p25"/>
            <p:cNvSpPr/>
            <p:nvPr/>
          </p:nvSpPr>
          <p:spPr>
            <a:xfrm>
              <a:off x="4146250" y="2815500"/>
              <a:ext cx="1371600" cy="4926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1"/>
                  </a:solidFill>
                  <a:latin typeface="Fira Sans Extra Condensed SemiBold"/>
                  <a:ea typeface="Fira Sans Extra Condensed SemiBold"/>
                  <a:cs typeface="Fira Sans Extra Condensed SemiBold"/>
                  <a:sym typeface="Fira Sans Extra Condensed SemiBold"/>
                </a:rPr>
                <a:t>Challenge</a:t>
              </a:r>
              <a:endParaRPr sz="2000">
                <a:solidFill>
                  <a:schemeClr val="dk1"/>
                </a:solidFill>
                <a:latin typeface="Fira Sans Extra Condensed SemiBold"/>
                <a:ea typeface="Fira Sans Extra Condensed SemiBold"/>
                <a:cs typeface="Fira Sans Extra Condensed SemiBold"/>
                <a:sym typeface="Fira Sans Extra Condensed SemiBold"/>
              </a:endParaRPr>
            </a:p>
          </p:txBody>
        </p:sp>
        <p:sp>
          <p:nvSpPr>
            <p:cNvPr id="555" name="Google Shape;555;p25"/>
            <p:cNvSpPr/>
            <p:nvPr/>
          </p:nvSpPr>
          <p:spPr>
            <a:xfrm>
              <a:off x="3984307" y="3474443"/>
              <a:ext cx="1659300" cy="981300"/>
            </a:xfrm>
            <a:prstGeom prst="roundRect">
              <a:avLst>
                <a:gd fmla="val 23625" name="adj"/>
              </a:avLst>
            </a:prstGeom>
            <a:solidFill>
              <a:schemeClr val="dk2"/>
            </a:solidFill>
            <a:ln>
              <a:noFill/>
            </a:ln>
          </p:spPr>
          <p:txBody>
            <a:bodyPr anchorCtr="0" anchor="ctr"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lang="en">
                  <a:solidFill>
                    <a:schemeClr val="dk1"/>
                  </a:solidFill>
                  <a:latin typeface="Roboto"/>
                  <a:ea typeface="Roboto"/>
                  <a:cs typeface="Roboto"/>
                  <a:sym typeface="Roboto"/>
                </a:rPr>
                <a:t>Coffee culture was weak in China.</a:t>
              </a:r>
              <a:endParaRPr sz="1200">
                <a:solidFill>
                  <a:schemeClr val="dk1"/>
                </a:solidFill>
                <a:latin typeface="Roboto"/>
                <a:ea typeface="Roboto"/>
                <a:cs typeface="Roboto"/>
                <a:sym typeface="Roboto"/>
              </a:endParaRPr>
            </a:p>
          </p:txBody>
        </p:sp>
        <p:sp>
          <p:nvSpPr>
            <p:cNvPr id="562" name="Google Shape;562;p25"/>
            <p:cNvSpPr/>
            <p:nvPr/>
          </p:nvSpPr>
          <p:spPr>
            <a:xfrm>
              <a:off x="4545700" y="2101125"/>
              <a:ext cx="572700" cy="572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3" name="Google Shape;563;p25"/>
          <p:cNvGrpSpPr/>
          <p:nvPr/>
        </p:nvGrpSpPr>
        <p:grpSpPr>
          <a:xfrm>
            <a:off x="4676325" y="1695733"/>
            <a:ext cx="2141246" cy="2786466"/>
            <a:chOff x="5568900" y="2101125"/>
            <a:chExt cx="1957800" cy="2644710"/>
          </a:xfrm>
        </p:grpSpPr>
        <p:sp>
          <p:nvSpPr>
            <p:cNvPr id="557" name="Google Shape;557;p25"/>
            <p:cNvSpPr/>
            <p:nvPr/>
          </p:nvSpPr>
          <p:spPr>
            <a:xfrm>
              <a:off x="5723647" y="2815512"/>
              <a:ext cx="1533600" cy="4926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1"/>
                  </a:solidFill>
                  <a:latin typeface="Fira Sans Extra Condensed SemiBold"/>
                  <a:ea typeface="Fira Sans Extra Condensed SemiBold"/>
                  <a:cs typeface="Fira Sans Extra Condensed SemiBold"/>
                  <a:sym typeface="Fira Sans Extra Condensed SemiBold"/>
                </a:rPr>
                <a:t>Adaptation</a:t>
              </a:r>
              <a:endParaRPr sz="2000">
                <a:solidFill>
                  <a:schemeClr val="dk1"/>
                </a:solidFill>
                <a:latin typeface="Fira Sans Extra Condensed SemiBold"/>
                <a:ea typeface="Fira Sans Extra Condensed SemiBold"/>
                <a:cs typeface="Fira Sans Extra Condensed SemiBold"/>
                <a:sym typeface="Fira Sans Extra Condensed SemiBold"/>
              </a:endParaRPr>
            </a:p>
          </p:txBody>
        </p:sp>
        <p:sp>
          <p:nvSpPr>
            <p:cNvPr id="564" name="Google Shape;564;p25"/>
            <p:cNvSpPr/>
            <p:nvPr/>
          </p:nvSpPr>
          <p:spPr>
            <a:xfrm>
              <a:off x="5568900" y="3474435"/>
              <a:ext cx="1957800" cy="1271400"/>
            </a:xfrm>
            <a:prstGeom prst="roundRect">
              <a:avLst>
                <a:gd fmla="val 23625" name="adj"/>
              </a:avLst>
            </a:prstGeom>
            <a:solidFill>
              <a:schemeClr val="dk2"/>
            </a:solidFill>
            <a:ln>
              <a:noFill/>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Roboto"/>
                  <a:ea typeface="Roboto"/>
                  <a:cs typeface="Roboto"/>
                  <a:sym typeface="Roboto"/>
                </a:rPr>
                <a:t>Introduced tea based drinks and created community focused atmosphere.</a:t>
              </a:r>
              <a:endParaRPr>
                <a:solidFill>
                  <a:schemeClr val="dk1"/>
                </a:solidFill>
                <a:latin typeface="Roboto"/>
                <a:ea typeface="Roboto"/>
                <a:cs typeface="Roboto"/>
                <a:sym typeface="Roboto"/>
              </a:endParaRPr>
            </a:p>
            <a:p>
              <a:pPr indent="0" lvl="0" marL="0" rtl="0" algn="ctr">
                <a:spcBef>
                  <a:spcPts val="1200"/>
                </a:spcBef>
                <a:spcAft>
                  <a:spcPts val="0"/>
                </a:spcAft>
                <a:buNone/>
              </a:pPr>
              <a:r>
                <a:t/>
              </a:r>
              <a:endParaRPr sz="1200">
                <a:solidFill>
                  <a:schemeClr val="dk1"/>
                </a:solidFill>
                <a:latin typeface="Roboto"/>
                <a:ea typeface="Roboto"/>
                <a:cs typeface="Roboto"/>
                <a:sym typeface="Roboto"/>
              </a:endParaRPr>
            </a:p>
          </p:txBody>
        </p:sp>
        <p:sp>
          <p:nvSpPr>
            <p:cNvPr id="565" name="Google Shape;565;p25"/>
            <p:cNvSpPr/>
            <p:nvPr/>
          </p:nvSpPr>
          <p:spPr>
            <a:xfrm>
              <a:off x="6123100" y="2101125"/>
              <a:ext cx="572700" cy="572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6" name="Google Shape;566;p25"/>
          <p:cNvGrpSpPr/>
          <p:nvPr/>
        </p:nvGrpSpPr>
        <p:grpSpPr>
          <a:xfrm>
            <a:off x="7041199" y="1695722"/>
            <a:ext cx="1862060" cy="2786475"/>
            <a:chOff x="7301050" y="2101125"/>
            <a:chExt cx="1837801" cy="2644718"/>
          </a:xfrm>
        </p:grpSpPr>
        <p:sp>
          <p:nvSpPr>
            <p:cNvPr id="559" name="Google Shape;559;p25"/>
            <p:cNvSpPr/>
            <p:nvPr/>
          </p:nvSpPr>
          <p:spPr>
            <a:xfrm>
              <a:off x="7301050" y="2815500"/>
              <a:ext cx="1371600" cy="492600"/>
            </a:xfrm>
            <a:prstGeom prst="roundRect">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1"/>
                  </a:solidFill>
                  <a:latin typeface="Fira Sans Extra Condensed SemiBold"/>
                  <a:ea typeface="Fira Sans Extra Condensed SemiBold"/>
                  <a:cs typeface="Fira Sans Extra Condensed SemiBold"/>
                  <a:sym typeface="Fira Sans Extra Condensed SemiBold"/>
                </a:rPr>
                <a:t>Result</a:t>
              </a:r>
              <a:endParaRPr sz="2000">
                <a:solidFill>
                  <a:schemeClr val="dk1"/>
                </a:solidFill>
                <a:latin typeface="Fira Sans Extra Condensed SemiBold"/>
                <a:ea typeface="Fira Sans Extra Condensed SemiBold"/>
                <a:cs typeface="Fira Sans Extra Condensed SemiBold"/>
                <a:sym typeface="Fira Sans Extra Condensed SemiBold"/>
              </a:endParaRPr>
            </a:p>
          </p:txBody>
        </p:sp>
        <p:sp>
          <p:nvSpPr>
            <p:cNvPr id="560" name="Google Shape;560;p25"/>
            <p:cNvSpPr/>
            <p:nvPr/>
          </p:nvSpPr>
          <p:spPr>
            <a:xfrm>
              <a:off x="7301051" y="3474443"/>
              <a:ext cx="1837800" cy="1271400"/>
            </a:xfrm>
            <a:prstGeom prst="roundRect">
              <a:avLst>
                <a:gd fmla="val 23625" name="adj"/>
              </a:avLst>
            </a:prstGeom>
            <a:solidFill>
              <a:schemeClr val="dk2"/>
            </a:solidFill>
            <a:ln>
              <a:noFill/>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Roboto"/>
                  <a:ea typeface="Roboto"/>
                  <a:cs typeface="Roboto"/>
                  <a:sym typeface="Roboto"/>
                </a:rPr>
                <a:t>China became one of Starbucks' biggest markets.</a:t>
              </a:r>
              <a:endParaRPr>
                <a:solidFill>
                  <a:schemeClr val="dk1"/>
                </a:solidFill>
                <a:latin typeface="Roboto"/>
                <a:ea typeface="Roboto"/>
                <a:cs typeface="Roboto"/>
                <a:sym typeface="Roboto"/>
              </a:endParaRPr>
            </a:p>
            <a:p>
              <a:pPr indent="0" lvl="0" marL="0" rtl="0" algn="ctr">
                <a:spcBef>
                  <a:spcPts val="1200"/>
                </a:spcBef>
                <a:spcAft>
                  <a:spcPts val="0"/>
                </a:spcAft>
                <a:buNone/>
              </a:pPr>
              <a:r>
                <a:t/>
              </a:r>
              <a:endParaRPr sz="1200">
                <a:solidFill>
                  <a:schemeClr val="dk1"/>
                </a:solidFill>
                <a:latin typeface="Roboto"/>
                <a:ea typeface="Roboto"/>
                <a:cs typeface="Roboto"/>
                <a:sym typeface="Roboto"/>
              </a:endParaRPr>
            </a:p>
          </p:txBody>
        </p:sp>
        <p:sp>
          <p:nvSpPr>
            <p:cNvPr id="567" name="Google Shape;567;p25"/>
            <p:cNvSpPr/>
            <p:nvPr/>
          </p:nvSpPr>
          <p:spPr>
            <a:xfrm>
              <a:off x="7700500" y="2101125"/>
              <a:ext cx="572700" cy="572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568" name="Google Shape;568;p25"/>
          <p:cNvCxnSpPr>
            <a:stCxn id="562" idx="6"/>
            <a:endCxn id="554" idx="0"/>
          </p:cNvCxnSpPr>
          <p:nvPr/>
        </p:nvCxnSpPr>
        <p:spPr>
          <a:xfrm flipH="1">
            <a:off x="3625238" y="1997420"/>
            <a:ext cx="290100" cy="450900"/>
          </a:xfrm>
          <a:prstGeom prst="curvedConnector4">
            <a:avLst>
              <a:gd fmla="val -83115" name="adj1"/>
              <a:gd fmla="val 83436" name="adj2"/>
            </a:avLst>
          </a:prstGeom>
          <a:noFill/>
          <a:ln cap="flat" cmpd="sng" w="19050">
            <a:solidFill>
              <a:schemeClr val="dk1"/>
            </a:solidFill>
            <a:prstDash val="solid"/>
            <a:round/>
            <a:headEnd len="med" w="med" type="none"/>
            <a:tailEnd len="med" w="med" type="none"/>
          </a:ln>
        </p:spPr>
      </p:cxnSp>
      <p:cxnSp>
        <p:nvCxnSpPr>
          <p:cNvPr id="569" name="Google Shape;569;p25"/>
          <p:cNvCxnSpPr>
            <a:stCxn id="565" idx="6"/>
            <a:endCxn id="557" idx="0"/>
          </p:cNvCxnSpPr>
          <p:nvPr/>
        </p:nvCxnSpPr>
        <p:spPr>
          <a:xfrm flipH="1">
            <a:off x="5684115" y="1997431"/>
            <a:ext cx="224700" cy="450900"/>
          </a:xfrm>
          <a:prstGeom prst="curvedConnector4">
            <a:avLst>
              <a:gd fmla="val -105975" name="adj1"/>
              <a:gd fmla="val 83464" name="adj2"/>
            </a:avLst>
          </a:prstGeom>
          <a:noFill/>
          <a:ln cap="flat" cmpd="sng" w="19050">
            <a:solidFill>
              <a:schemeClr val="dk1"/>
            </a:solidFill>
            <a:prstDash val="solid"/>
            <a:round/>
            <a:headEnd len="med" w="med" type="none"/>
            <a:tailEnd len="med" w="med" type="none"/>
          </a:ln>
        </p:spPr>
      </p:cxnSp>
      <p:cxnSp>
        <p:nvCxnSpPr>
          <p:cNvPr id="570" name="Google Shape;570;p25"/>
          <p:cNvCxnSpPr>
            <a:stCxn id="567" idx="6"/>
            <a:endCxn id="559" idx="0"/>
          </p:cNvCxnSpPr>
          <p:nvPr/>
        </p:nvCxnSpPr>
        <p:spPr>
          <a:xfrm flipH="1">
            <a:off x="7736082" y="1997420"/>
            <a:ext cx="290100" cy="450900"/>
          </a:xfrm>
          <a:prstGeom prst="curvedConnector4">
            <a:avLst>
              <a:gd fmla="val -83115" name="adj1"/>
              <a:gd fmla="val 83436" name="adj2"/>
            </a:avLst>
          </a:prstGeom>
          <a:noFill/>
          <a:ln cap="flat" cmpd="sng" w="19050">
            <a:solidFill>
              <a:schemeClr val="dk1"/>
            </a:solidFill>
            <a:prstDash val="solid"/>
            <a:round/>
            <a:headEnd len="med" w="med" type="none"/>
            <a:tailEnd len="med" w="med" type="none"/>
          </a:ln>
        </p:spPr>
      </p:cxnSp>
      <p:grpSp>
        <p:nvGrpSpPr>
          <p:cNvPr id="571" name="Google Shape;571;p25"/>
          <p:cNvGrpSpPr/>
          <p:nvPr/>
        </p:nvGrpSpPr>
        <p:grpSpPr>
          <a:xfrm>
            <a:off x="122827" y="2421963"/>
            <a:ext cx="2370078" cy="2654322"/>
            <a:chOff x="299523" y="1467173"/>
            <a:chExt cx="3513309" cy="3998677"/>
          </a:xfrm>
        </p:grpSpPr>
        <p:grpSp>
          <p:nvGrpSpPr>
            <p:cNvPr id="572" name="Google Shape;572;p25"/>
            <p:cNvGrpSpPr/>
            <p:nvPr/>
          </p:nvGrpSpPr>
          <p:grpSpPr>
            <a:xfrm>
              <a:off x="299523" y="1467173"/>
              <a:ext cx="3513309" cy="3998677"/>
              <a:chOff x="554979" y="1695457"/>
              <a:chExt cx="3295787" cy="3751104"/>
            </a:xfrm>
          </p:grpSpPr>
          <p:sp>
            <p:nvSpPr>
              <p:cNvPr id="573" name="Google Shape;573;p25"/>
              <p:cNvSpPr/>
              <p:nvPr/>
            </p:nvSpPr>
            <p:spPr>
              <a:xfrm>
                <a:off x="2031108" y="1898773"/>
                <a:ext cx="676347" cy="798134"/>
              </a:xfrm>
              <a:custGeom>
                <a:rect b="b" l="l" r="r" t="t"/>
                <a:pathLst>
                  <a:path extrusionOk="0" h="42624" w="36120">
                    <a:moveTo>
                      <a:pt x="18075" y="0"/>
                    </a:moveTo>
                    <a:cubicBezTo>
                      <a:pt x="8094" y="0"/>
                      <a:pt x="1" y="8063"/>
                      <a:pt x="1" y="18045"/>
                    </a:cubicBezTo>
                    <a:cubicBezTo>
                      <a:pt x="1" y="28026"/>
                      <a:pt x="8094" y="42624"/>
                      <a:pt x="18075" y="42624"/>
                    </a:cubicBezTo>
                    <a:cubicBezTo>
                      <a:pt x="28057" y="42624"/>
                      <a:pt x="36120" y="28026"/>
                      <a:pt x="36120" y="18045"/>
                    </a:cubicBezTo>
                    <a:cubicBezTo>
                      <a:pt x="36120" y="8063"/>
                      <a:pt x="28057" y="0"/>
                      <a:pt x="1807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25"/>
              <p:cNvSpPr/>
              <p:nvPr/>
            </p:nvSpPr>
            <p:spPr>
              <a:xfrm>
                <a:off x="2258991" y="2076680"/>
                <a:ext cx="220599" cy="374949"/>
              </a:xfrm>
              <a:custGeom>
                <a:rect b="b" l="l" r="r" t="t"/>
                <a:pathLst>
                  <a:path extrusionOk="0" h="20024" w="11781">
                    <a:moveTo>
                      <a:pt x="5516" y="4587"/>
                    </a:moveTo>
                    <a:lnTo>
                      <a:pt x="5516" y="7794"/>
                    </a:lnTo>
                    <a:cubicBezTo>
                      <a:pt x="4736" y="7315"/>
                      <a:pt x="4317" y="6775"/>
                      <a:pt x="4347" y="6176"/>
                    </a:cubicBezTo>
                    <a:cubicBezTo>
                      <a:pt x="4287" y="5426"/>
                      <a:pt x="4796" y="4767"/>
                      <a:pt x="5516" y="4587"/>
                    </a:cubicBezTo>
                    <a:close/>
                    <a:moveTo>
                      <a:pt x="6565" y="11931"/>
                    </a:moveTo>
                    <a:cubicBezTo>
                      <a:pt x="7614" y="12470"/>
                      <a:pt x="8153" y="13100"/>
                      <a:pt x="8153" y="13819"/>
                    </a:cubicBezTo>
                    <a:cubicBezTo>
                      <a:pt x="8153" y="14239"/>
                      <a:pt x="8003" y="14658"/>
                      <a:pt x="7704" y="14988"/>
                    </a:cubicBezTo>
                    <a:cubicBezTo>
                      <a:pt x="7374" y="15318"/>
                      <a:pt x="6984" y="15528"/>
                      <a:pt x="6565" y="15618"/>
                    </a:cubicBezTo>
                    <a:lnTo>
                      <a:pt x="6565" y="11931"/>
                    </a:lnTo>
                    <a:close/>
                    <a:moveTo>
                      <a:pt x="5516" y="1"/>
                    </a:moveTo>
                    <a:lnTo>
                      <a:pt x="5516" y="1500"/>
                    </a:lnTo>
                    <a:cubicBezTo>
                      <a:pt x="4227" y="1620"/>
                      <a:pt x="3028" y="2189"/>
                      <a:pt x="2128" y="3088"/>
                    </a:cubicBezTo>
                    <a:cubicBezTo>
                      <a:pt x="1289" y="3988"/>
                      <a:pt x="840" y="5187"/>
                      <a:pt x="870" y="6415"/>
                    </a:cubicBezTo>
                    <a:cubicBezTo>
                      <a:pt x="810" y="7495"/>
                      <a:pt x="1199" y="8544"/>
                      <a:pt x="1889" y="9323"/>
                    </a:cubicBezTo>
                    <a:cubicBezTo>
                      <a:pt x="2668" y="10102"/>
                      <a:pt x="3597" y="10702"/>
                      <a:pt x="4616" y="11091"/>
                    </a:cubicBezTo>
                    <a:lnTo>
                      <a:pt x="4616" y="15588"/>
                    </a:lnTo>
                    <a:cubicBezTo>
                      <a:pt x="3477" y="15348"/>
                      <a:pt x="2428" y="14868"/>
                      <a:pt x="1469" y="14209"/>
                    </a:cubicBezTo>
                    <a:lnTo>
                      <a:pt x="0" y="16817"/>
                    </a:lnTo>
                    <a:cubicBezTo>
                      <a:pt x="1349" y="17806"/>
                      <a:pt x="2938" y="18405"/>
                      <a:pt x="4616" y="18585"/>
                    </a:cubicBezTo>
                    <a:lnTo>
                      <a:pt x="4616" y="20024"/>
                    </a:lnTo>
                    <a:lnTo>
                      <a:pt x="6535" y="20024"/>
                    </a:lnTo>
                    <a:lnTo>
                      <a:pt x="6535" y="18615"/>
                    </a:lnTo>
                    <a:cubicBezTo>
                      <a:pt x="7494" y="18555"/>
                      <a:pt x="8423" y="18285"/>
                      <a:pt x="9262" y="17806"/>
                    </a:cubicBezTo>
                    <a:cubicBezTo>
                      <a:pt x="9982" y="17386"/>
                      <a:pt x="10581" y="16787"/>
                      <a:pt x="11001" y="16067"/>
                    </a:cubicBezTo>
                    <a:cubicBezTo>
                      <a:pt x="11390" y="15378"/>
                      <a:pt x="11600" y="14598"/>
                      <a:pt x="11600" y="13819"/>
                    </a:cubicBezTo>
                    <a:cubicBezTo>
                      <a:pt x="11630" y="12950"/>
                      <a:pt x="11450" y="12081"/>
                      <a:pt x="11031" y="11301"/>
                    </a:cubicBezTo>
                    <a:cubicBezTo>
                      <a:pt x="10701" y="10672"/>
                      <a:pt x="10221" y="10162"/>
                      <a:pt x="9622" y="9743"/>
                    </a:cubicBezTo>
                    <a:cubicBezTo>
                      <a:pt x="8993" y="9353"/>
                      <a:pt x="8303" y="8993"/>
                      <a:pt x="7584" y="8753"/>
                    </a:cubicBezTo>
                    <a:lnTo>
                      <a:pt x="7464" y="8723"/>
                    </a:lnTo>
                    <a:lnTo>
                      <a:pt x="7464" y="4497"/>
                    </a:lnTo>
                    <a:cubicBezTo>
                      <a:pt x="8543" y="4707"/>
                      <a:pt x="9562" y="5097"/>
                      <a:pt x="10491" y="5636"/>
                    </a:cubicBezTo>
                    <a:lnTo>
                      <a:pt x="11780" y="3088"/>
                    </a:lnTo>
                    <a:cubicBezTo>
                      <a:pt x="11151" y="2669"/>
                      <a:pt x="10461" y="2339"/>
                      <a:pt x="9772" y="2039"/>
                    </a:cubicBezTo>
                    <a:cubicBezTo>
                      <a:pt x="9023" y="1769"/>
                      <a:pt x="8243" y="1590"/>
                      <a:pt x="7464" y="1530"/>
                    </a:cubicBezTo>
                    <a:lnTo>
                      <a:pt x="7464"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25"/>
              <p:cNvSpPr/>
              <p:nvPr/>
            </p:nvSpPr>
            <p:spPr>
              <a:xfrm>
                <a:off x="2157389" y="2656480"/>
                <a:ext cx="411987" cy="70181"/>
              </a:xfrm>
              <a:custGeom>
                <a:rect b="b" l="l" r="r" t="t"/>
                <a:pathLst>
                  <a:path extrusionOk="0" h="3748" w="22002">
                    <a:moveTo>
                      <a:pt x="2489" y="0"/>
                    </a:moveTo>
                    <a:cubicBezTo>
                      <a:pt x="1" y="0"/>
                      <a:pt x="1" y="3747"/>
                      <a:pt x="2489" y="3747"/>
                    </a:cubicBezTo>
                    <a:lnTo>
                      <a:pt x="20114" y="3747"/>
                    </a:lnTo>
                    <a:cubicBezTo>
                      <a:pt x="21163" y="3747"/>
                      <a:pt x="22002" y="2908"/>
                      <a:pt x="22002" y="1859"/>
                    </a:cubicBezTo>
                    <a:cubicBezTo>
                      <a:pt x="22002" y="840"/>
                      <a:pt x="21163" y="0"/>
                      <a:pt x="20114" y="0"/>
                    </a:cubicBezTo>
                    <a:close/>
                  </a:path>
                </a:pathLst>
              </a:custGeom>
              <a:solidFill>
                <a:srgbClr val="CCDE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25"/>
              <p:cNvSpPr/>
              <p:nvPr/>
            </p:nvSpPr>
            <p:spPr>
              <a:xfrm>
                <a:off x="2171433" y="2658727"/>
                <a:ext cx="411987" cy="67934"/>
              </a:xfrm>
              <a:custGeom>
                <a:rect b="b" l="l" r="r" t="t"/>
                <a:pathLst>
                  <a:path extrusionOk="0" h="3628" w="22002">
                    <a:moveTo>
                      <a:pt x="20083" y="0"/>
                    </a:moveTo>
                    <a:lnTo>
                      <a:pt x="20083" y="0"/>
                    </a:lnTo>
                    <a:cubicBezTo>
                      <a:pt x="20593" y="1259"/>
                      <a:pt x="19693" y="2608"/>
                      <a:pt x="18345" y="2608"/>
                    </a:cubicBezTo>
                    <a:lnTo>
                      <a:pt x="720" y="2608"/>
                    </a:lnTo>
                    <a:cubicBezTo>
                      <a:pt x="480" y="2608"/>
                      <a:pt x="240" y="2548"/>
                      <a:pt x="0" y="2458"/>
                    </a:cubicBezTo>
                    <a:lnTo>
                      <a:pt x="0" y="2458"/>
                    </a:lnTo>
                    <a:cubicBezTo>
                      <a:pt x="300" y="3148"/>
                      <a:pt x="989" y="3627"/>
                      <a:pt x="1739" y="3627"/>
                    </a:cubicBezTo>
                    <a:lnTo>
                      <a:pt x="19364" y="3627"/>
                    </a:lnTo>
                    <a:cubicBezTo>
                      <a:pt x="21432" y="3627"/>
                      <a:pt x="22001" y="780"/>
                      <a:pt x="2008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25"/>
              <p:cNvSpPr/>
              <p:nvPr/>
            </p:nvSpPr>
            <p:spPr>
              <a:xfrm>
                <a:off x="2195570" y="2752446"/>
                <a:ext cx="335646" cy="70181"/>
              </a:xfrm>
              <a:custGeom>
                <a:rect b="b" l="l" r="r" t="t"/>
                <a:pathLst>
                  <a:path extrusionOk="0" h="3748" w="17925">
                    <a:moveTo>
                      <a:pt x="2488" y="1"/>
                    </a:moveTo>
                    <a:cubicBezTo>
                      <a:pt x="0" y="1"/>
                      <a:pt x="0" y="3748"/>
                      <a:pt x="2488" y="3748"/>
                    </a:cubicBezTo>
                    <a:lnTo>
                      <a:pt x="16066" y="3748"/>
                    </a:lnTo>
                    <a:cubicBezTo>
                      <a:pt x="17085" y="3748"/>
                      <a:pt x="17925" y="2908"/>
                      <a:pt x="17925" y="1859"/>
                    </a:cubicBezTo>
                    <a:cubicBezTo>
                      <a:pt x="17925" y="840"/>
                      <a:pt x="17085" y="1"/>
                      <a:pt x="16066" y="1"/>
                    </a:cubicBezTo>
                    <a:close/>
                  </a:path>
                </a:pathLst>
              </a:custGeom>
              <a:solidFill>
                <a:srgbClr val="CCDE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25"/>
              <p:cNvSpPr/>
              <p:nvPr/>
            </p:nvSpPr>
            <p:spPr>
              <a:xfrm>
                <a:off x="2207348" y="2762558"/>
                <a:ext cx="335664" cy="60070"/>
              </a:xfrm>
              <a:custGeom>
                <a:rect b="b" l="l" r="r" t="t"/>
                <a:pathLst>
                  <a:path extrusionOk="0" h="3208" w="17926">
                    <a:moveTo>
                      <a:pt x="16756" y="1"/>
                    </a:moveTo>
                    <a:cubicBezTo>
                      <a:pt x="16966" y="1140"/>
                      <a:pt x="16067" y="2189"/>
                      <a:pt x="14928" y="2189"/>
                    </a:cubicBezTo>
                    <a:lnTo>
                      <a:pt x="1349" y="2189"/>
                    </a:lnTo>
                    <a:cubicBezTo>
                      <a:pt x="840" y="2189"/>
                      <a:pt x="360" y="1979"/>
                      <a:pt x="1" y="1619"/>
                    </a:cubicBezTo>
                    <a:lnTo>
                      <a:pt x="1" y="1619"/>
                    </a:lnTo>
                    <a:cubicBezTo>
                      <a:pt x="151" y="2518"/>
                      <a:pt x="930" y="3208"/>
                      <a:pt x="1859" y="3208"/>
                    </a:cubicBezTo>
                    <a:lnTo>
                      <a:pt x="15437" y="3208"/>
                    </a:lnTo>
                    <a:cubicBezTo>
                      <a:pt x="17086" y="3208"/>
                      <a:pt x="17925" y="1199"/>
                      <a:pt x="1675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25"/>
              <p:cNvSpPr/>
              <p:nvPr/>
            </p:nvSpPr>
            <p:spPr>
              <a:xfrm>
                <a:off x="2226990" y="2846745"/>
                <a:ext cx="272243" cy="70181"/>
              </a:xfrm>
              <a:custGeom>
                <a:rect b="b" l="l" r="r" t="t"/>
                <a:pathLst>
                  <a:path extrusionOk="0" h="3748" w="14539">
                    <a:moveTo>
                      <a:pt x="2519" y="1"/>
                    </a:moveTo>
                    <a:cubicBezTo>
                      <a:pt x="1" y="1"/>
                      <a:pt x="1" y="3747"/>
                      <a:pt x="2519" y="3747"/>
                    </a:cubicBezTo>
                    <a:lnTo>
                      <a:pt x="12680" y="3747"/>
                    </a:lnTo>
                    <a:cubicBezTo>
                      <a:pt x="13729" y="3747"/>
                      <a:pt x="14538" y="2908"/>
                      <a:pt x="14538" y="1859"/>
                    </a:cubicBezTo>
                    <a:cubicBezTo>
                      <a:pt x="14538" y="840"/>
                      <a:pt x="13729" y="1"/>
                      <a:pt x="12680" y="1"/>
                    </a:cubicBezTo>
                    <a:close/>
                  </a:path>
                </a:pathLst>
              </a:custGeom>
              <a:solidFill>
                <a:srgbClr val="CCDE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25"/>
              <p:cNvSpPr/>
              <p:nvPr/>
            </p:nvSpPr>
            <p:spPr>
              <a:xfrm>
                <a:off x="2241596" y="2848992"/>
                <a:ext cx="272224" cy="67934"/>
              </a:xfrm>
              <a:custGeom>
                <a:rect b="b" l="l" r="r" t="t"/>
                <a:pathLst>
                  <a:path extrusionOk="0" h="3628" w="14538">
                    <a:moveTo>
                      <a:pt x="12619" y="1"/>
                    </a:moveTo>
                    <a:cubicBezTo>
                      <a:pt x="13129" y="1229"/>
                      <a:pt x="12200" y="2608"/>
                      <a:pt x="10881" y="2608"/>
                    </a:cubicBezTo>
                    <a:lnTo>
                      <a:pt x="689" y="2608"/>
                    </a:lnTo>
                    <a:cubicBezTo>
                      <a:pt x="450" y="2578"/>
                      <a:pt x="210" y="2548"/>
                      <a:pt x="0" y="2458"/>
                    </a:cubicBezTo>
                    <a:lnTo>
                      <a:pt x="0" y="2458"/>
                    </a:lnTo>
                    <a:cubicBezTo>
                      <a:pt x="270" y="3148"/>
                      <a:pt x="959" y="3627"/>
                      <a:pt x="1739" y="3627"/>
                    </a:cubicBezTo>
                    <a:lnTo>
                      <a:pt x="11900" y="3627"/>
                    </a:lnTo>
                    <a:cubicBezTo>
                      <a:pt x="13968" y="3627"/>
                      <a:pt x="14538" y="780"/>
                      <a:pt x="1261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25"/>
              <p:cNvSpPr/>
              <p:nvPr/>
            </p:nvSpPr>
            <p:spPr>
              <a:xfrm>
                <a:off x="2003189" y="1850800"/>
                <a:ext cx="131206" cy="82652"/>
              </a:xfrm>
              <a:custGeom>
                <a:rect b="b" l="l" r="r" t="t"/>
                <a:pathLst>
                  <a:path extrusionOk="0" h="4414" w="7007">
                    <a:moveTo>
                      <a:pt x="1918" y="0"/>
                    </a:moveTo>
                    <a:cubicBezTo>
                      <a:pt x="578" y="0"/>
                      <a:pt x="1" y="2201"/>
                      <a:pt x="1642" y="2592"/>
                    </a:cubicBezTo>
                    <a:lnTo>
                      <a:pt x="6497" y="4391"/>
                    </a:lnTo>
                    <a:cubicBezTo>
                      <a:pt x="6536" y="4406"/>
                      <a:pt x="6574" y="4413"/>
                      <a:pt x="6609" y="4413"/>
                    </a:cubicBezTo>
                    <a:cubicBezTo>
                      <a:pt x="6851" y="4413"/>
                      <a:pt x="7006" y="4094"/>
                      <a:pt x="6797" y="3911"/>
                    </a:cubicBezTo>
                    <a:lnTo>
                      <a:pt x="2990" y="404"/>
                    </a:lnTo>
                    <a:cubicBezTo>
                      <a:pt x="2871" y="314"/>
                      <a:pt x="2721" y="224"/>
                      <a:pt x="2571" y="164"/>
                    </a:cubicBezTo>
                    <a:cubicBezTo>
                      <a:pt x="2339" y="50"/>
                      <a:pt x="2120" y="0"/>
                      <a:pt x="191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25"/>
              <p:cNvSpPr/>
              <p:nvPr/>
            </p:nvSpPr>
            <p:spPr>
              <a:xfrm>
                <a:off x="2251838" y="1753898"/>
                <a:ext cx="79993" cy="119447"/>
              </a:xfrm>
              <a:custGeom>
                <a:rect b="b" l="l" r="r" t="t"/>
                <a:pathLst>
                  <a:path extrusionOk="0" h="6379" w="4272">
                    <a:moveTo>
                      <a:pt x="2655" y="1"/>
                    </a:moveTo>
                    <a:cubicBezTo>
                      <a:pt x="2117" y="1"/>
                      <a:pt x="1589" y="309"/>
                      <a:pt x="1431" y="1023"/>
                    </a:cubicBezTo>
                    <a:lnTo>
                      <a:pt x="83" y="5999"/>
                    </a:lnTo>
                    <a:cubicBezTo>
                      <a:pt x="1" y="6223"/>
                      <a:pt x="170" y="6379"/>
                      <a:pt x="343" y="6379"/>
                    </a:cubicBezTo>
                    <a:cubicBezTo>
                      <a:pt x="423" y="6379"/>
                      <a:pt x="505" y="6345"/>
                      <a:pt x="562" y="6268"/>
                    </a:cubicBezTo>
                    <a:lnTo>
                      <a:pt x="3709" y="2162"/>
                    </a:lnTo>
                    <a:cubicBezTo>
                      <a:pt x="3829" y="2012"/>
                      <a:pt x="3889" y="1862"/>
                      <a:pt x="3949" y="1712"/>
                    </a:cubicBezTo>
                    <a:cubicBezTo>
                      <a:pt x="4271" y="675"/>
                      <a:pt x="3452" y="1"/>
                      <a:pt x="265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25"/>
              <p:cNvSpPr/>
              <p:nvPr/>
            </p:nvSpPr>
            <p:spPr>
              <a:xfrm>
                <a:off x="2095185" y="1748449"/>
                <a:ext cx="86940" cy="119297"/>
              </a:xfrm>
              <a:custGeom>
                <a:rect b="b" l="l" r="r" t="t"/>
                <a:pathLst>
                  <a:path extrusionOk="0" h="6371" w="4643">
                    <a:moveTo>
                      <a:pt x="1911" y="1"/>
                    </a:moveTo>
                    <a:cubicBezTo>
                      <a:pt x="933" y="1"/>
                      <a:pt x="0" y="1179"/>
                      <a:pt x="895" y="2183"/>
                    </a:cubicBezTo>
                    <a:lnTo>
                      <a:pt x="4072" y="6260"/>
                    </a:lnTo>
                    <a:cubicBezTo>
                      <a:pt x="4140" y="6337"/>
                      <a:pt x="4227" y="6371"/>
                      <a:pt x="4310" y="6371"/>
                    </a:cubicBezTo>
                    <a:cubicBezTo>
                      <a:pt x="4484" y="6371"/>
                      <a:pt x="4643" y="6223"/>
                      <a:pt x="4582" y="6020"/>
                    </a:cubicBezTo>
                    <a:lnTo>
                      <a:pt x="3173" y="1044"/>
                    </a:lnTo>
                    <a:cubicBezTo>
                      <a:pt x="3113" y="864"/>
                      <a:pt x="3053" y="714"/>
                      <a:pt x="2933" y="565"/>
                    </a:cubicBezTo>
                    <a:cubicBezTo>
                      <a:pt x="2648" y="165"/>
                      <a:pt x="2276" y="1"/>
                      <a:pt x="191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25"/>
              <p:cNvSpPr/>
              <p:nvPr/>
            </p:nvSpPr>
            <p:spPr>
              <a:xfrm>
                <a:off x="2731573" y="2422811"/>
                <a:ext cx="140849" cy="49022"/>
              </a:xfrm>
              <a:custGeom>
                <a:rect b="b" l="l" r="r" t="t"/>
                <a:pathLst>
                  <a:path extrusionOk="0" h="2618" w="7522">
                    <a:moveTo>
                      <a:pt x="5679" y="0"/>
                    </a:moveTo>
                    <a:cubicBezTo>
                      <a:pt x="5543" y="0"/>
                      <a:pt x="5398" y="22"/>
                      <a:pt x="5246" y="70"/>
                    </a:cubicBezTo>
                    <a:lnTo>
                      <a:pt x="330" y="1719"/>
                    </a:lnTo>
                    <a:cubicBezTo>
                      <a:pt x="1" y="1809"/>
                      <a:pt x="61" y="2258"/>
                      <a:pt x="390" y="2258"/>
                    </a:cubicBezTo>
                    <a:lnTo>
                      <a:pt x="5546" y="2618"/>
                    </a:lnTo>
                    <a:cubicBezTo>
                      <a:pt x="5726" y="2618"/>
                      <a:pt x="5905" y="2618"/>
                      <a:pt x="6055" y="2558"/>
                    </a:cubicBezTo>
                    <a:cubicBezTo>
                      <a:pt x="7522" y="2042"/>
                      <a:pt x="6995" y="0"/>
                      <a:pt x="56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25"/>
              <p:cNvSpPr/>
              <p:nvPr/>
            </p:nvSpPr>
            <p:spPr>
              <a:xfrm>
                <a:off x="2668713" y="2583621"/>
                <a:ext cx="56512" cy="126113"/>
              </a:xfrm>
              <a:custGeom>
                <a:rect b="b" l="l" r="r" t="t"/>
                <a:pathLst>
                  <a:path extrusionOk="0" h="6735" w="3018">
                    <a:moveTo>
                      <a:pt x="296" y="1"/>
                    </a:moveTo>
                    <a:cubicBezTo>
                      <a:pt x="150" y="1"/>
                      <a:pt x="0" y="116"/>
                      <a:pt x="0" y="294"/>
                    </a:cubicBezTo>
                    <a:lnTo>
                      <a:pt x="120" y="5480"/>
                    </a:lnTo>
                    <a:cubicBezTo>
                      <a:pt x="120" y="5630"/>
                      <a:pt x="150" y="5810"/>
                      <a:pt x="210" y="5960"/>
                    </a:cubicBezTo>
                    <a:cubicBezTo>
                      <a:pt x="462" y="6505"/>
                      <a:pt x="909" y="6735"/>
                      <a:pt x="1356" y="6735"/>
                    </a:cubicBezTo>
                    <a:cubicBezTo>
                      <a:pt x="2186" y="6735"/>
                      <a:pt x="3017" y="5943"/>
                      <a:pt x="2608" y="4911"/>
                    </a:cubicBezTo>
                    <a:lnTo>
                      <a:pt x="540" y="175"/>
                    </a:lnTo>
                    <a:cubicBezTo>
                      <a:pt x="492" y="54"/>
                      <a:pt x="394" y="1"/>
                      <a:pt x="29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25"/>
              <p:cNvSpPr/>
              <p:nvPr/>
            </p:nvSpPr>
            <p:spPr>
              <a:xfrm>
                <a:off x="2734344" y="2536135"/>
                <a:ext cx="131337" cy="70331"/>
              </a:xfrm>
              <a:custGeom>
                <a:rect b="b" l="l" r="r" t="t"/>
                <a:pathLst>
                  <a:path extrusionOk="0" h="3756" w="7014">
                    <a:moveTo>
                      <a:pt x="400" y="0"/>
                    </a:moveTo>
                    <a:cubicBezTo>
                      <a:pt x="147" y="0"/>
                      <a:pt x="1" y="360"/>
                      <a:pt x="272" y="522"/>
                    </a:cubicBezTo>
                    <a:lnTo>
                      <a:pt x="4469" y="3520"/>
                    </a:lnTo>
                    <a:cubicBezTo>
                      <a:pt x="4618" y="3610"/>
                      <a:pt x="4768" y="3700"/>
                      <a:pt x="4948" y="3730"/>
                    </a:cubicBezTo>
                    <a:cubicBezTo>
                      <a:pt x="5043" y="3747"/>
                      <a:pt x="5134" y="3756"/>
                      <a:pt x="5221" y="3756"/>
                    </a:cubicBezTo>
                    <a:cubicBezTo>
                      <a:pt x="6623" y="3756"/>
                      <a:pt x="7013" y="1605"/>
                      <a:pt x="5518" y="1182"/>
                    </a:cubicBezTo>
                    <a:lnTo>
                      <a:pt x="482" y="13"/>
                    </a:lnTo>
                    <a:cubicBezTo>
                      <a:pt x="454" y="4"/>
                      <a:pt x="426" y="0"/>
                      <a:pt x="40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25"/>
              <p:cNvSpPr/>
              <p:nvPr/>
            </p:nvSpPr>
            <p:spPr>
              <a:xfrm>
                <a:off x="919798" y="1695457"/>
                <a:ext cx="374669" cy="367609"/>
              </a:xfrm>
              <a:custGeom>
                <a:rect b="b" l="l" r="r" t="t"/>
                <a:pathLst>
                  <a:path extrusionOk="0" h="19632" w="20009">
                    <a:moveTo>
                      <a:pt x="8737" y="0"/>
                    </a:moveTo>
                    <a:cubicBezTo>
                      <a:pt x="8250" y="0"/>
                      <a:pt x="7770" y="320"/>
                      <a:pt x="7644" y="877"/>
                    </a:cubicBezTo>
                    <a:lnTo>
                      <a:pt x="6385" y="5583"/>
                    </a:lnTo>
                    <a:cubicBezTo>
                      <a:pt x="6295" y="5942"/>
                      <a:pt x="6026" y="6242"/>
                      <a:pt x="5666" y="6362"/>
                    </a:cubicBezTo>
                    <a:lnTo>
                      <a:pt x="1050" y="8011"/>
                    </a:lnTo>
                    <a:cubicBezTo>
                      <a:pt x="151" y="8310"/>
                      <a:pt x="1" y="9539"/>
                      <a:pt x="840" y="10049"/>
                    </a:cubicBezTo>
                    <a:lnTo>
                      <a:pt x="4917" y="12717"/>
                    </a:lnTo>
                    <a:cubicBezTo>
                      <a:pt x="5216" y="12896"/>
                      <a:pt x="5426" y="13256"/>
                      <a:pt x="5426" y="13616"/>
                    </a:cubicBezTo>
                    <a:lnTo>
                      <a:pt x="5576" y="18502"/>
                    </a:lnTo>
                    <a:cubicBezTo>
                      <a:pt x="5555" y="19168"/>
                      <a:pt x="6113" y="19632"/>
                      <a:pt x="6697" y="19632"/>
                    </a:cubicBezTo>
                    <a:cubicBezTo>
                      <a:pt x="6953" y="19632"/>
                      <a:pt x="7215" y="19542"/>
                      <a:pt x="7434" y="19341"/>
                    </a:cubicBezTo>
                    <a:lnTo>
                      <a:pt x="11241" y="16254"/>
                    </a:lnTo>
                    <a:cubicBezTo>
                      <a:pt x="11432" y="16084"/>
                      <a:pt x="11684" y="16004"/>
                      <a:pt x="11942" y="16004"/>
                    </a:cubicBezTo>
                    <a:cubicBezTo>
                      <a:pt x="12048" y="16004"/>
                      <a:pt x="12155" y="16017"/>
                      <a:pt x="12260" y="16044"/>
                    </a:cubicBezTo>
                    <a:lnTo>
                      <a:pt x="16966" y="17452"/>
                    </a:lnTo>
                    <a:cubicBezTo>
                      <a:pt x="17077" y="17486"/>
                      <a:pt x="17187" y="17501"/>
                      <a:pt x="17294" y="17501"/>
                    </a:cubicBezTo>
                    <a:cubicBezTo>
                      <a:pt x="18054" y="17501"/>
                      <a:pt x="18660" y="16716"/>
                      <a:pt x="18345" y="15954"/>
                    </a:cubicBezTo>
                    <a:lnTo>
                      <a:pt x="16577" y="11398"/>
                    </a:lnTo>
                    <a:cubicBezTo>
                      <a:pt x="16427" y="11038"/>
                      <a:pt x="16487" y="10648"/>
                      <a:pt x="16696" y="10349"/>
                    </a:cubicBezTo>
                    <a:lnTo>
                      <a:pt x="19454" y="6302"/>
                    </a:lnTo>
                    <a:cubicBezTo>
                      <a:pt x="20008" y="5544"/>
                      <a:pt x="19455" y="4501"/>
                      <a:pt x="18541" y="4501"/>
                    </a:cubicBezTo>
                    <a:cubicBezTo>
                      <a:pt x="18516" y="4501"/>
                      <a:pt x="18491" y="4502"/>
                      <a:pt x="18465" y="4504"/>
                    </a:cubicBezTo>
                    <a:lnTo>
                      <a:pt x="13579" y="4773"/>
                    </a:lnTo>
                    <a:cubicBezTo>
                      <a:pt x="13553" y="4776"/>
                      <a:pt x="13527" y="4777"/>
                      <a:pt x="13501" y="4777"/>
                    </a:cubicBezTo>
                    <a:cubicBezTo>
                      <a:pt x="13168" y="4777"/>
                      <a:pt x="12842" y="4602"/>
                      <a:pt x="12620" y="4324"/>
                    </a:cubicBezTo>
                    <a:lnTo>
                      <a:pt x="9623" y="457"/>
                    </a:lnTo>
                    <a:cubicBezTo>
                      <a:pt x="9394" y="144"/>
                      <a:pt x="9064" y="0"/>
                      <a:pt x="873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25"/>
              <p:cNvSpPr/>
              <p:nvPr/>
            </p:nvSpPr>
            <p:spPr>
              <a:xfrm>
                <a:off x="1446401" y="1881996"/>
                <a:ext cx="168825" cy="167027"/>
              </a:xfrm>
              <a:custGeom>
                <a:rect b="b" l="l" r="r" t="t"/>
                <a:pathLst>
                  <a:path extrusionOk="0" h="8920" w="9016">
                    <a:moveTo>
                      <a:pt x="5201" y="0"/>
                    </a:moveTo>
                    <a:cubicBezTo>
                      <a:pt x="5057" y="0"/>
                      <a:pt x="4915" y="58"/>
                      <a:pt x="4819" y="177"/>
                    </a:cubicBezTo>
                    <a:lnTo>
                      <a:pt x="3381" y="1885"/>
                    </a:lnTo>
                    <a:cubicBezTo>
                      <a:pt x="3281" y="2010"/>
                      <a:pt x="3160" y="2073"/>
                      <a:pt x="3018" y="2073"/>
                    </a:cubicBezTo>
                    <a:cubicBezTo>
                      <a:pt x="2990" y="2073"/>
                      <a:pt x="2961" y="2070"/>
                      <a:pt x="2931" y="2065"/>
                    </a:cubicBezTo>
                    <a:lnTo>
                      <a:pt x="713" y="1855"/>
                    </a:lnTo>
                    <a:cubicBezTo>
                      <a:pt x="700" y="1854"/>
                      <a:pt x="688" y="1854"/>
                      <a:pt x="676" y="1854"/>
                    </a:cubicBezTo>
                    <a:cubicBezTo>
                      <a:pt x="276" y="1854"/>
                      <a:pt x="1" y="2316"/>
                      <a:pt x="233" y="2665"/>
                    </a:cubicBezTo>
                    <a:lnTo>
                      <a:pt x="1402" y="4523"/>
                    </a:lnTo>
                    <a:cubicBezTo>
                      <a:pt x="1492" y="4673"/>
                      <a:pt x="1522" y="4853"/>
                      <a:pt x="1462" y="5003"/>
                    </a:cubicBezTo>
                    <a:lnTo>
                      <a:pt x="563" y="7071"/>
                    </a:lnTo>
                    <a:cubicBezTo>
                      <a:pt x="428" y="7395"/>
                      <a:pt x="707" y="7743"/>
                      <a:pt x="1048" y="7743"/>
                    </a:cubicBezTo>
                    <a:cubicBezTo>
                      <a:pt x="1086" y="7743"/>
                      <a:pt x="1124" y="7739"/>
                      <a:pt x="1163" y="7730"/>
                    </a:cubicBezTo>
                    <a:lnTo>
                      <a:pt x="3321" y="7191"/>
                    </a:lnTo>
                    <a:cubicBezTo>
                      <a:pt x="3363" y="7184"/>
                      <a:pt x="3404" y="7180"/>
                      <a:pt x="3443" y="7180"/>
                    </a:cubicBezTo>
                    <a:cubicBezTo>
                      <a:pt x="3571" y="7180"/>
                      <a:pt x="3686" y="7219"/>
                      <a:pt x="3800" y="7311"/>
                    </a:cubicBezTo>
                    <a:lnTo>
                      <a:pt x="5449" y="8779"/>
                    </a:lnTo>
                    <a:cubicBezTo>
                      <a:pt x="5555" y="8876"/>
                      <a:pt x="5679" y="8919"/>
                      <a:pt x="5801" y="8919"/>
                    </a:cubicBezTo>
                    <a:cubicBezTo>
                      <a:pt x="6057" y="8919"/>
                      <a:pt x="6298" y="8725"/>
                      <a:pt x="6318" y="8420"/>
                    </a:cubicBezTo>
                    <a:lnTo>
                      <a:pt x="6468" y="6202"/>
                    </a:lnTo>
                    <a:cubicBezTo>
                      <a:pt x="6498" y="6052"/>
                      <a:pt x="6588" y="5872"/>
                      <a:pt x="6738" y="5782"/>
                    </a:cubicBezTo>
                    <a:lnTo>
                      <a:pt x="8656" y="4673"/>
                    </a:lnTo>
                    <a:cubicBezTo>
                      <a:pt x="9016" y="4463"/>
                      <a:pt x="8956" y="3894"/>
                      <a:pt x="8566" y="3744"/>
                    </a:cubicBezTo>
                    <a:lnTo>
                      <a:pt x="6498" y="2934"/>
                    </a:lnTo>
                    <a:cubicBezTo>
                      <a:pt x="6348" y="2844"/>
                      <a:pt x="6228" y="2725"/>
                      <a:pt x="6198" y="2545"/>
                    </a:cubicBezTo>
                    <a:lnTo>
                      <a:pt x="5719" y="387"/>
                    </a:lnTo>
                    <a:cubicBezTo>
                      <a:pt x="5646" y="133"/>
                      <a:pt x="5421" y="0"/>
                      <a:pt x="520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25"/>
              <p:cNvSpPr/>
              <p:nvPr/>
            </p:nvSpPr>
            <p:spPr>
              <a:xfrm>
                <a:off x="977621" y="2193655"/>
                <a:ext cx="122368" cy="119671"/>
              </a:xfrm>
              <a:custGeom>
                <a:rect b="b" l="l" r="r" t="t"/>
                <a:pathLst>
                  <a:path extrusionOk="0" h="6391" w="6535">
                    <a:moveTo>
                      <a:pt x="2171" y="1"/>
                    </a:moveTo>
                    <a:cubicBezTo>
                      <a:pt x="1989" y="1"/>
                      <a:pt x="1820" y="138"/>
                      <a:pt x="1799" y="348"/>
                    </a:cubicBezTo>
                    <a:lnTo>
                      <a:pt x="1769" y="1937"/>
                    </a:lnTo>
                    <a:cubicBezTo>
                      <a:pt x="1769" y="2087"/>
                      <a:pt x="1709" y="2177"/>
                      <a:pt x="1589" y="2267"/>
                    </a:cubicBezTo>
                    <a:lnTo>
                      <a:pt x="270" y="3136"/>
                    </a:lnTo>
                    <a:cubicBezTo>
                      <a:pt x="0" y="3316"/>
                      <a:pt x="60" y="3705"/>
                      <a:pt x="360" y="3795"/>
                    </a:cubicBezTo>
                    <a:lnTo>
                      <a:pt x="1859" y="4335"/>
                    </a:lnTo>
                    <a:cubicBezTo>
                      <a:pt x="1948" y="4365"/>
                      <a:pt x="2038" y="4455"/>
                      <a:pt x="2068" y="4575"/>
                    </a:cubicBezTo>
                    <a:lnTo>
                      <a:pt x="2518" y="6103"/>
                    </a:lnTo>
                    <a:cubicBezTo>
                      <a:pt x="2554" y="6286"/>
                      <a:pt x="2713" y="6390"/>
                      <a:pt x="2872" y="6390"/>
                    </a:cubicBezTo>
                    <a:cubicBezTo>
                      <a:pt x="2974" y="6390"/>
                      <a:pt x="3077" y="6347"/>
                      <a:pt x="3147" y="6253"/>
                    </a:cubicBezTo>
                    <a:lnTo>
                      <a:pt x="4107" y="4964"/>
                    </a:lnTo>
                    <a:cubicBezTo>
                      <a:pt x="4197" y="4874"/>
                      <a:pt x="4316" y="4814"/>
                      <a:pt x="4436" y="4814"/>
                    </a:cubicBezTo>
                    <a:lnTo>
                      <a:pt x="6025" y="4904"/>
                    </a:lnTo>
                    <a:cubicBezTo>
                      <a:pt x="6325" y="4904"/>
                      <a:pt x="6535" y="4575"/>
                      <a:pt x="6355" y="4305"/>
                    </a:cubicBezTo>
                    <a:lnTo>
                      <a:pt x="5455" y="3016"/>
                    </a:lnTo>
                    <a:cubicBezTo>
                      <a:pt x="5366" y="2896"/>
                      <a:pt x="5366" y="2776"/>
                      <a:pt x="5395" y="2656"/>
                    </a:cubicBezTo>
                    <a:lnTo>
                      <a:pt x="5965" y="1158"/>
                    </a:lnTo>
                    <a:cubicBezTo>
                      <a:pt x="6044" y="921"/>
                      <a:pt x="5869" y="662"/>
                      <a:pt x="5623" y="662"/>
                    </a:cubicBezTo>
                    <a:cubicBezTo>
                      <a:pt x="5589" y="662"/>
                      <a:pt x="5552" y="667"/>
                      <a:pt x="5515" y="678"/>
                    </a:cubicBezTo>
                    <a:lnTo>
                      <a:pt x="3987" y="1128"/>
                    </a:lnTo>
                    <a:cubicBezTo>
                      <a:pt x="3943" y="1139"/>
                      <a:pt x="3899" y="1146"/>
                      <a:pt x="3855" y="1146"/>
                    </a:cubicBezTo>
                    <a:cubicBezTo>
                      <a:pt x="3779" y="1146"/>
                      <a:pt x="3703" y="1125"/>
                      <a:pt x="3627" y="1068"/>
                    </a:cubicBezTo>
                    <a:lnTo>
                      <a:pt x="2398" y="79"/>
                    </a:lnTo>
                    <a:cubicBezTo>
                      <a:pt x="2327" y="25"/>
                      <a:pt x="2248" y="1"/>
                      <a:pt x="217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25"/>
              <p:cNvSpPr/>
              <p:nvPr/>
            </p:nvSpPr>
            <p:spPr>
              <a:xfrm>
                <a:off x="656693" y="3048357"/>
                <a:ext cx="776133" cy="1786983"/>
              </a:xfrm>
              <a:custGeom>
                <a:rect b="b" l="l" r="r" t="t"/>
                <a:pathLst>
                  <a:path extrusionOk="0" h="95433" w="41449">
                    <a:moveTo>
                      <a:pt x="19744" y="1"/>
                    </a:moveTo>
                    <a:cubicBezTo>
                      <a:pt x="18965" y="1"/>
                      <a:pt x="18184" y="421"/>
                      <a:pt x="17799" y="1253"/>
                    </a:cubicBezTo>
                    <a:lnTo>
                      <a:pt x="653" y="39051"/>
                    </a:lnTo>
                    <a:cubicBezTo>
                      <a:pt x="0" y="40447"/>
                      <a:pt x="1024" y="42019"/>
                      <a:pt x="2558" y="42019"/>
                    </a:cubicBezTo>
                    <a:cubicBezTo>
                      <a:pt x="2573" y="42019"/>
                      <a:pt x="2587" y="42019"/>
                      <a:pt x="2602" y="42018"/>
                    </a:cubicBezTo>
                    <a:lnTo>
                      <a:pt x="13662" y="41719"/>
                    </a:lnTo>
                    <a:lnTo>
                      <a:pt x="14262" y="95432"/>
                    </a:lnTo>
                    <a:lnTo>
                      <a:pt x="29578" y="95432"/>
                    </a:lnTo>
                    <a:lnTo>
                      <a:pt x="28949" y="41329"/>
                    </a:lnTo>
                    <a:lnTo>
                      <a:pt x="38930" y="41059"/>
                    </a:lnTo>
                    <a:cubicBezTo>
                      <a:pt x="40489" y="41029"/>
                      <a:pt x="41448" y="39381"/>
                      <a:pt x="40729" y="38002"/>
                    </a:cubicBezTo>
                    <a:lnTo>
                      <a:pt x="21605" y="1133"/>
                    </a:lnTo>
                    <a:cubicBezTo>
                      <a:pt x="21212" y="376"/>
                      <a:pt x="20479" y="1"/>
                      <a:pt x="1974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25"/>
              <p:cNvSpPr/>
              <p:nvPr/>
            </p:nvSpPr>
            <p:spPr>
              <a:xfrm>
                <a:off x="2911408" y="2226742"/>
                <a:ext cx="939358" cy="3219820"/>
              </a:xfrm>
              <a:custGeom>
                <a:rect b="b" l="l" r="r" t="t"/>
                <a:pathLst>
                  <a:path extrusionOk="0" h="171953" w="50166">
                    <a:moveTo>
                      <a:pt x="23863" y="0"/>
                    </a:moveTo>
                    <a:cubicBezTo>
                      <a:pt x="22924" y="0"/>
                      <a:pt x="21986" y="503"/>
                      <a:pt x="21540" y="1489"/>
                    </a:cubicBezTo>
                    <a:lnTo>
                      <a:pt x="768" y="47259"/>
                    </a:lnTo>
                    <a:cubicBezTo>
                      <a:pt x="0" y="48942"/>
                      <a:pt x="1239" y="50858"/>
                      <a:pt x="3081" y="50858"/>
                    </a:cubicBezTo>
                    <a:cubicBezTo>
                      <a:pt x="3109" y="50858"/>
                      <a:pt x="3137" y="50857"/>
                      <a:pt x="3166" y="50856"/>
                    </a:cubicBezTo>
                    <a:lnTo>
                      <a:pt x="16534" y="50497"/>
                    </a:lnTo>
                    <a:lnTo>
                      <a:pt x="17883" y="171952"/>
                    </a:lnTo>
                    <a:lnTo>
                      <a:pt x="36467" y="171952"/>
                    </a:lnTo>
                    <a:lnTo>
                      <a:pt x="34998" y="50017"/>
                    </a:lnTo>
                    <a:lnTo>
                      <a:pt x="47078" y="49687"/>
                    </a:lnTo>
                    <a:cubicBezTo>
                      <a:pt x="48966" y="49657"/>
                      <a:pt x="50165" y="47649"/>
                      <a:pt x="49296" y="45971"/>
                    </a:cubicBezTo>
                    <a:lnTo>
                      <a:pt x="26126" y="1369"/>
                    </a:lnTo>
                    <a:cubicBezTo>
                      <a:pt x="25645" y="451"/>
                      <a:pt x="24753" y="0"/>
                      <a:pt x="2386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25"/>
              <p:cNvSpPr/>
              <p:nvPr/>
            </p:nvSpPr>
            <p:spPr>
              <a:xfrm>
                <a:off x="1626442" y="3637577"/>
                <a:ext cx="1363330" cy="1544064"/>
              </a:xfrm>
              <a:custGeom>
                <a:rect b="b" l="l" r="r" t="t"/>
                <a:pathLst>
                  <a:path extrusionOk="0" h="82460" w="72808">
                    <a:moveTo>
                      <a:pt x="35010" y="0"/>
                    </a:moveTo>
                    <a:cubicBezTo>
                      <a:pt x="35010" y="0"/>
                      <a:pt x="14808" y="1799"/>
                      <a:pt x="0" y="7584"/>
                    </a:cubicBezTo>
                    <a:lnTo>
                      <a:pt x="4526" y="73018"/>
                    </a:lnTo>
                    <a:lnTo>
                      <a:pt x="1109" y="82460"/>
                    </a:lnTo>
                    <a:lnTo>
                      <a:pt x="57251" y="82460"/>
                    </a:lnTo>
                    <a:lnTo>
                      <a:pt x="56352" y="79192"/>
                    </a:lnTo>
                    <a:lnTo>
                      <a:pt x="72808" y="13669"/>
                    </a:lnTo>
                    <a:cubicBezTo>
                      <a:pt x="72808" y="13669"/>
                      <a:pt x="60009" y="2728"/>
                      <a:pt x="3501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25"/>
              <p:cNvSpPr/>
              <p:nvPr/>
            </p:nvSpPr>
            <p:spPr>
              <a:xfrm>
                <a:off x="2091721" y="3588180"/>
                <a:ext cx="409759" cy="1486821"/>
              </a:xfrm>
              <a:custGeom>
                <a:rect b="b" l="l" r="r" t="t"/>
                <a:pathLst>
                  <a:path extrusionOk="0" h="79403" w="21883">
                    <a:moveTo>
                      <a:pt x="7075" y="1"/>
                    </a:moveTo>
                    <a:lnTo>
                      <a:pt x="2878" y="6445"/>
                    </a:lnTo>
                    <a:cubicBezTo>
                      <a:pt x="2878" y="6445"/>
                      <a:pt x="1" y="53175"/>
                      <a:pt x="8184" y="79402"/>
                    </a:cubicBezTo>
                    <a:cubicBezTo>
                      <a:pt x="16487" y="52725"/>
                      <a:pt x="21882" y="8304"/>
                      <a:pt x="21882" y="8304"/>
                    </a:cubicBezTo>
                    <a:lnTo>
                      <a:pt x="19184" y="1349"/>
                    </a:lnTo>
                    <a:lnTo>
                      <a:pt x="707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25"/>
              <p:cNvSpPr/>
              <p:nvPr/>
            </p:nvSpPr>
            <p:spPr>
              <a:xfrm>
                <a:off x="2163568" y="3730752"/>
                <a:ext cx="131918" cy="133584"/>
              </a:xfrm>
              <a:custGeom>
                <a:rect b="b" l="l" r="r" t="t"/>
                <a:pathLst>
                  <a:path extrusionOk="0" fill="none" h="7134" w="7045">
                    <a:moveTo>
                      <a:pt x="7045" y="5006"/>
                    </a:moveTo>
                    <a:lnTo>
                      <a:pt x="3448" y="7134"/>
                    </a:lnTo>
                    <a:lnTo>
                      <a:pt x="1" y="0"/>
                    </a:lnTo>
                  </a:path>
                </a:pathLst>
              </a:custGeom>
              <a:noFill/>
              <a:ln cap="flat" cmpd="sng" w="13500">
                <a:solidFill>
                  <a:schemeClr val="accent6"/>
                </a:solidFill>
                <a:prstDash val="solid"/>
                <a:miter lim="299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25"/>
              <p:cNvSpPr/>
              <p:nvPr/>
            </p:nvSpPr>
            <p:spPr>
              <a:xfrm>
                <a:off x="2406039" y="3818872"/>
                <a:ext cx="73552" cy="65126"/>
              </a:xfrm>
              <a:custGeom>
                <a:rect b="b" l="l" r="r" t="t"/>
                <a:pathLst>
                  <a:path extrusionOk="0" fill="none" h="3478" w="3928">
                    <a:moveTo>
                      <a:pt x="1" y="1529"/>
                    </a:moveTo>
                    <a:lnTo>
                      <a:pt x="1469" y="3477"/>
                    </a:lnTo>
                    <a:lnTo>
                      <a:pt x="3927" y="0"/>
                    </a:lnTo>
                  </a:path>
                </a:pathLst>
              </a:custGeom>
              <a:noFill/>
              <a:ln cap="flat" cmpd="sng" w="13500">
                <a:solidFill>
                  <a:schemeClr val="accent6"/>
                </a:solidFill>
                <a:prstDash val="solid"/>
                <a:miter lim="299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25"/>
              <p:cNvSpPr/>
              <p:nvPr/>
            </p:nvSpPr>
            <p:spPr>
              <a:xfrm>
                <a:off x="2150105" y="3788650"/>
                <a:ext cx="263817" cy="1286351"/>
              </a:xfrm>
              <a:custGeom>
                <a:rect b="b" l="l" r="r" t="t"/>
                <a:pathLst>
                  <a:path extrusionOk="0" h="68697" w="14089">
                    <a:moveTo>
                      <a:pt x="10879" y="0"/>
                    </a:moveTo>
                    <a:cubicBezTo>
                      <a:pt x="10614" y="0"/>
                      <a:pt x="10347" y="67"/>
                      <a:pt x="10102" y="205"/>
                    </a:cubicBezTo>
                    <a:lnTo>
                      <a:pt x="7044" y="2004"/>
                    </a:lnTo>
                    <a:lnTo>
                      <a:pt x="8603" y="6110"/>
                    </a:lnTo>
                    <a:cubicBezTo>
                      <a:pt x="7554" y="9797"/>
                      <a:pt x="3148" y="26013"/>
                      <a:pt x="0" y="37553"/>
                    </a:cubicBezTo>
                    <a:cubicBezTo>
                      <a:pt x="780" y="48554"/>
                      <a:pt x="2278" y="59794"/>
                      <a:pt x="5066" y="68696"/>
                    </a:cubicBezTo>
                    <a:cubicBezTo>
                      <a:pt x="7374" y="61293"/>
                      <a:pt x="9442" y="52540"/>
                      <a:pt x="11241" y="43728"/>
                    </a:cubicBezTo>
                    <a:cubicBezTo>
                      <a:pt x="11750" y="26852"/>
                      <a:pt x="11930" y="6590"/>
                      <a:pt x="11930" y="6590"/>
                    </a:cubicBezTo>
                    <a:lnTo>
                      <a:pt x="14088" y="3293"/>
                    </a:lnTo>
                    <a:lnTo>
                      <a:pt x="12140" y="625"/>
                    </a:lnTo>
                    <a:cubicBezTo>
                      <a:pt x="11831" y="219"/>
                      <a:pt x="11360" y="0"/>
                      <a:pt x="10879"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25"/>
              <p:cNvSpPr/>
              <p:nvPr/>
            </p:nvSpPr>
            <p:spPr>
              <a:xfrm>
                <a:off x="2282004" y="3681918"/>
                <a:ext cx="426012" cy="1393084"/>
              </a:xfrm>
              <a:custGeom>
                <a:rect b="b" l="l" r="r" t="t"/>
                <a:pathLst>
                  <a:path extrusionOk="0" fill="none" h="74397" w="22751">
                    <a:moveTo>
                      <a:pt x="13099" y="0"/>
                    </a:moveTo>
                    <a:lnTo>
                      <a:pt x="22751" y="13519"/>
                    </a:lnTo>
                    <a:lnTo>
                      <a:pt x="12469" y="31713"/>
                    </a:lnTo>
                    <a:lnTo>
                      <a:pt x="18015" y="41605"/>
                    </a:lnTo>
                    <a:cubicBezTo>
                      <a:pt x="18015" y="41605"/>
                      <a:pt x="4916" y="67622"/>
                      <a:pt x="0" y="74396"/>
                    </a:cubicBezTo>
                  </a:path>
                </a:pathLst>
              </a:custGeom>
              <a:noFill/>
              <a:ln cap="rnd" cmpd="sng" w="12000">
                <a:solidFill>
                  <a:schemeClr val="accent6"/>
                </a:solidFill>
                <a:prstDash val="solid"/>
                <a:miter lim="299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25"/>
              <p:cNvSpPr/>
              <p:nvPr/>
            </p:nvSpPr>
            <p:spPr>
              <a:xfrm>
                <a:off x="2123160" y="3048544"/>
                <a:ext cx="473724" cy="430207"/>
              </a:xfrm>
              <a:custGeom>
                <a:rect b="b" l="l" r="r" t="t"/>
                <a:pathLst>
                  <a:path extrusionOk="0" h="22975" w="25299">
                    <a:moveTo>
                      <a:pt x="8363" y="0"/>
                    </a:moveTo>
                    <a:cubicBezTo>
                      <a:pt x="8229" y="0"/>
                      <a:pt x="8089" y="5"/>
                      <a:pt x="7944" y="14"/>
                    </a:cubicBezTo>
                    <a:cubicBezTo>
                      <a:pt x="3268" y="374"/>
                      <a:pt x="1" y="7898"/>
                      <a:pt x="6385" y="10445"/>
                    </a:cubicBezTo>
                    <a:lnTo>
                      <a:pt x="17026" y="22975"/>
                    </a:lnTo>
                    <a:cubicBezTo>
                      <a:pt x="17026" y="22975"/>
                      <a:pt x="23500" y="21326"/>
                      <a:pt x="24699" y="16560"/>
                    </a:cubicBezTo>
                    <a:cubicBezTo>
                      <a:pt x="25299" y="14252"/>
                      <a:pt x="22931" y="12753"/>
                      <a:pt x="22931" y="12753"/>
                    </a:cubicBezTo>
                    <a:cubicBezTo>
                      <a:pt x="22931" y="12753"/>
                      <a:pt x="25119" y="9936"/>
                      <a:pt x="22151" y="7088"/>
                    </a:cubicBezTo>
                    <a:cubicBezTo>
                      <a:pt x="20173" y="5200"/>
                      <a:pt x="16157" y="4271"/>
                      <a:pt x="13699" y="3851"/>
                    </a:cubicBezTo>
                    <a:cubicBezTo>
                      <a:pt x="12680" y="3671"/>
                      <a:pt x="11810" y="2952"/>
                      <a:pt x="11451" y="1963"/>
                    </a:cubicBezTo>
                    <a:cubicBezTo>
                      <a:pt x="11142" y="1008"/>
                      <a:pt x="10359" y="0"/>
                      <a:pt x="836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25"/>
              <p:cNvSpPr/>
              <p:nvPr/>
            </p:nvSpPr>
            <p:spPr>
              <a:xfrm>
                <a:off x="2170309" y="3244127"/>
                <a:ext cx="331077" cy="535460"/>
              </a:xfrm>
              <a:custGeom>
                <a:rect b="b" l="l" r="r" t="t"/>
                <a:pathLst>
                  <a:path extrusionOk="0" h="28596" w="17681">
                    <a:moveTo>
                      <a:pt x="3867" y="0"/>
                    </a:moveTo>
                    <a:lnTo>
                      <a:pt x="3058" y="4856"/>
                    </a:lnTo>
                    <a:cubicBezTo>
                      <a:pt x="3058" y="4856"/>
                      <a:pt x="780" y="7194"/>
                      <a:pt x="420" y="10372"/>
                    </a:cubicBezTo>
                    <a:cubicBezTo>
                      <a:pt x="0" y="14028"/>
                      <a:pt x="2308" y="15737"/>
                      <a:pt x="2308" y="15737"/>
                    </a:cubicBezTo>
                    <a:lnTo>
                      <a:pt x="2488" y="21492"/>
                    </a:lnTo>
                    <a:cubicBezTo>
                      <a:pt x="2518" y="22091"/>
                      <a:pt x="2488" y="22691"/>
                      <a:pt x="2458" y="23290"/>
                    </a:cubicBezTo>
                    <a:cubicBezTo>
                      <a:pt x="2398" y="24429"/>
                      <a:pt x="2758" y="25538"/>
                      <a:pt x="3477" y="26438"/>
                    </a:cubicBezTo>
                    <a:lnTo>
                      <a:pt x="5186" y="28596"/>
                    </a:lnTo>
                    <a:lnTo>
                      <a:pt x="10521" y="26887"/>
                    </a:lnTo>
                    <a:cubicBezTo>
                      <a:pt x="12679" y="26228"/>
                      <a:pt x="14208" y="24280"/>
                      <a:pt x="14358" y="22031"/>
                    </a:cubicBezTo>
                    <a:lnTo>
                      <a:pt x="13399" y="13819"/>
                    </a:lnTo>
                    <a:lnTo>
                      <a:pt x="13399" y="13819"/>
                    </a:lnTo>
                    <a:cubicBezTo>
                      <a:pt x="13399" y="13819"/>
                      <a:pt x="13541" y="13837"/>
                      <a:pt x="13773" y="13837"/>
                    </a:cubicBezTo>
                    <a:cubicBezTo>
                      <a:pt x="14478" y="13837"/>
                      <a:pt x="16011" y="13667"/>
                      <a:pt x="16846" y="12290"/>
                    </a:cubicBezTo>
                    <a:cubicBezTo>
                      <a:pt x="17680" y="10899"/>
                      <a:pt x="17260" y="8972"/>
                      <a:pt x="15642" y="8972"/>
                    </a:cubicBezTo>
                    <a:cubicBezTo>
                      <a:pt x="15167" y="8972"/>
                      <a:pt x="14589" y="9138"/>
                      <a:pt x="13908" y="9532"/>
                    </a:cubicBezTo>
                    <a:cubicBezTo>
                      <a:pt x="13908" y="7524"/>
                      <a:pt x="14598" y="5576"/>
                      <a:pt x="15827" y="4017"/>
                    </a:cubicBezTo>
                    <a:lnTo>
                      <a:pt x="15827" y="4017"/>
                    </a:lnTo>
                    <a:cubicBezTo>
                      <a:pt x="15367" y="4067"/>
                      <a:pt x="14917" y="4091"/>
                      <a:pt x="14487" y="4091"/>
                    </a:cubicBezTo>
                    <a:cubicBezTo>
                      <a:pt x="10798" y="4091"/>
                      <a:pt x="8517" y="2354"/>
                      <a:pt x="12919" y="690"/>
                    </a:cubicBezTo>
                    <a:lnTo>
                      <a:pt x="12919" y="690"/>
                    </a:lnTo>
                    <a:cubicBezTo>
                      <a:pt x="11551" y="888"/>
                      <a:pt x="10345" y="965"/>
                      <a:pt x="9298" y="965"/>
                    </a:cubicBezTo>
                    <a:cubicBezTo>
                      <a:pt x="5597" y="965"/>
                      <a:pt x="3867" y="0"/>
                      <a:pt x="3867" y="0"/>
                    </a:cubicBezTo>
                    <a:close/>
                  </a:path>
                </a:pathLst>
              </a:custGeom>
              <a:solidFill>
                <a:srgbClr val="CE79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25"/>
              <p:cNvSpPr/>
              <p:nvPr/>
            </p:nvSpPr>
            <p:spPr>
              <a:xfrm>
                <a:off x="2212965" y="3538222"/>
                <a:ext cx="143696" cy="68608"/>
              </a:xfrm>
              <a:custGeom>
                <a:rect b="b" l="l" r="r" t="t"/>
                <a:pathLst>
                  <a:path extrusionOk="0" h="3664" w="7674">
                    <a:moveTo>
                      <a:pt x="0" y="1"/>
                    </a:moveTo>
                    <a:lnTo>
                      <a:pt x="120" y="3388"/>
                    </a:lnTo>
                    <a:cubicBezTo>
                      <a:pt x="912" y="3581"/>
                      <a:pt x="1632" y="3663"/>
                      <a:pt x="2285" y="3663"/>
                    </a:cubicBezTo>
                    <a:cubicBezTo>
                      <a:pt x="6198" y="3663"/>
                      <a:pt x="7674" y="691"/>
                      <a:pt x="7674" y="690"/>
                    </a:cubicBezTo>
                    <a:lnTo>
                      <a:pt x="7674" y="690"/>
                    </a:lnTo>
                    <a:cubicBezTo>
                      <a:pt x="6774" y="1201"/>
                      <a:pt x="5602" y="1441"/>
                      <a:pt x="4422" y="1441"/>
                    </a:cubicBezTo>
                    <a:cubicBezTo>
                      <a:pt x="2693" y="1441"/>
                      <a:pt x="944" y="927"/>
                      <a:pt x="0" y="1"/>
                    </a:cubicBezTo>
                    <a:close/>
                  </a:path>
                </a:pathLst>
              </a:custGeom>
              <a:solidFill>
                <a:srgbClr val="CA40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25"/>
              <p:cNvSpPr/>
              <p:nvPr/>
            </p:nvSpPr>
            <p:spPr>
              <a:xfrm>
                <a:off x="1235239" y="2019475"/>
                <a:ext cx="366523" cy="596054"/>
              </a:xfrm>
              <a:custGeom>
                <a:rect b="b" l="l" r="r" t="t"/>
                <a:pathLst>
                  <a:path extrusionOk="0" h="31832" w="19574">
                    <a:moveTo>
                      <a:pt x="7017" y="0"/>
                    </a:moveTo>
                    <a:cubicBezTo>
                      <a:pt x="6937" y="0"/>
                      <a:pt x="6856" y="9"/>
                      <a:pt x="6774" y="29"/>
                    </a:cubicBezTo>
                    <a:cubicBezTo>
                      <a:pt x="6265" y="148"/>
                      <a:pt x="5905" y="658"/>
                      <a:pt x="5995" y="1198"/>
                    </a:cubicBezTo>
                    <a:lnTo>
                      <a:pt x="7434" y="10340"/>
                    </a:lnTo>
                    <a:lnTo>
                      <a:pt x="1739" y="12288"/>
                    </a:lnTo>
                    <a:cubicBezTo>
                      <a:pt x="660" y="12678"/>
                      <a:pt x="0" y="13727"/>
                      <a:pt x="150" y="14836"/>
                    </a:cubicBezTo>
                    <a:cubicBezTo>
                      <a:pt x="450" y="17474"/>
                      <a:pt x="1649" y="22090"/>
                      <a:pt x="6505" y="24098"/>
                    </a:cubicBezTo>
                    <a:lnTo>
                      <a:pt x="7374" y="31831"/>
                    </a:lnTo>
                    <a:lnTo>
                      <a:pt x="17865" y="29853"/>
                    </a:lnTo>
                    <a:lnTo>
                      <a:pt x="15167" y="21820"/>
                    </a:lnTo>
                    <a:cubicBezTo>
                      <a:pt x="15587" y="20021"/>
                      <a:pt x="15917" y="18223"/>
                      <a:pt x="16096" y="16395"/>
                    </a:cubicBezTo>
                    <a:lnTo>
                      <a:pt x="19573" y="9980"/>
                    </a:lnTo>
                    <a:lnTo>
                      <a:pt x="18464" y="9800"/>
                    </a:lnTo>
                    <a:cubicBezTo>
                      <a:pt x="18350" y="9785"/>
                      <a:pt x="18236" y="9777"/>
                      <a:pt x="18122" y="9777"/>
                    </a:cubicBezTo>
                    <a:cubicBezTo>
                      <a:pt x="17343" y="9777"/>
                      <a:pt x="16597" y="10131"/>
                      <a:pt x="16126" y="10759"/>
                    </a:cubicBezTo>
                    <a:lnTo>
                      <a:pt x="13339" y="14596"/>
                    </a:lnTo>
                    <a:lnTo>
                      <a:pt x="7973" y="658"/>
                    </a:lnTo>
                    <a:cubicBezTo>
                      <a:pt x="7822" y="255"/>
                      <a:pt x="7438" y="0"/>
                      <a:pt x="7017" y="0"/>
                    </a:cubicBezTo>
                    <a:close/>
                  </a:path>
                </a:pathLst>
              </a:custGeom>
              <a:solidFill>
                <a:srgbClr val="CE79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25"/>
              <p:cNvSpPr/>
              <p:nvPr/>
            </p:nvSpPr>
            <p:spPr>
              <a:xfrm>
                <a:off x="1383410" y="2291100"/>
                <a:ext cx="82521" cy="144257"/>
              </a:xfrm>
              <a:custGeom>
                <a:rect b="b" l="l" r="r" t="t"/>
                <a:pathLst>
                  <a:path extrusionOk="0" fill="none" h="7704" w="4407">
                    <a:moveTo>
                      <a:pt x="4407" y="0"/>
                    </a:moveTo>
                    <a:cubicBezTo>
                      <a:pt x="4407" y="0"/>
                      <a:pt x="0" y="2428"/>
                      <a:pt x="1319" y="7704"/>
                    </a:cubicBezTo>
                  </a:path>
                </a:pathLst>
              </a:custGeom>
              <a:noFill/>
              <a:ln cap="flat" cmpd="sng" w="15725">
                <a:solidFill>
                  <a:srgbClr val="A73C31"/>
                </a:solidFill>
                <a:prstDash val="solid"/>
                <a:miter lim="299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25"/>
              <p:cNvSpPr/>
              <p:nvPr/>
            </p:nvSpPr>
            <p:spPr>
              <a:xfrm>
                <a:off x="1261623" y="2213072"/>
                <a:ext cx="138640" cy="168394"/>
              </a:xfrm>
              <a:custGeom>
                <a:rect b="b" l="l" r="r" t="t"/>
                <a:pathLst>
                  <a:path extrusionOk="0" fill="none" h="8993" w="7404">
                    <a:moveTo>
                      <a:pt x="6025" y="1"/>
                    </a:moveTo>
                    <a:lnTo>
                      <a:pt x="7104" y="4317"/>
                    </a:lnTo>
                    <a:cubicBezTo>
                      <a:pt x="7404" y="5486"/>
                      <a:pt x="6744" y="6655"/>
                      <a:pt x="5605" y="7045"/>
                    </a:cubicBezTo>
                    <a:lnTo>
                      <a:pt x="0" y="8993"/>
                    </a:lnTo>
                  </a:path>
                </a:pathLst>
              </a:custGeom>
              <a:noFill/>
              <a:ln cap="flat" cmpd="sng" w="15725">
                <a:solidFill>
                  <a:srgbClr val="A73C31"/>
                </a:solidFill>
                <a:prstDash val="solid"/>
                <a:miter lim="299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25"/>
              <p:cNvSpPr/>
              <p:nvPr/>
            </p:nvSpPr>
            <p:spPr>
              <a:xfrm>
                <a:off x="1327853" y="2237209"/>
                <a:ext cx="30316" cy="111152"/>
              </a:xfrm>
              <a:custGeom>
                <a:rect b="b" l="l" r="r" t="t"/>
                <a:pathLst>
                  <a:path extrusionOk="0" fill="none" h="5936" w="1619">
                    <a:moveTo>
                      <a:pt x="0" y="1"/>
                    </a:moveTo>
                    <a:lnTo>
                      <a:pt x="1619" y="5936"/>
                    </a:lnTo>
                  </a:path>
                </a:pathLst>
              </a:custGeom>
              <a:noFill/>
              <a:ln cap="flat" cmpd="sng" w="15725">
                <a:solidFill>
                  <a:srgbClr val="A73C31"/>
                </a:solidFill>
                <a:prstDash val="solid"/>
                <a:miter lim="299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25"/>
              <p:cNvSpPr/>
              <p:nvPr/>
            </p:nvSpPr>
            <p:spPr>
              <a:xfrm>
                <a:off x="1279018" y="2255728"/>
                <a:ext cx="29754" cy="111152"/>
              </a:xfrm>
              <a:custGeom>
                <a:rect b="b" l="l" r="r" t="t"/>
                <a:pathLst>
                  <a:path extrusionOk="0" fill="none" h="5936" w="1589">
                    <a:moveTo>
                      <a:pt x="0" y="1"/>
                    </a:moveTo>
                    <a:lnTo>
                      <a:pt x="1589" y="5936"/>
                    </a:lnTo>
                  </a:path>
                </a:pathLst>
              </a:custGeom>
              <a:noFill/>
              <a:ln cap="flat" cmpd="sng" w="15725">
                <a:solidFill>
                  <a:srgbClr val="A73C31"/>
                </a:solidFill>
                <a:prstDash val="solid"/>
                <a:miter lim="299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25"/>
              <p:cNvSpPr/>
              <p:nvPr/>
            </p:nvSpPr>
            <p:spPr>
              <a:xfrm>
                <a:off x="1346934" y="2466216"/>
                <a:ext cx="233501" cy="176258"/>
              </a:xfrm>
              <a:custGeom>
                <a:rect b="b" l="l" r="r" t="t"/>
                <a:pathLst>
                  <a:path extrusionOk="0" h="9413" w="12470">
                    <a:moveTo>
                      <a:pt x="10341" y="0"/>
                    </a:moveTo>
                    <a:lnTo>
                      <a:pt x="0" y="2308"/>
                    </a:lnTo>
                    <a:lnTo>
                      <a:pt x="1919" y="9412"/>
                    </a:lnTo>
                    <a:lnTo>
                      <a:pt x="12469" y="6984"/>
                    </a:lnTo>
                    <a:lnTo>
                      <a:pt x="10341" y="0"/>
                    </a:lnTo>
                    <a:close/>
                  </a:path>
                </a:pathLst>
              </a:custGeom>
              <a:solidFill>
                <a:srgbClr val="F8E8B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25"/>
              <p:cNvSpPr/>
              <p:nvPr/>
            </p:nvSpPr>
            <p:spPr>
              <a:xfrm>
                <a:off x="2732134" y="4412679"/>
                <a:ext cx="79151" cy="496756"/>
              </a:xfrm>
              <a:custGeom>
                <a:rect b="b" l="l" r="r" t="t"/>
                <a:pathLst>
                  <a:path extrusionOk="0" fill="none" h="26529" w="4227">
                    <a:moveTo>
                      <a:pt x="1" y="26528"/>
                    </a:moveTo>
                    <a:lnTo>
                      <a:pt x="4227" y="1"/>
                    </a:lnTo>
                  </a:path>
                </a:pathLst>
              </a:custGeom>
              <a:noFill/>
              <a:ln cap="rnd" cmpd="sng" w="12000">
                <a:solidFill>
                  <a:srgbClr val="244C4B"/>
                </a:solidFill>
                <a:prstDash val="solid"/>
                <a:miter lim="299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25"/>
              <p:cNvSpPr/>
              <p:nvPr/>
            </p:nvSpPr>
            <p:spPr>
              <a:xfrm>
                <a:off x="1265536" y="2516155"/>
                <a:ext cx="808808" cy="1936390"/>
              </a:xfrm>
              <a:custGeom>
                <a:rect b="b" l="l" r="r" t="t"/>
                <a:pathLst>
                  <a:path extrusionOk="0" h="103412" w="43194">
                    <a:moveTo>
                      <a:pt x="18285" y="1"/>
                    </a:moveTo>
                    <a:lnTo>
                      <a:pt x="3838" y="4017"/>
                    </a:lnTo>
                    <a:cubicBezTo>
                      <a:pt x="3838" y="4017"/>
                      <a:pt x="1" y="39057"/>
                      <a:pt x="5816" y="50567"/>
                    </a:cubicBezTo>
                    <a:cubicBezTo>
                      <a:pt x="12800" y="64505"/>
                      <a:pt x="21762" y="103412"/>
                      <a:pt x="21762" y="103412"/>
                    </a:cubicBezTo>
                    <a:lnTo>
                      <a:pt x="42504" y="93520"/>
                    </a:lnTo>
                    <a:cubicBezTo>
                      <a:pt x="43194" y="84198"/>
                      <a:pt x="33212" y="50328"/>
                      <a:pt x="33212" y="50328"/>
                    </a:cubicBezTo>
                    <a:lnTo>
                      <a:pt x="18285"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25"/>
              <p:cNvSpPr/>
              <p:nvPr/>
            </p:nvSpPr>
            <p:spPr>
              <a:xfrm>
                <a:off x="1912691" y="3658905"/>
                <a:ext cx="303102" cy="1416097"/>
              </a:xfrm>
              <a:custGeom>
                <a:rect b="b" l="l" r="r" t="t"/>
                <a:pathLst>
                  <a:path extrusionOk="0" fill="none" h="75626" w="16187">
                    <a:moveTo>
                      <a:pt x="10701" y="0"/>
                    </a:moveTo>
                    <a:lnTo>
                      <a:pt x="780" y="10641"/>
                    </a:lnTo>
                    <a:lnTo>
                      <a:pt x="7554" y="31204"/>
                    </a:lnTo>
                    <a:lnTo>
                      <a:pt x="0" y="38427"/>
                    </a:lnTo>
                    <a:cubicBezTo>
                      <a:pt x="0" y="38427"/>
                      <a:pt x="11930" y="67293"/>
                      <a:pt x="16186" y="75625"/>
                    </a:cubicBezTo>
                  </a:path>
                </a:pathLst>
              </a:custGeom>
              <a:noFill/>
              <a:ln cap="rnd" cmpd="sng" w="12000">
                <a:solidFill>
                  <a:schemeClr val="accent6"/>
                </a:solidFill>
                <a:prstDash val="solid"/>
                <a:miter lim="299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25"/>
              <p:cNvSpPr/>
              <p:nvPr/>
            </p:nvSpPr>
            <p:spPr>
              <a:xfrm>
                <a:off x="2673207" y="3886769"/>
                <a:ext cx="608993" cy="1294871"/>
              </a:xfrm>
              <a:custGeom>
                <a:rect b="b" l="l" r="r" t="t"/>
                <a:pathLst>
                  <a:path extrusionOk="0" h="69152" w="32523">
                    <a:moveTo>
                      <a:pt x="16576" y="1"/>
                    </a:moveTo>
                    <a:lnTo>
                      <a:pt x="0" y="12410"/>
                    </a:lnTo>
                    <a:cubicBezTo>
                      <a:pt x="0" y="12410"/>
                      <a:pt x="3148" y="39267"/>
                      <a:pt x="3178" y="54884"/>
                    </a:cubicBezTo>
                    <a:cubicBezTo>
                      <a:pt x="3178" y="58601"/>
                      <a:pt x="4796" y="63726"/>
                      <a:pt x="7074" y="69152"/>
                    </a:cubicBezTo>
                    <a:lnTo>
                      <a:pt x="32522" y="69152"/>
                    </a:lnTo>
                    <a:lnTo>
                      <a:pt x="27756" y="42744"/>
                    </a:lnTo>
                    <a:cubicBezTo>
                      <a:pt x="27756" y="42744"/>
                      <a:pt x="21402" y="8004"/>
                      <a:pt x="1657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25"/>
              <p:cNvSpPr/>
              <p:nvPr/>
            </p:nvSpPr>
            <p:spPr>
              <a:xfrm>
                <a:off x="1152737" y="4034753"/>
                <a:ext cx="560720" cy="737728"/>
              </a:xfrm>
              <a:custGeom>
                <a:rect b="b" l="l" r="r" t="t"/>
                <a:pathLst>
                  <a:path extrusionOk="0" h="39398" w="29945">
                    <a:moveTo>
                      <a:pt x="16643" y="1"/>
                    </a:moveTo>
                    <a:cubicBezTo>
                      <a:pt x="15116" y="1"/>
                      <a:pt x="13226" y="517"/>
                      <a:pt x="10911" y="1810"/>
                    </a:cubicBezTo>
                    <a:cubicBezTo>
                      <a:pt x="2848" y="2199"/>
                      <a:pt x="1319" y="9003"/>
                      <a:pt x="3417" y="16407"/>
                    </a:cubicBezTo>
                    <a:cubicBezTo>
                      <a:pt x="5216" y="22852"/>
                      <a:pt x="150" y="25789"/>
                      <a:pt x="90" y="30465"/>
                    </a:cubicBezTo>
                    <a:cubicBezTo>
                      <a:pt x="0" y="35141"/>
                      <a:pt x="4196" y="39397"/>
                      <a:pt x="4196" y="39397"/>
                    </a:cubicBezTo>
                    <a:lnTo>
                      <a:pt x="27906" y="25759"/>
                    </a:lnTo>
                    <a:cubicBezTo>
                      <a:pt x="27906" y="25759"/>
                      <a:pt x="29944" y="18445"/>
                      <a:pt x="28595" y="14758"/>
                    </a:cubicBezTo>
                    <a:cubicBezTo>
                      <a:pt x="27277" y="11102"/>
                      <a:pt x="23590" y="10862"/>
                      <a:pt x="22301" y="8764"/>
                    </a:cubicBezTo>
                    <a:cubicBezTo>
                      <a:pt x="20982" y="6665"/>
                      <a:pt x="22930" y="4897"/>
                      <a:pt x="20982" y="2169"/>
                    </a:cubicBezTo>
                    <a:cubicBezTo>
                      <a:pt x="20089" y="932"/>
                      <a:pt x="18693" y="1"/>
                      <a:pt x="16643"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25"/>
              <p:cNvSpPr/>
              <p:nvPr/>
            </p:nvSpPr>
            <p:spPr>
              <a:xfrm>
                <a:off x="1077518" y="4490538"/>
                <a:ext cx="843037" cy="657435"/>
              </a:xfrm>
              <a:custGeom>
                <a:rect b="b" l="l" r="r" t="t"/>
                <a:pathLst>
                  <a:path extrusionOk="0" h="35110" w="45022">
                    <a:moveTo>
                      <a:pt x="15512" y="1"/>
                    </a:moveTo>
                    <a:cubicBezTo>
                      <a:pt x="1366" y="1"/>
                      <a:pt x="1" y="2617"/>
                      <a:pt x="1" y="2617"/>
                    </a:cubicBezTo>
                    <a:lnTo>
                      <a:pt x="1829" y="35079"/>
                    </a:lnTo>
                    <a:lnTo>
                      <a:pt x="45022" y="35109"/>
                    </a:lnTo>
                    <a:cubicBezTo>
                      <a:pt x="45022" y="35109"/>
                      <a:pt x="43044" y="7803"/>
                      <a:pt x="37408" y="2947"/>
                    </a:cubicBezTo>
                    <a:cubicBezTo>
                      <a:pt x="34201" y="219"/>
                      <a:pt x="22661" y="189"/>
                      <a:pt x="22661" y="189"/>
                    </a:cubicBezTo>
                    <a:cubicBezTo>
                      <a:pt x="19974" y="58"/>
                      <a:pt x="17604" y="1"/>
                      <a:pt x="1551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25"/>
              <p:cNvSpPr/>
              <p:nvPr/>
            </p:nvSpPr>
            <p:spPr>
              <a:xfrm>
                <a:off x="1238048" y="4423914"/>
                <a:ext cx="418710" cy="336207"/>
              </a:xfrm>
              <a:custGeom>
                <a:rect b="b" l="l" r="r" t="t"/>
                <a:pathLst>
                  <a:path extrusionOk="0" h="17955" w="22361">
                    <a:moveTo>
                      <a:pt x="9442" y="0"/>
                    </a:moveTo>
                    <a:cubicBezTo>
                      <a:pt x="9442" y="0"/>
                      <a:pt x="4496" y="2728"/>
                      <a:pt x="2248" y="5066"/>
                    </a:cubicBezTo>
                    <a:cubicBezTo>
                      <a:pt x="0" y="7434"/>
                      <a:pt x="9442" y="10641"/>
                      <a:pt x="9442" y="10641"/>
                    </a:cubicBezTo>
                    <a:cubicBezTo>
                      <a:pt x="9442" y="10641"/>
                      <a:pt x="6445" y="12080"/>
                      <a:pt x="9442" y="13968"/>
                    </a:cubicBezTo>
                    <a:cubicBezTo>
                      <a:pt x="12439" y="15827"/>
                      <a:pt x="17145" y="15557"/>
                      <a:pt x="18494" y="17955"/>
                    </a:cubicBezTo>
                    <a:cubicBezTo>
                      <a:pt x="18494" y="17955"/>
                      <a:pt x="19933" y="15287"/>
                      <a:pt x="20862" y="13968"/>
                    </a:cubicBezTo>
                    <a:cubicBezTo>
                      <a:pt x="22211" y="12050"/>
                      <a:pt x="21162" y="10222"/>
                      <a:pt x="19483" y="9952"/>
                    </a:cubicBezTo>
                    <a:cubicBezTo>
                      <a:pt x="21552" y="7824"/>
                      <a:pt x="22361" y="5276"/>
                      <a:pt x="21162" y="4137"/>
                    </a:cubicBezTo>
                    <a:cubicBezTo>
                      <a:pt x="19993" y="2968"/>
                      <a:pt x="14118" y="1169"/>
                      <a:pt x="14118" y="1169"/>
                    </a:cubicBezTo>
                    <a:lnTo>
                      <a:pt x="944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25"/>
              <p:cNvSpPr/>
              <p:nvPr/>
            </p:nvSpPr>
            <p:spPr>
              <a:xfrm>
                <a:off x="1737013" y="4707355"/>
                <a:ext cx="34248" cy="440618"/>
              </a:xfrm>
              <a:custGeom>
                <a:rect b="b" l="l" r="r" t="t"/>
                <a:pathLst>
                  <a:path extrusionOk="0" fill="none" h="23531" w="1829">
                    <a:moveTo>
                      <a:pt x="0" y="0"/>
                    </a:moveTo>
                    <a:lnTo>
                      <a:pt x="1829" y="16306"/>
                    </a:lnTo>
                    <a:lnTo>
                      <a:pt x="450" y="23530"/>
                    </a:lnTo>
                  </a:path>
                </a:pathLst>
              </a:custGeom>
              <a:noFill/>
              <a:ln cap="flat" cmpd="sng" w="12750">
                <a:solidFill>
                  <a:schemeClr val="accent4"/>
                </a:solidFill>
                <a:prstDash val="solid"/>
                <a:miter lim="299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25"/>
              <p:cNvSpPr/>
              <p:nvPr/>
            </p:nvSpPr>
            <p:spPr>
              <a:xfrm>
                <a:off x="1499037" y="4722503"/>
                <a:ext cx="93176" cy="425469"/>
              </a:xfrm>
              <a:custGeom>
                <a:rect b="b" l="l" r="r" t="t"/>
                <a:pathLst>
                  <a:path extrusionOk="0" fill="none" h="22722" w="4976">
                    <a:moveTo>
                      <a:pt x="4197" y="1"/>
                    </a:moveTo>
                    <a:lnTo>
                      <a:pt x="4706" y="4617"/>
                    </a:lnTo>
                    <a:cubicBezTo>
                      <a:pt x="4976" y="6865"/>
                      <a:pt x="4676" y="9173"/>
                      <a:pt x="3867" y="11301"/>
                    </a:cubicBezTo>
                    <a:lnTo>
                      <a:pt x="0" y="22721"/>
                    </a:lnTo>
                  </a:path>
                </a:pathLst>
              </a:custGeom>
              <a:solidFill>
                <a:schemeClr val="accent4"/>
              </a:solidFill>
              <a:ln cap="flat" cmpd="sng" w="12750">
                <a:solidFill>
                  <a:schemeClr val="accent4"/>
                </a:solidFill>
                <a:prstDash val="solid"/>
                <a:miter lim="299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25"/>
              <p:cNvSpPr/>
              <p:nvPr/>
            </p:nvSpPr>
            <p:spPr>
              <a:xfrm>
                <a:off x="1306544" y="4158993"/>
                <a:ext cx="279508" cy="530423"/>
              </a:xfrm>
              <a:custGeom>
                <a:rect b="b" l="l" r="r" t="t"/>
                <a:pathLst>
                  <a:path extrusionOk="0" h="28327" w="14927">
                    <a:moveTo>
                      <a:pt x="4046" y="0"/>
                    </a:moveTo>
                    <a:cubicBezTo>
                      <a:pt x="4046" y="1"/>
                      <a:pt x="4795" y="3508"/>
                      <a:pt x="3176" y="6265"/>
                    </a:cubicBezTo>
                    <a:cubicBezTo>
                      <a:pt x="3176" y="6265"/>
                      <a:pt x="2551" y="5803"/>
                      <a:pt x="1850" y="5803"/>
                    </a:cubicBezTo>
                    <a:cubicBezTo>
                      <a:pt x="1510" y="5803"/>
                      <a:pt x="1152" y="5912"/>
                      <a:pt x="838" y="6235"/>
                    </a:cubicBezTo>
                    <a:cubicBezTo>
                      <a:pt x="0" y="7073"/>
                      <a:pt x="797" y="9459"/>
                      <a:pt x="2627" y="9459"/>
                    </a:cubicBezTo>
                    <a:cubicBezTo>
                      <a:pt x="2957" y="9459"/>
                      <a:pt x="3322" y="9381"/>
                      <a:pt x="3716" y="9203"/>
                    </a:cubicBezTo>
                    <a:lnTo>
                      <a:pt x="4465" y="18075"/>
                    </a:lnTo>
                    <a:cubicBezTo>
                      <a:pt x="4465" y="18075"/>
                      <a:pt x="8931" y="26018"/>
                      <a:pt x="13577" y="28326"/>
                    </a:cubicBezTo>
                    <a:cubicBezTo>
                      <a:pt x="13577" y="28326"/>
                      <a:pt x="14926" y="18614"/>
                      <a:pt x="11899" y="16906"/>
                    </a:cubicBezTo>
                    <a:lnTo>
                      <a:pt x="11749" y="10312"/>
                    </a:lnTo>
                    <a:cubicBezTo>
                      <a:pt x="11749" y="10312"/>
                      <a:pt x="13248" y="9412"/>
                      <a:pt x="13308" y="7764"/>
                    </a:cubicBezTo>
                    <a:cubicBezTo>
                      <a:pt x="13368" y="6085"/>
                      <a:pt x="11659" y="4407"/>
                      <a:pt x="11299" y="2998"/>
                    </a:cubicBezTo>
                    <a:cubicBezTo>
                      <a:pt x="10940" y="1559"/>
                      <a:pt x="10580" y="270"/>
                      <a:pt x="10580" y="270"/>
                    </a:cubicBezTo>
                    <a:cubicBezTo>
                      <a:pt x="10580" y="270"/>
                      <a:pt x="9264" y="1075"/>
                      <a:pt x="7455" y="1075"/>
                    </a:cubicBezTo>
                    <a:cubicBezTo>
                      <a:pt x="6427" y="1075"/>
                      <a:pt x="5240" y="815"/>
                      <a:pt x="4046" y="0"/>
                    </a:cubicBezTo>
                    <a:close/>
                  </a:path>
                </a:pathLst>
              </a:custGeom>
              <a:solidFill>
                <a:srgbClr val="CE79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25"/>
              <p:cNvSpPr/>
              <p:nvPr/>
            </p:nvSpPr>
            <p:spPr>
              <a:xfrm>
                <a:off x="1418201" y="4352067"/>
                <a:ext cx="109466" cy="47524"/>
              </a:xfrm>
              <a:custGeom>
                <a:rect b="b" l="l" r="r" t="t"/>
                <a:pathLst>
                  <a:path extrusionOk="0" h="2538" w="5846">
                    <a:moveTo>
                      <a:pt x="5786" y="1"/>
                    </a:moveTo>
                    <a:cubicBezTo>
                      <a:pt x="4713" y="748"/>
                      <a:pt x="3402" y="1055"/>
                      <a:pt x="2264" y="1055"/>
                    </a:cubicBezTo>
                    <a:cubicBezTo>
                      <a:pt x="1304" y="1055"/>
                      <a:pt x="467" y="837"/>
                      <a:pt x="1" y="480"/>
                    </a:cubicBezTo>
                    <a:lnTo>
                      <a:pt x="1" y="480"/>
                    </a:lnTo>
                    <a:cubicBezTo>
                      <a:pt x="989" y="1855"/>
                      <a:pt x="2239" y="2537"/>
                      <a:pt x="3818" y="2537"/>
                    </a:cubicBezTo>
                    <a:cubicBezTo>
                      <a:pt x="4441" y="2537"/>
                      <a:pt x="5116" y="2431"/>
                      <a:pt x="5846" y="2219"/>
                    </a:cubicBezTo>
                    <a:lnTo>
                      <a:pt x="5786" y="1"/>
                    </a:lnTo>
                    <a:close/>
                  </a:path>
                </a:pathLst>
              </a:custGeom>
              <a:solidFill>
                <a:srgbClr val="A73C3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25"/>
              <p:cNvSpPr/>
              <p:nvPr/>
            </p:nvSpPr>
            <p:spPr>
              <a:xfrm>
                <a:off x="554979" y="4539541"/>
                <a:ext cx="654457" cy="608431"/>
              </a:xfrm>
              <a:custGeom>
                <a:rect b="b" l="l" r="r" t="t"/>
                <a:pathLst>
                  <a:path extrusionOk="0" h="32493" w="34951">
                    <a:moveTo>
                      <a:pt x="27907" y="0"/>
                    </a:moveTo>
                    <a:cubicBezTo>
                      <a:pt x="23830" y="4286"/>
                      <a:pt x="8333" y="18404"/>
                      <a:pt x="1" y="32492"/>
                    </a:cubicBezTo>
                    <a:lnTo>
                      <a:pt x="22421" y="32492"/>
                    </a:lnTo>
                    <a:lnTo>
                      <a:pt x="34950" y="12979"/>
                    </a:lnTo>
                    <a:cubicBezTo>
                      <a:pt x="34950" y="12979"/>
                      <a:pt x="33871" y="2878"/>
                      <a:pt x="279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25"/>
              <p:cNvSpPr/>
              <p:nvPr/>
            </p:nvSpPr>
            <p:spPr>
              <a:xfrm>
                <a:off x="2990876" y="4050351"/>
                <a:ext cx="343154" cy="313662"/>
              </a:xfrm>
              <a:custGeom>
                <a:rect b="b" l="l" r="r" t="t"/>
                <a:pathLst>
                  <a:path extrusionOk="0" h="16751" w="18326">
                    <a:moveTo>
                      <a:pt x="8504" y="0"/>
                    </a:moveTo>
                    <a:cubicBezTo>
                      <a:pt x="7225" y="0"/>
                      <a:pt x="5863" y="348"/>
                      <a:pt x="4527" y="1156"/>
                    </a:cubicBezTo>
                    <a:cubicBezTo>
                      <a:pt x="1" y="3884"/>
                      <a:pt x="5906" y="7751"/>
                      <a:pt x="5906" y="7751"/>
                    </a:cubicBezTo>
                    <a:cubicBezTo>
                      <a:pt x="5906" y="7751"/>
                      <a:pt x="8513" y="16473"/>
                      <a:pt x="12470" y="16743"/>
                    </a:cubicBezTo>
                    <a:cubicBezTo>
                      <a:pt x="12546" y="16748"/>
                      <a:pt x="12621" y="16751"/>
                      <a:pt x="12696" y="16751"/>
                    </a:cubicBezTo>
                    <a:cubicBezTo>
                      <a:pt x="16483" y="16751"/>
                      <a:pt x="17900" y="10112"/>
                      <a:pt x="18165" y="6732"/>
                    </a:cubicBezTo>
                    <a:cubicBezTo>
                      <a:pt x="18326" y="4678"/>
                      <a:pt x="17103" y="4263"/>
                      <a:pt x="16088" y="4263"/>
                    </a:cubicBezTo>
                    <a:cubicBezTo>
                      <a:pt x="15400" y="4263"/>
                      <a:pt x="14808" y="4454"/>
                      <a:pt x="14808" y="4454"/>
                    </a:cubicBezTo>
                    <a:cubicBezTo>
                      <a:pt x="14194" y="2017"/>
                      <a:pt x="11588" y="0"/>
                      <a:pt x="850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25"/>
              <p:cNvSpPr/>
              <p:nvPr/>
            </p:nvSpPr>
            <p:spPr>
              <a:xfrm>
                <a:off x="2691726" y="4490538"/>
                <a:ext cx="843037" cy="657435"/>
              </a:xfrm>
              <a:custGeom>
                <a:rect b="b" l="l" r="r" t="t"/>
                <a:pathLst>
                  <a:path extrusionOk="0" h="35110" w="45022">
                    <a:moveTo>
                      <a:pt x="29510" y="1"/>
                    </a:moveTo>
                    <a:cubicBezTo>
                      <a:pt x="27419" y="1"/>
                      <a:pt x="25048" y="58"/>
                      <a:pt x="22361" y="189"/>
                    </a:cubicBezTo>
                    <a:cubicBezTo>
                      <a:pt x="22361" y="189"/>
                      <a:pt x="10791" y="219"/>
                      <a:pt x="7614" y="2947"/>
                    </a:cubicBezTo>
                    <a:cubicBezTo>
                      <a:pt x="1949" y="7803"/>
                      <a:pt x="0" y="35109"/>
                      <a:pt x="0" y="35109"/>
                    </a:cubicBezTo>
                    <a:lnTo>
                      <a:pt x="43193" y="35079"/>
                    </a:lnTo>
                    <a:lnTo>
                      <a:pt x="45022" y="2617"/>
                    </a:lnTo>
                    <a:cubicBezTo>
                      <a:pt x="45022" y="2617"/>
                      <a:pt x="43657" y="1"/>
                      <a:pt x="2951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25"/>
              <p:cNvSpPr/>
              <p:nvPr/>
            </p:nvSpPr>
            <p:spPr>
              <a:xfrm>
                <a:off x="2866842" y="4707355"/>
                <a:ext cx="8426" cy="440618"/>
              </a:xfrm>
              <a:custGeom>
                <a:rect b="b" l="l" r="r" t="t"/>
                <a:pathLst>
                  <a:path extrusionOk="0" fill="none" h="23531" w="450">
                    <a:moveTo>
                      <a:pt x="450" y="0"/>
                    </a:moveTo>
                    <a:lnTo>
                      <a:pt x="180" y="17206"/>
                    </a:lnTo>
                    <a:lnTo>
                      <a:pt x="0" y="23530"/>
                    </a:lnTo>
                  </a:path>
                </a:pathLst>
              </a:custGeom>
              <a:noFill/>
              <a:ln cap="flat" cmpd="sng" w="12750">
                <a:solidFill>
                  <a:schemeClr val="accent6"/>
                </a:solidFill>
                <a:prstDash val="solid"/>
                <a:miter lim="299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25"/>
              <p:cNvSpPr/>
              <p:nvPr/>
            </p:nvSpPr>
            <p:spPr>
              <a:xfrm>
                <a:off x="3043438" y="4158993"/>
                <a:ext cx="261832" cy="456328"/>
              </a:xfrm>
              <a:custGeom>
                <a:rect b="b" l="l" r="r" t="t"/>
                <a:pathLst>
                  <a:path extrusionOk="0" h="24370" w="13983">
                    <a:moveTo>
                      <a:pt x="9933" y="0"/>
                    </a:moveTo>
                    <a:cubicBezTo>
                      <a:pt x="8738" y="815"/>
                      <a:pt x="7555" y="1075"/>
                      <a:pt x="6532" y="1075"/>
                    </a:cubicBezTo>
                    <a:cubicBezTo>
                      <a:pt x="4732" y="1075"/>
                      <a:pt x="3428" y="270"/>
                      <a:pt x="3428" y="270"/>
                    </a:cubicBezTo>
                    <a:cubicBezTo>
                      <a:pt x="3428" y="270"/>
                      <a:pt x="3069" y="1529"/>
                      <a:pt x="2709" y="2968"/>
                    </a:cubicBezTo>
                    <a:cubicBezTo>
                      <a:pt x="2349" y="4407"/>
                      <a:pt x="641" y="6085"/>
                      <a:pt x="701" y="7734"/>
                    </a:cubicBezTo>
                    <a:cubicBezTo>
                      <a:pt x="761" y="9412"/>
                      <a:pt x="2259" y="10312"/>
                      <a:pt x="2259" y="10312"/>
                    </a:cubicBezTo>
                    <a:lnTo>
                      <a:pt x="2109" y="16906"/>
                    </a:lnTo>
                    <a:cubicBezTo>
                      <a:pt x="1120" y="17475"/>
                      <a:pt x="581" y="18914"/>
                      <a:pt x="341" y="20593"/>
                    </a:cubicBezTo>
                    <a:cubicBezTo>
                      <a:pt x="0" y="22816"/>
                      <a:pt x="1774" y="24370"/>
                      <a:pt x="3614" y="24370"/>
                    </a:cubicBezTo>
                    <a:cubicBezTo>
                      <a:pt x="4529" y="24370"/>
                      <a:pt x="5460" y="23986"/>
                      <a:pt x="6156" y="23111"/>
                    </a:cubicBezTo>
                    <a:cubicBezTo>
                      <a:pt x="7385" y="21492"/>
                      <a:pt x="8494" y="19843"/>
                      <a:pt x="9513" y="18075"/>
                    </a:cubicBezTo>
                    <a:lnTo>
                      <a:pt x="10262" y="9203"/>
                    </a:lnTo>
                    <a:cubicBezTo>
                      <a:pt x="10657" y="9381"/>
                      <a:pt x="11021" y="9459"/>
                      <a:pt x="11351" y="9459"/>
                    </a:cubicBezTo>
                    <a:cubicBezTo>
                      <a:pt x="13182" y="9459"/>
                      <a:pt x="13982" y="7073"/>
                      <a:pt x="13170" y="6235"/>
                    </a:cubicBezTo>
                    <a:cubicBezTo>
                      <a:pt x="12847" y="5912"/>
                      <a:pt x="12485" y="5803"/>
                      <a:pt x="12145" y="5803"/>
                    </a:cubicBezTo>
                    <a:cubicBezTo>
                      <a:pt x="11443" y="5803"/>
                      <a:pt x="10832" y="6265"/>
                      <a:pt x="10832" y="6265"/>
                    </a:cubicBezTo>
                    <a:cubicBezTo>
                      <a:pt x="9183" y="3508"/>
                      <a:pt x="9933" y="1"/>
                      <a:pt x="9933" y="0"/>
                    </a:cubicBezTo>
                    <a:close/>
                  </a:path>
                </a:pathLst>
              </a:custGeom>
              <a:solidFill>
                <a:srgbClr val="CE79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25"/>
              <p:cNvSpPr/>
              <p:nvPr/>
            </p:nvSpPr>
            <p:spPr>
              <a:xfrm>
                <a:off x="3084614" y="4352067"/>
                <a:ext cx="108905" cy="47524"/>
              </a:xfrm>
              <a:custGeom>
                <a:rect b="b" l="l" r="r" t="t"/>
                <a:pathLst>
                  <a:path extrusionOk="0" h="2538" w="5816">
                    <a:moveTo>
                      <a:pt x="60" y="1"/>
                    </a:moveTo>
                    <a:lnTo>
                      <a:pt x="0" y="2219"/>
                    </a:lnTo>
                    <a:cubicBezTo>
                      <a:pt x="722" y="2431"/>
                      <a:pt x="1393" y="2537"/>
                      <a:pt x="2015" y="2537"/>
                    </a:cubicBezTo>
                    <a:cubicBezTo>
                      <a:pt x="3589" y="2537"/>
                      <a:pt x="4848" y="1855"/>
                      <a:pt x="5815" y="480"/>
                    </a:cubicBezTo>
                    <a:lnTo>
                      <a:pt x="5815" y="480"/>
                    </a:lnTo>
                    <a:cubicBezTo>
                      <a:pt x="5363" y="837"/>
                      <a:pt x="4533" y="1055"/>
                      <a:pt x="3577" y="1055"/>
                    </a:cubicBezTo>
                    <a:cubicBezTo>
                      <a:pt x="2444" y="1055"/>
                      <a:pt x="1133" y="748"/>
                      <a:pt x="60" y="1"/>
                    </a:cubicBezTo>
                    <a:close/>
                  </a:path>
                </a:pathLst>
              </a:custGeom>
              <a:solidFill>
                <a:srgbClr val="A73C3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25"/>
              <p:cNvSpPr/>
              <p:nvPr/>
            </p:nvSpPr>
            <p:spPr>
              <a:xfrm>
                <a:off x="3402845" y="4539541"/>
                <a:ext cx="264940" cy="608431"/>
              </a:xfrm>
              <a:custGeom>
                <a:rect b="b" l="l" r="r" t="t"/>
                <a:pathLst>
                  <a:path extrusionOk="0" h="32493" w="14149">
                    <a:moveTo>
                      <a:pt x="7045" y="0"/>
                    </a:moveTo>
                    <a:cubicBezTo>
                      <a:pt x="1050" y="2878"/>
                      <a:pt x="1" y="12979"/>
                      <a:pt x="1" y="12979"/>
                    </a:cubicBezTo>
                    <a:lnTo>
                      <a:pt x="300" y="32492"/>
                    </a:lnTo>
                    <a:lnTo>
                      <a:pt x="14149" y="32492"/>
                    </a:lnTo>
                    <a:cubicBezTo>
                      <a:pt x="13159" y="11210"/>
                      <a:pt x="11121" y="4286"/>
                      <a:pt x="704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25"/>
              <p:cNvSpPr/>
              <p:nvPr/>
            </p:nvSpPr>
            <p:spPr>
              <a:xfrm>
                <a:off x="3398351" y="4707355"/>
                <a:ext cx="8445" cy="440618"/>
              </a:xfrm>
              <a:custGeom>
                <a:rect b="b" l="l" r="r" t="t"/>
                <a:pathLst>
                  <a:path extrusionOk="0" fill="none" h="23531" w="451">
                    <a:moveTo>
                      <a:pt x="451" y="0"/>
                    </a:moveTo>
                    <a:lnTo>
                      <a:pt x="181" y="17206"/>
                    </a:lnTo>
                    <a:lnTo>
                      <a:pt x="1" y="23530"/>
                    </a:lnTo>
                  </a:path>
                </a:pathLst>
              </a:custGeom>
              <a:noFill/>
              <a:ln cap="flat" cmpd="sng" w="12750">
                <a:solidFill>
                  <a:schemeClr val="accent6"/>
                </a:solidFill>
                <a:prstDash val="solid"/>
                <a:miter lim="299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6" name="Google Shape;626;p25"/>
            <p:cNvGrpSpPr/>
            <p:nvPr/>
          </p:nvGrpSpPr>
          <p:grpSpPr>
            <a:xfrm flipH="1" rot="869406">
              <a:off x="2060804" y="3195341"/>
              <a:ext cx="177358" cy="180543"/>
              <a:chOff x="3547450" y="1464240"/>
              <a:chExt cx="245450" cy="249824"/>
            </a:xfrm>
          </p:grpSpPr>
          <p:sp>
            <p:nvSpPr>
              <p:cNvPr id="627" name="Google Shape;627;p25"/>
              <p:cNvSpPr/>
              <p:nvPr/>
            </p:nvSpPr>
            <p:spPr>
              <a:xfrm>
                <a:off x="3647595" y="1662389"/>
                <a:ext cx="145150" cy="26600"/>
              </a:xfrm>
              <a:custGeom>
                <a:rect b="b" l="l" r="r" t="t"/>
                <a:pathLst>
                  <a:path extrusionOk="0" h="1064" w="5806">
                    <a:moveTo>
                      <a:pt x="152" y="0"/>
                    </a:moveTo>
                    <a:lnTo>
                      <a:pt x="0" y="334"/>
                    </a:lnTo>
                    <a:cubicBezTo>
                      <a:pt x="912" y="790"/>
                      <a:pt x="1915" y="1034"/>
                      <a:pt x="2948" y="1064"/>
                    </a:cubicBezTo>
                    <a:cubicBezTo>
                      <a:pt x="3952" y="1034"/>
                      <a:pt x="4924" y="790"/>
                      <a:pt x="5806" y="334"/>
                    </a:cubicBezTo>
                    <a:lnTo>
                      <a:pt x="5654" y="0"/>
                    </a:lnTo>
                    <a:cubicBezTo>
                      <a:pt x="4757" y="456"/>
                      <a:pt x="3860" y="684"/>
                      <a:pt x="2948" y="684"/>
                    </a:cubicBezTo>
                    <a:cubicBezTo>
                      <a:pt x="2037" y="684"/>
                      <a:pt x="1110" y="456"/>
                      <a:pt x="152"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25"/>
              <p:cNvSpPr/>
              <p:nvPr/>
            </p:nvSpPr>
            <p:spPr>
              <a:xfrm>
                <a:off x="3685570" y="1697339"/>
                <a:ext cx="68425" cy="16725"/>
              </a:xfrm>
              <a:custGeom>
                <a:rect b="b" l="l" r="r" t="t"/>
                <a:pathLst>
                  <a:path extrusionOk="0" h="669" w="2737">
                    <a:moveTo>
                      <a:pt x="183" y="0"/>
                    </a:moveTo>
                    <a:lnTo>
                      <a:pt x="1" y="335"/>
                    </a:lnTo>
                    <a:cubicBezTo>
                      <a:pt x="426" y="547"/>
                      <a:pt x="913" y="669"/>
                      <a:pt x="1399" y="669"/>
                    </a:cubicBezTo>
                    <a:cubicBezTo>
                      <a:pt x="1855" y="669"/>
                      <a:pt x="2311" y="547"/>
                      <a:pt x="2736" y="335"/>
                    </a:cubicBezTo>
                    <a:lnTo>
                      <a:pt x="2554" y="0"/>
                    </a:lnTo>
                    <a:cubicBezTo>
                      <a:pt x="2189" y="198"/>
                      <a:pt x="1779" y="297"/>
                      <a:pt x="1369" y="297"/>
                    </a:cubicBezTo>
                    <a:cubicBezTo>
                      <a:pt x="958" y="297"/>
                      <a:pt x="548" y="198"/>
                      <a:pt x="18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25"/>
              <p:cNvSpPr/>
              <p:nvPr/>
            </p:nvSpPr>
            <p:spPr>
              <a:xfrm>
                <a:off x="3683483" y="1504100"/>
                <a:ext cx="48650" cy="129488"/>
              </a:xfrm>
              <a:custGeom>
                <a:rect b="b" l="l" r="r" t="t"/>
                <a:pathLst>
                  <a:path extrusionOk="0" h="3923" w="1946">
                    <a:moveTo>
                      <a:pt x="182" y="1"/>
                    </a:moveTo>
                    <a:lnTo>
                      <a:pt x="182" y="1"/>
                    </a:lnTo>
                    <a:cubicBezTo>
                      <a:pt x="0" y="670"/>
                      <a:pt x="638" y="1521"/>
                      <a:pt x="1125" y="2189"/>
                    </a:cubicBezTo>
                    <a:cubicBezTo>
                      <a:pt x="1277" y="2372"/>
                      <a:pt x="1429" y="2585"/>
                      <a:pt x="1550" y="2828"/>
                    </a:cubicBezTo>
                    <a:cubicBezTo>
                      <a:pt x="1520" y="2949"/>
                      <a:pt x="912" y="3314"/>
                      <a:pt x="274" y="3588"/>
                    </a:cubicBezTo>
                    <a:lnTo>
                      <a:pt x="426" y="3922"/>
                    </a:lnTo>
                    <a:cubicBezTo>
                      <a:pt x="973" y="3709"/>
                      <a:pt x="1885" y="3253"/>
                      <a:pt x="1945" y="2828"/>
                    </a:cubicBezTo>
                    <a:cubicBezTo>
                      <a:pt x="1945" y="2645"/>
                      <a:pt x="1793" y="2433"/>
                      <a:pt x="1429" y="1977"/>
                    </a:cubicBezTo>
                    <a:cubicBezTo>
                      <a:pt x="1034" y="1430"/>
                      <a:pt x="426" y="578"/>
                      <a:pt x="547" y="92"/>
                    </a:cubicBezTo>
                    <a:lnTo>
                      <a:pt x="182"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25"/>
              <p:cNvSpPr/>
              <p:nvPr/>
            </p:nvSpPr>
            <p:spPr>
              <a:xfrm>
                <a:off x="3589250" y="1525400"/>
                <a:ext cx="28900" cy="28900"/>
              </a:xfrm>
              <a:custGeom>
                <a:rect b="b" l="l" r="r" t="t"/>
                <a:pathLst>
                  <a:path extrusionOk="0" h="1156" w="1156">
                    <a:moveTo>
                      <a:pt x="578" y="0"/>
                    </a:moveTo>
                    <a:cubicBezTo>
                      <a:pt x="274" y="0"/>
                      <a:pt x="0" y="243"/>
                      <a:pt x="0" y="578"/>
                    </a:cubicBezTo>
                    <a:cubicBezTo>
                      <a:pt x="0" y="882"/>
                      <a:pt x="274" y="1155"/>
                      <a:pt x="578" y="1155"/>
                    </a:cubicBezTo>
                    <a:cubicBezTo>
                      <a:pt x="912" y="1155"/>
                      <a:pt x="1155" y="882"/>
                      <a:pt x="1155" y="578"/>
                    </a:cubicBezTo>
                    <a:cubicBezTo>
                      <a:pt x="1155" y="243"/>
                      <a:pt x="912" y="0"/>
                      <a:pt x="578"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25"/>
              <p:cNvSpPr/>
              <p:nvPr/>
            </p:nvSpPr>
            <p:spPr>
              <a:xfrm>
                <a:off x="3567950" y="1516850"/>
                <a:ext cx="70700" cy="13125"/>
              </a:xfrm>
              <a:custGeom>
                <a:rect b="b" l="l" r="r" t="t"/>
                <a:pathLst>
                  <a:path extrusionOk="0" h="525" w="2828">
                    <a:moveTo>
                      <a:pt x="1426" y="0"/>
                    </a:moveTo>
                    <a:cubicBezTo>
                      <a:pt x="951" y="0"/>
                      <a:pt x="472" y="53"/>
                      <a:pt x="1" y="160"/>
                    </a:cubicBezTo>
                    <a:lnTo>
                      <a:pt x="92" y="524"/>
                    </a:lnTo>
                    <a:cubicBezTo>
                      <a:pt x="518" y="418"/>
                      <a:pt x="958" y="365"/>
                      <a:pt x="1403" y="365"/>
                    </a:cubicBezTo>
                    <a:cubicBezTo>
                      <a:pt x="1848" y="365"/>
                      <a:pt x="2296" y="418"/>
                      <a:pt x="2737" y="524"/>
                    </a:cubicBezTo>
                    <a:lnTo>
                      <a:pt x="2828" y="160"/>
                    </a:lnTo>
                    <a:cubicBezTo>
                      <a:pt x="2372" y="53"/>
                      <a:pt x="1901" y="0"/>
                      <a:pt x="142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25"/>
              <p:cNvSpPr/>
              <p:nvPr/>
            </p:nvSpPr>
            <p:spPr>
              <a:xfrm>
                <a:off x="3755953" y="1522927"/>
                <a:ext cx="28900" cy="28900"/>
              </a:xfrm>
              <a:custGeom>
                <a:rect b="b" l="l" r="r" t="t"/>
                <a:pathLst>
                  <a:path extrusionOk="0" h="1156" w="1156">
                    <a:moveTo>
                      <a:pt x="578" y="0"/>
                    </a:moveTo>
                    <a:cubicBezTo>
                      <a:pt x="244" y="0"/>
                      <a:pt x="1" y="243"/>
                      <a:pt x="1" y="578"/>
                    </a:cubicBezTo>
                    <a:cubicBezTo>
                      <a:pt x="1" y="882"/>
                      <a:pt x="244" y="1155"/>
                      <a:pt x="578" y="1155"/>
                    </a:cubicBezTo>
                    <a:cubicBezTo>
                      <a:pt x="882" y="1155"/>
                      <a:pt x="1156" y="882"/>
                      <a:pt x="1156" y="578"/>
                    </a:cubicBezTo>
                    <a:cubicBezTo>
                      <a:pt x="1156" y="243"/>
                      <a:pt x="882" y="0"/>
                      <a:pt x="578"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25"/>
              <p:cNvSpPr/>
              <p:nvPr/>
            </p:nvSpPr>
            <p:spPr>
              <a:xfrm rot="-1101">
                <a:off x="3744254" y="1516855"/>
                <a:ext cx="44138" cy="13132"/>
              </a:xfrm>
              <a:custGeom>
                <a:rect b="b" l="l" r="r" t="t"/>
                <a:pathLst>
                  <a:path extrusionOk="0" h="525" w="2828">
                    <a:moveTo>
                      <a:pt x="1403" y="0"/>
                    </a:moveTo>
                    <a:cubicBezTo>
                      <a:pt x="928" y="0"/>
                      <a:pt x="457" y="53"/>
                      <a:pt x="1" y="160"/>
                    </a:cubicBezTo>
                    <a:lnTo>
                      <a:pt x="62" y="524"/>
                    </a:lnTo>
                    <a:cubicBezTo>
                      <a:pt x="502" y="418"/>
                      <a:pt x="951" y="365"/>
                      <a:pt x="1399" y="365"/>
                    </a:cubicBezTo>
                    <a:cubicBezTo>
                      <a:pt x="1847" y="365"/>
                      <a:pt x="2296" y="418"/>
                      <a:pt x="2736" y="524"/>
                    </a:cubicBezTo>
                    <a:lnTo>
                      <a:pt x="2828" y="160"/>
                    </a:lnTo>
                    <a:cubicBezTo>
                      <a:pt x="2356" y="53"/>
                      <a:pt x="1878" y="0"/>
                      <a:pt x="14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25"/>
              <p:cNvSpPr/>
              <p:nvPr/>
            </p:nvSpPr>
            <p:spPr>
              <a:xfrm>
                <a:off x="3547450" y="1464250"/>
                <a:ext cx="114000" cy="29075"/>
              </a:xfrm>
              <a:custGeom>
                <a:rect b="b" l="l" r="r" t="t"/>
                <a:pathLst>
                  <a:path extrusionOk="0" h="1163" w="4560">
                    <a:moveTo>
                      <a:pt x="1623" y="0"/>
                    </a:moveTo>
                    <a:cubicBezTo>
                      <a:pt x="1484" y="0"/>
                      <a:pt x="1365" y="14"/>
                      <a:pt x="1277" y="45"/>
                    </a:cubicBezTo>
                    <a:cubicBezTo>
                      <a:pt x="547" y="318"/>
                      <a:pt x="0" y="835"/>
                      <a:pt x="122" y="1048"/>
                    </a:cubicBezTo>
                    <a:cubicBezTo>
                      <a:pt x="172" y="1124"/>
                      <a:pt x="871" y="1163"/>
                      <a:pt x="1686" y="1163"/>
                    </a:cubicBezTo>
                    <a:cubicBezTo>
                      <a:pt x="2830" y="1163"/>
                      <a:pt x="4205" y="1086"/>
                      <a:pt x="4347" y="926"/>
                    </a:cubicBezTo>
                    <a:cubicBezTo>
                      <a:pt x="4559" y="661"/>
                      <a:pt x="2590" y="0"/>
                      <a:pt x="162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25"/>
              <p:cNvSpPr/>
              <p:nvPr/>
            </p:nvSpPr>
            <p:spPr>
              <a:xfrm rot="545">
                <a:off x="3721477" y="1464246"/>
                <a:ext cx="71422" cy="29069"/>
              </a:xfrm>
              <a:custGeom>
                <a:rect b="b" l="l" r="r" t="t"/>
                <a:pathLst>
                  <a:path extrusionOk="0" h="1163" w="4529">
                    <a:moveTo>
                      <a:pt x="2936" y="0"/>
                    </a:moveTo>
                    <a:cubicBezTo>
                      <a:pt x="1970" y="0"/>
                      <a:pt x="0" y="661"/>
                      <a:pt x="213" y="926"/>
                    </a:cubicBezTo>
                    <a:cubicBezTo>
                      <a:pt x="355" y="1086"/>
                      <a:pt x="1729" y="1163"/>
                      <a:pt x="2873" y="1163"/>
                    </a:cubicBezTo>
                    <a:cubicBezTo>
                      <a:pt x="3689" y="1163"/>
                      <a:pt x="4387" y="1124"/>
                      <a:pt x="4438" y="1048"/>
                    </a:cubicBezTo>
                    <a:cubicBezTo>
                      <a:pt x="4529" y="835"/>
                      <a:pt x="4012" y="318"/>
                      <a:pt x="3283" y="45"/>
                    </a:cubicBezTo>
                    <a:cubicBezTo>
                      <a:pt x="3194" y="14"/>
                      <a:pt x="3076" y="0"/>
                      <a:pt x="293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6" name="Google Shape;636;p25"/>
            <p:cNvGrpSpPr/>
            <p:nvPr/>
          </p:nvGrpSpPr>
          <p:grpSpPr>
            <a:xfrm rot="1671084">
              <a:off x="2306729" y="3315333"/>
              <a:ext cx="33451" cy="53977"/>
              <a:chOff x="678050" y="2662775"/>
              <a:chExt cx="33450" cy="53975"/>
            </a:xfrm>
          </p:grpSpPr>
          <p:sp>
            <p:nvSpPr>
              <p:cNvPr id="637" name="Google Shape;637;p25"/>
              <p:cNvSpPr/>
              <p:nvPr/>
            </p:nvSpPr>
            <p:spPr>
              <a:xfrm>
                <a:off x="685650" y="2662775"/>
                <a:ext cx="25850" cy="53975"/>
              </a:xfrm>
              <a:custGeom>
                <a:rect b="b" l="l" r="r" t="t"/>
                <a:pathLst>
                  <a:path extrusionOk="0" h="2159" w="1034">
                    <a:moveTo>
                      <a:pt x="61" y="0"/>
                    </a:moveTo>
                    <a:lnTo>
                      <a:pt x="0" y="395"/>
                    </a:lnTo>
                    <a:cubicBezTo>
                      <a:pt x="213" y="426"/>
                      <a:pt x="365" y="547"/>
                      <a:pt x="487" y="699"/>
                    </a:cubicBezTo>
                    <a:cubicBezTo>
                      <a:pt x="639" y="1003"/>
                      <a:pt x="639" y="1459"/>
                      <a:pt x="426" y="2037"/>
                    </a:cubicBezTo>
                    <a:lnTo>
                      <a:pt x="791" y="2158"/>
                    </a:lnTo>
                    <a:cubicBezTo>
                      <a:pt x="1034" y="1459"/>
                      <a:pt x="1034" y="882"/>
                      <a:pt x="791" y="487"/>
                    </a:cubicBezTo>
                    <a:cubicBezTo>
                      <a:pt x="639" y="243"/>
                      <a:pt x="365" y="61"/>
                      <a:pt x="6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25"/>
              <p:cNvSpPr/>
              <p:nvPr/>
            </p:nvSpPr>
            <p:spPr>
              <a:xfrm>
                <a:off x="678050" y="2689375"/>
                <a:ext cx="28150" cy="23575"/>
              </a:xfrm>
              <a:custGeom>
                <a:rect b="b" l="l" r="r" t="t"/>
                <a:pathLst>
                  <a:path extrusionOk="0" h="943" w="1126">
                    <a:moveTo>
                      <a:pt x="1064" y="0"/>
                    </a:moveTo>
                    <a:cubicBezTo>
                      <a:pt x="608" y="61"/>
                      <a:pt x="213" y="334"/>
                      <a:pt x="1" y="760"/>
                    </a:cubicBezTo>
                    <a:lnTo>
                      <a:pt x="335" y="942"/>
                    </a:lnTo>
                    <a:cubicBezTo>
                      <a:pt x="487" y="638"/>
                      <a:pt x="791" y="426"/>
                      <a:pt x="1125" y="395"/>
                    </a:cubicBezTo>
                    <a:lnTo>
                      <a:pt x="1064"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9" name="Google Shape;639;p25"/>
            <p:cNvGrpSpPr/>
            <p:nvPr/>
          </p:nvGrpSpPr>
          <p:grpSpPr>
            <a:xfrm flipH="1" rot="869180">
              <a:off x="2987230" y="4144701"/>
              <a:ext cx="120493" cy="122616"/>
              <a:chOff x="3547450" y="1464240"/>
              <a:chExt cx="245450" cy="249824"/>
            </a:xfrm>
          </p:grpSpPr>
          <p:sp>
            <p:nvSpPr>
              <p:cNvPr id="640" name="Google Shape;640;p25"/>
              <p:cNvSpPr/>
              <p:nvPr/>
            </p:nvSpPr>
            <p:spPr>
              <a:xfrm>
                <a:off x="3647595" y="1662389"/>
                <a:ext cx="145150" cy="26600"/>
              </a:xfrm>
              <a:custGeom>
                <a:rect b="b" l="l" r="r" t="t"/>
                <a:pathLst>
                  <a:path extrusionOk="0" h="1064" w="5806">
                    <a:moveTo>
                      <a:pt x="152" y="0"/>
                    </a:moveTo>
                    <a:lnTo>
                      <a:pt x="0" y="334"/>
                    </a:lnTo>
                    <a:cubicBezTo>
                      <a:pt x="912" y="790"/>
                      <a:pt x="1915" y="1034"/>
                      <a:pt x="2948" y="1064"/>
                    </a:cubicBezTo>
                    <a:cubicBezTo>
                      <a:pt x="3952" y="1034"/>
                      <a:pt x="4924" y="790"/>
                      <a:pt x="5806" y="334"/>
                    </a:cubicBezTo>
                    <a:lnTo>
                      <a:pt x="5654" y="0"/>
                    </a:lnTo>
                    <a:cubicBezTo>
                      <a:pt x="4757" y="456"/>
                      <a:pt x="3860" y="684"/>
                      <a:pt x="2948" y="684"/>
                    </a:cubicBezTo>
                    <a:cubicBezTo>
                      <a:pt x="2037" y="684"/>
                      <a:pt x="1110" y="456"/>
                      <a:pt x="152"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25"/>
              <p:cNvSpPr/>
              <p:nvPr/>
            </p:nvSpPr>
            <p:spPr>
              <a:xfrm>
                <a:off x="3685570" y="1697339"/>
                <a:ext cx="68425" cy="16725"/>
              </a:xfrm>
              <a:custGeom>
                <a:rect b="b" l="l" r="r" t="t"/>
                <a:pathLst>
                  <a:path extrusionOk="0" h="669" w="2737">
                    <a:moveTo>
                      <a:pt x="183" y="0"/>
                    </a:moveTo>
                    <a:lnTo>
                      <a:pt x="1" y="335"/>
                    </a:lnTo>
                    <a:cubicBezTo>
                      <a:pt x="426" y="547"/>
                      <a:pt x="913" y="669"/>
                      <a:pt x="1399" y="669"/>
                    </a:cubicBezTo>
                    <a:cubicBezTo>
                      <a:pt x="1855" y="669"/>
                      <a:pt x="2311" y="547"/>
                      <a:pt x="2736" y="335"/>
                    </a:cubicBezTo>
                    <a:lnTo>
                      <a:pt x="2554" y="0"/>
                    </a:lnTo>
                    <a:cubicBezTo>
                      <a:pt x="2189" y="198"/>
                      <a:pt x="1779" y="297"/>
                      <a:pt x="1369" y="297"/>
                    </a:cubicBezTo>
                    <a:cubicBezTo>
                      <a:pt x="958" y="297"/>
                      <a:pt x="548" y="198"/>
                      <a:pt x="18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25"/>
              <p:cNvSpPr/>
              <p:nvPr/>
            </p:nvSpPr>
            <p:spPr>
              <a:xfrm>
                <a:off x="3683483" y="1504100"/>
                <a:ext cx="48650" cy="129488"/>
              </a:xfrm>
              <a:custGeom>
                <a:rect b="b" l="l" r="r" t="t"/>
                <a:pathLst>
                  <a:path extrusionOk="0" h="3923" w="1946">
                    <a:moveTo>
                      <a:pt x="182" y="1"/>
                    </a:moveTo>
                    <a:lnTo>
                      <a:pt x="182" y="1"/>
                    </a:lnTo>
                    <a:cubicBezTo>
                      <a:pt x="0" y="670"/>
                      <a:pt x="638" y="1521"/>
                      <a:pt x="1125" y="2189"/>
                    </a:cubicBezTo>
                    <a:cubicBezTo>
                      <a:pt x="1277" y="2372"/>
                      <a:pt x="1429" y="2585"/>
                      <a:pt x="1550" y="2828"/>
                    </a:cubicBezTo>
                    <a:cubicBezTo>
                      <a:pt x="1520" y="2949"/>
                      <a:pt x="912" y="3314"/>
                      <a:pt x="274" y="3588"/>
                    </a:cubicBezTo>
                    <a:lnTo>
                      <a:pt x="426" y="3922"/>
                    </a:lnTo>
                    <a:cubicBezTo>
                      <a:pt x="973" y="3709"/>
                      <a:pt x="1885" y="3253"/>
                      <a:pt x="1945" y="2828"/>
                    </a:cubicBezTo>
                    <a:cubicBezTo>
                      <a:pt x="1945" y="2645"/>
                      <a:pt x="1793" y="2433"/>
                      <a:pt x="1429" y="1977"/>
                    </a:cubicBezTo>
                    <a:cubicBezTo>
                      <a:pt x="1034" y="1430"/>
                      <a:pt x="426" y="578"/>
                      <a:pt x="547" y="92"/>
                    </a:cubicBezTo>
                    <a:lnTo>
                      <a:pt x="182"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25"/>
              <p:cNvSpPr/>
              <p:nvPr/>
            </p:nvSpPr>
            <p:spPr>
              <a:xfrm>
                <a:off x="3589250" y="1525400"/>
                <a:ext cx="28900" cy="28900"/>
              </a:xfrm>
              <a:custGeom>
                <a:rect b="b" l="l" r="r" t="t"/>
                <a:pathLst>
                  <a:path extrusionOk="0" h="1156" w="1156">
                    <a:moveTo>
                      <a:pt x="578" y="0"/>
                    </a:moveTo>
                    <a:cubicBezTo>
                      <a:pt x="274" y="0"/>
                      <a:pt x="0" y="243"/>
                      <a:pt x="0" y="578"/>
                    </a:cubicBezTo>
                    <a:cubicBezTo>
                      <a:pt x="0" y="882"/>
                      <a:pt x="274" y="1155"/>
                      <a:pt x="578" y="1155"/>
                    </a:cubicBezTo>
                    <a:cubicBezTo>
                      <a:pt x="912" y="1155"/>
                      <a:pt x="1155" y="882"/>
                      <a:pt x="1155" y="578"/>
                    </a:cubicBezTo>
                    <a:cubicBezTo>
                      <a:pt x="1155" y="243"/>
                      <a:pt x="912" y="0"/>
                      <a:pt x="578"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25"/>
              <p:cNvSpPr/>
              <p:nvPr/>
            </p:nvSpPr>
            <p:spPr>
              <a:xfrm>
                <a:off x="3567950" y="1516850"/>
                <a:ext cx="70700" cy="13125"/>
              </a:xfrm>
              <a:custGeom>
                <a:rect b="b" l="l" r="r" t="t"/>
                <a:pathLst>
                  <a:path extrusionOk="0" h="525" w="2828">
                    <a:moveTo>
                      <a:pt x="1426" y="0"/>
                    </a:moveTo>
                    <a:cubicBezTo>
                      <a:pt x="951" y="0"/>
                      <a:pt x="472" y="53"/>
                      <a:pt x="1" y="160"/>
                    </a:cubicBezTo>
                    <a:lnTo>
                      <a:pt x="92" y="524"/>
                    </a:lnTo>
                    <a:cubicBezTo>
                      <a:pt x="518" y="418"/>
                      <a:pt x="958" y="365"/>
                      <a:pt x="1403" y="365"/>
                    </a:cubicBezTo>
                    <a:cubicBezTo>
                      <a:pt x="1848" y="365"/>
                      <a:pt x="2296" y="418"/>
                      <a:pt x="2737" y="524"/>
                    </a:cubicBezTo>
                    <a:lnTo>
                      <a:pt x="2828" y="160"/>
                    </a:lnTo>
                    <a:cubicBezTo>
                      <a:pt x="2372" y="53"/>
                      <a:pt x="1901" y="0"/>
                      <a:pt x="142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25"/>
              <p:cNvSpPr/>
              <p:nvPr/>
            </p:nvSpPr>
            <p:spPr>
              <a:xfrm>
                <a:off x="3755953" y="1522927"/>
                <a:ext cx="28900" cy="28900"/>
              </a:xfrm>
              <a:custGeom>
                <a:rect b="b" l="l" r="r" t="t"/>
                <a:pathLst>
                  <a:path extrusionOk="0" h="1156" w="1156">
                    <a:moveTo>
                      <a:pt x="578" y="0"/>
                    </a:moveTo>
                    <a:cubicBezTo>
                      <a:pt x="244" y="0"/>
                      <a:pt x="1" y="243"/>
                      <a:pt x="1" y="578"/>
                    </a:cubicBezTo>
                    <a:cubicBezTo>
                      <a:pt x="1" y="882"/>
                      <a:pt x="244" y="1155"/>
                      <a:pt x="578" y="1155"/>
                    </a:cubicBezTo>
                    <a:cubicBezTo>
                      <a:pt x="882" y="1155"/>
                      <a:pt x="1156" y="882"/>
                      <a:pt x="1156" y="578"/>
                    </a:cubicBezTo>
                    <a:cubicBezTo>
                      <a:pt x="1156" y="243"/>
                      <a:pt x="882" y="0"/>
                      <a:pt x="578"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25"/>
              <p:cNvSpPr/>
              <p:nvPr/>
            </p:nvSpPr>
            <p:spPr>
              <a:xfrm rot="-1101">
                <a:off x="3744254" y="1516855"/>
                <a:ext cx="44138" cy="13132"/>
              </a:xfrm>
              <a:custGeom>
                <a:rect b="b" l="l" r="r" t="t"/>
                <a:pathLst>
                  <a:path extrusionOk="0" h="525" w="2828">
                    <a:moveTo>
                      <a:pt x="1403" y="0"/>
                    </a:moveTo>
                    <a:cubicBezTo>
                      <a:pt x="928" y="0"/>
                      <a:pt x="457" y="53"/>
                      <a:pt x="1" y="160"/>
                    </a:cubicBezTo>
                    <a:lnTo>
                      <a:pt x="62" y="524"/>
                    </a:lnTo>
                    <a:cubicBezTo>
                      <a:pt x="502" y="418"/>
                      <a:pt x="951" y="365"/>
                      <a:pt x="1399" y="365"/>
                    </a:cubicBezTo>
                    <a:cubicBezTo>
                      <a:pt x="1847" y="365"/>
                      <a:pt x="2296" y="418"/>
                      <a:pt x="2736" y="524"/>
                    </a:cubicBezTo>
                    <a:lnTo>
                      <a:pt x="2828" y="160"/>
                    </a:lnTo>
                    <a:cubicBezTo>
                      <a:pt x="2356" y="53"/>
                      <a:pt x="1878" y="0"/>
                      <a:pt x="14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25"/>
              <p:cNvSpPr/>
              <p:nvPr/>
            </p:nvSpPr>
            <p:spPr>
              <a:xfrm>
                <a:off x="3547450" y="1464250"/>
                <a:ext cx="114000" cy="29075"/>
              </a:xfrm>
              <a:custGeom>
                <a:rect b="b" l="l" r="r" t="t"/>
                <a:pathLst>
                  <a:path extrusionOk="0" h="1163" w="4560">
                    <a:moveTo>
                      <a:pt x="1623" y="0"/>
                    </a:moveTo>
                    <a:cubicBezTo>
                      <a:pt x="1484" y="0"/>
                      <a:pt x="1365" y="14"/>
                      <a:pt x="1277" y="45"/>
                    </a:cubicBezTo>
                    <a:cubicBezTo>
                      <a:pt x="547" y="318"/>
                      <a:pt x="0" y="835"/>
                      <a:pt x="122" y="1048"/>
                    </a:cubicBezTo>
                    <a:cubicBezTo>
                      <a:pt x="172" y="1124"/>
                      <a:pt x="871" y="1163"/>
                      <a:pt x="1686" y="1163"/>
                    </a:cubicBezTo>
                    <a:cubicBezTo>
                      <a:pt x="2830" y="1163"/>
                      <a:pt x="4205" y="1086"/>
                      <a:pt x="4347" y="926"/>
                    </a:cubicBezTo>
                    <a:cubicBezTo>
                      <a:pt x="4559" y="661"/>
                      <a:pt x="2590" y="0"/>
                      <a:pt x="162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25"/>
              <p:cNvSpPr/>
              <p:nvPr/>
            </p:nvSpPr>
            <p:spPr>
              <a:xfrm rot="545">
                <a:off x="3721477" y="1464246"/>
                <a:ext cx="71422" cy="29069"/>
              </a:xfrm>
              <a:custGeom>
                <a:rect b="b" l="l" r="r" t="t"/>
                <a:pathLst>
                  <a:path extrusionOk="0" h="1163" w="4529">
                    <a:moveTo>
                      <a:pt x="2936" y="0"/>
                    </a:moveTo>
                    <a:cubicBezTo>
                      <a:pt x="1970" y="0"/>
                      <a:pt x="0" y="661"/>
                      <a:pt x="213" y="926"/>
                    </a:cubicBezTo>
                    <a:cubicBezTo>
                      <a:pt x="355" y="1086"/>
                      <a:pt x="1729" y="1163"/>
                      <a:pt x="2873" y="1163"/>
                    </a:cubicBezTo>
                    <a:cubicBezTo>
                      <a:pt x="3689" y="1163"/>
                      <a:pt x="4387" y="1124"/>
                      <a:pt x="4438" y="1048"/>
                    </a:cubicBezTo>
                    <a:cubicBezTo>
                      <a:pt x="4529" y="835"/>
                      <a:pt x="4012" y="318"/>
                      <a:pt x="3283" y="45"/>
                    </a:cubicBezTo>
                    <a:cubicBezTo>
                      <a:pt x="3194" y="14"/>
                      <a:pt x="3076" y="0"/>
                      <a:pt x="293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9" name="Google Shape;649;p25"/>
            <p:cNvGrpSpPr/>
            <p:nvPr/>
          </p:nvGrpSpPr>
          <p:grpSpPr>
            <a:xfrm rot="2700000">
              <a:off x="3177944" y="4226954"/>
              <a:ext cx="20895" cy="33708"/>
              <a:chOff x="678050" y="2662775"/>
              <a:chExt cx="33450" cy="53975"/>
            </a:xfrm>
          </p:grpSpPr>
          <p:sp>
            <p:nvSpPr>
              <p:cNvPr id="650" name="Google Shape;650;p25"/>
              <p:cNvSpPr/>
              <p:nvPr/>
            </p:nvSpPr>
            <p:spPr>
              <a:xfrm>
                <a:off x="685650" y="2662775"/>
                <a:ext cx="25850" cy="53975"/>
              </a:xfrm>
              <a:custGeom>
                <a:rect b="b" l="l" r="r" t="t"/>
                <a:pathLst>
                  <a:path extrusionOk="0" h="2159" w="1034">
                    <a:moveTo>
                      <a:pt x="61" y="0"/>
                    </a:moveTo>
                    <a:lnTo>
                      <a:pt x="0" y="395"/>
                    </a:lnTo>
                    <a:cubicBezTo>
                      <a:pt x="213" y="426"/>
                      <a:pt x="365" y="547"/>
                      <a:pt x="487" y="699"/>
                    </a:cubicBezTo>
                    <a:cubicBezTo>
                      <a:pt x="639" y="1003"/>
                      <a:pt x="639" y="1459"/>
                      <a:pt x="426" y="2037"/>
                    </a:cubicBezTo>
                    <a:lnTo>
                      <a:pt x="791" y="2158"/>
                    </a:lnTo>
                    <a:cubicBezTo>
                      <a:pt x="1034" y="1459"/>
                      <a:pt x="1034" y="882"/>
                      <a:pt x="791" y="487"/>
                    </a:cubicBezTo>
                    <a:cubicBezTo>
                      <a:pt x="639" y="243"/>
                      <a:pt x="365" y="61"/>
                      <a:pt x="6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25"/>
              <p:cNvSpPr/>
              <p:nvPr/>
            </p:nvSpPr>
            <p:spPr>
              <a:xfrm>
                <a:off x="678050" y="2689375"/>
                <a:ext cx="28150" cy="23575"/>
              </a:xfrm>
              <a:custGeom>
                <a:rect b="b" l="l" r="r" t="t"/>
                <a:pathLst>
                  <a:path extrusionOk="0" h="943" w="1126">
                    <a:moveTo>
                      <a:pt x="1064" y="0"/>
                    </a:moveTo>
                    <a:cubicBezTo>
                      <a:pt x="608" y="61"/>
                      <a:pt x="213" y="334"/>
                      <a:pt x="1" y="760"/>
                    </a:cubicBezTo>
                    <a:lnTo>
                      <a:pt x="335" y="942"/>
                    </a:lnTo>
                    <a:cubicBezTo>
                      <a:pt x="487" y="638"/>
                      <a:pt x="791" y="426"/>
                      <a:pt x="1125" y="395"/>
                    </a:cubicBezTo>
                    <a:lnTo>
                      <a:pt x="1064"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2" name="Google Shape;652;p25"/>
            <p:cNvGrpSpPr/>
            <p:nvPr/>
          </p:nvGrpSpPr>
          <p:grpSpPr>
            <a:xfrm rot="-532969">
              <a:off x="1220108" y="4140178"/>
              <a:ext cx="121223" cy="130793"/>
              <a:chOff x="3547450" y="1454652"/>
              <a:chExt cx="246946" cy="266504"/>
            </a:xfrm>
          </p:grpSpPr>
          <p:sp>
            <p:nvSpPr>
              <p:cNvPr id="653" name="Google Shape;653;p25"/>
              <p:cNvSpPr/>
              <p:nvPr/>
            </p:nvSpPr>
            <p:spPr>
              <a:xfrm rot="-796479">
                <a:off x="3644139" y="1662561"/>
                <a:ext cx="145138" cy="26602"/>
              </a:xfrm>
              <a:custGeom>
                <a:rect b="b" l="l" r="r" t="t"/>
                <a:pathLst>
                  <a:path extrusionOk="0" h="1064" w="5806">
                    <a:moveTo>
                      <a:pt x="152" y="0"/>
                    </a:moveTo>
                    <a:lnTo>
                      <a:pt x="0" y="334"/>
                    </a:lnTo>
                    <a:cubicBezTo>
                      <a:pt x="912" y="790"/>
                      <a:pt x="1915" y="1034"/>
                      <a:pt x="2948" y="1064"/>
                    </a:cubicBezTo>
                    <a:cubicBezTo>
                      <a:pt x="3952" y="1034"/>
                      <a:pt x="4924" y="790"/>
                      <a:pt x="5806" y="334"/>
                    </a:cubicBezTo>
                    <a:lnTo>
                      <a:pt x="5654" y="0"/>
                    </a:lnTo>
                    <a:cubicBezTo>
                      <a:pt x="4757" y="456"/>
                      <a:pt x="3860" y="684"/>
                      <a:pt x="2948" y="684"/>
                    </a:cubicBezTo>
                    <a:cubicBezTo>
                      <a:pt x="2037" y="684"/>
                      <a:pt x="1110" y="456"/>
                      <a:pt x="152"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25"/>
              <p:cNvSpPr/>
              <p:nvPr/>
            </p:nvSpPr>
            <p:spPr>
              <a:xfrm rot="-796479">
                <a:off x="3689012" y="1696798"/>
                <a:ext cx="68419" cy="16726"/>
              </a:xfrm>
              <a:custGeom>
                <a:rect b="b" l="l" r="r" t="t"/>
                <a:pathLst>
                  <a:path extrusionOk="0" h="669" w="2737">
                    <a:moveTo>
                      <a:pt x="183" y="0"/>
                    </a:moveTo>
                    <a:lnTo>
                      <a:pt x="1" y="335"/>
                    </a:lnTo>
                    <a:cubicBezTo>
                      <a:pt x="426" y="547"/>
                      <a:pt x="913" y="669"/>
                      <a:pt x="1399" y="669"/>
                    </a:cubicBezTo>
                    <a:cubicBezTo>
                      <a:pt x="1855" y="669"/>
                      <a:pt x="2311" y="547"/>
                      <a:pt x="2736" y="335"/>
                    </a:cubicBezTo>
                    <a:lnTo>
                      <a:pt x="2554" y="0"/>
                    </a:lnTo>
                    <a:cubicBezTo>
                      <a:pt x="2189" y="198"/>
                      <a:pt x="1779" y="297"/>
                      <a:pt x="1369" y="297"/>
                    </a:cubicBezTo>
                    <a:cubicBezTo>
                      <a:pt x="958" y="297"/>
                      <a:pt x="548" y="198"/>
                      <a:pt x="18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25"/>
              <p:cNvSpPr/>
              <p:nvPr/>
            </p:nvSpPr>
            <p:spPr>
              <a:xfrm>
                <a:off x="3683483" y="1504100"/>
                <a:ext cx="48650" cy="129488"/>
              </a:xfrm>
              <a:custGeom>
                <a:rect b="b" l="l" r="r" t="t"/>
                <a:pathLst>
                  <a:path extrusionOk="0" h="3923" w="1946">
                    <a:moveTo>
                      <a:pt x="182" y="1"/>
                    </a:moveTo>
                    <a:lnTo>
                      <a:pt x="182" y="1"/>
                    </a:lnTo>
                    <a:cubicBezTo>
                      <a:pt x="0" y="670"/>
                      <a:pt x="638" y="1521"/>
                      <a:pt x="1125" y="2189"/>
                    </a:cubicBezTo>
                    <a:cubicBezTo>
                      <a:pt x="1277" y="2372"/>
                      <a:pt x="1429" y="2585"/>
                      <a:pt x="1550" y="2828"/>
                    </a:cubicBezTo>
                    <a:cubicBezTo>
                      <a:pt x="1520" y="2949"/>
                      <a:pt x="912" y="3314"/>
                      <a:pt x="274" y="3588"/>
                    </a:cubicBezTo>
                    <a:lnTo>
                      <a:pt x="426" y="3922"/>
                    </a:lnTo>
                    <a:cubicBezTo>
                      <a:pt x="973" y="3709"/>
                      <a:pt x="1885" y="3253"/>
                      <a:pt x="1945" y="2828"/>
                    </a:cubicBezTo>
                    <a:cubicBezTo>
                      <a:pt x="1945" y="2645"/>
                      <a:pt x="1793" y="2433"/>
                      <a:pt x="1429" y="1977"/>
                    </a:cubicBezTo>
                    <a:cubicBezTo>
                      <a:pt x="1034" y="1430"/>
                      <a:pt x="426" y="578"/>
                      <a:pt x="547" y="92"/>
                    </a:cubicBezTo>
                    <a:lnTo>
                      <a:pt x="182"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25"/>
              <p:cNvSpPr/>
              <p:nvPr/>
            </p:nvSpPr>
            <p:spPr>
              <a:xfrm rot="-801734">
                <a:off x="3590626" y="1524771"/>
                <a:ext cx="28899" cy="28901"/>
              </a:xfrm>
              <a:custGeom>
                <a:rect b="b" l="l" r="r" t="t"/>
                <a:pathLst>
                  <a:path extrusionOk="0" h="1156" w="1156">
                    <a:moveTo>
                      <a:pt x="578" y="0"/>
                    </a:moveTo>
                    <a:cubicBezTo>
                      <a:pt x="274" y="0"/>
                      <a:pt x="0" y="243"/>
                      <a:pt x="0" y="578"/>
                    </a:cubicBezTo>
                    <a:cubicBezTo>
                      <a:pt x="0" y="882"/>
                      <a:pt x="274" y="1155"/>
                      <a:pt x="578" y="1155"/>
                    </a:cubicBezTo>
                    <a:cubicBezTo>
                      <a:pt x="912" y="1155"/>
                      <a:pt x="1155" y="882"/>
                      <a:pt x="1155" y="578"/>
                    </a:cubicBezTo>
                    <a:cubicBezTo>
                      <a:pt x="1155" y="243"/>
                      <a:pt x="912" y="0"/>
                      <a:pt x="578"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25"/>
              <p:cNvSpPr/>
              <p:nvPr/>
            </p:nvSpPr>
            <p:spPr>
              <a:xfrm rot="-801734">
                <a:off x="3565540" y="1516758"/>
                <a:ext cx="70698" cy="13126"/>
              </a:xfrm>
              <a:custGeom>
                <a:rect b="b" l="l" r="r" t="t"/>
                <a:pathLst>
                  <a:path extrusionOk="0" h="525" w="2828">
                    <a:moveTo>
                      <a:pt x="1426" y="0"/>
                    </a:moveTo>
                    <a:cubicBezTo>
                      <a:pt x="951" y="0"/>
                      <a:pt x="472" y="53"/>
                      <a:pt x="1" y="160"/>
                    </a:cubicBezTo>
                    <a:lnTo>
                      <a:pt x="92" y="524"/>
                    </a:lnTo>
                    <a:cubicBezTo>
                      <a:pt x="518" y="418"/>
                      <a:pt x="958" y="365"/>
                      <a:pt x="1403" y="365"/>
                    </a:cubicBezTo>
                    <a:cubicBezTo>
                      <a:pt x="1848" y="365"/>
                      <a:pt x="2296" y="418"/>
                      <a:pt x="2737" y="524"/>
                    </a:cubicBezTo>
                    <a:lnTo>
                      <a:pt x="2828" y="160"/>
                    </a:lnTo>
                    <a:cubicBezTo>
                      <a:pt x="2372" y="53"/>
                      <a:pt x="1901" y="0"/>
                      <a:pt x="142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25"/>
              <p:cNvSpPr/>
              <p:nvPr/>
            </p:nvSpPr>
            <p:spPr>
              <a:xfrm rot="-1057608">
                <a:off x="3749880" y="1508796"/>
                <a:ext cx="28899" cy="28902"/>
              </a:xfrm>
              <a:custGeom>
                <a:rect b="b" l="l" r="r" t="t"/>
                <a:pathLst>
                  <a:path extrusionOk="0" h="1156" w="1156">
                    <a:moveTo>
                      <a:pt x="578" y="0"/>
                    </a:moveTo>
                    <a:cubicBezTo>
                      <a:pt x="244" y="0"/>
                      <a:pt x="1" y="243"/>
                      <a:pt x="1" y="578"/>
                    </a:cubicBezTo>
                    <a:cubicBezTo>
                      <a:pt x="1" y="882"/>
                      <a:pt x="244" y="1155"/>
                      <a:pt x="578" y="1155"/>
                    </a:cubicBezTo>
                    <a:cubicBezTo>
                      <a:pt x="882" y="1155"/>
                      <a:pt x="1156" y="882"/>
                      <a:pt x="1156" y="578"/>
                    </a:cubicBezTo>
                    <a:cubicBezTo>
                      <a:pt x="1156" y="243"/>
                      <a:pt x="882" y="0"/>
                      <a:pt x="578"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25"/>
              <p:cNvSpPr/>
              <p:nvPr/>
            </p:nvSpPr>
            <p:spPr>
              <a:xfrm rot="-1058286">
                <a:off x="3733920" y="1503125"/>
                <a:ext cx="54016" cy="13124"/>
              </a:xfrm>
              <a:custGeom>
                <a:rect b="b" l="l" r="r" t="t"/>
                <a:pathLst>
                  <a:path extrusionOk="0" h="525" w="2828">
                    <a:moveTo>
                      <a:pt x="1403" y="0"/>
                    </a:moveTo>
                    <a:cubicBezTo>
                      <a:pt x="928" y="0"/>
                      <a:pt x="457" y="53"/>
                      <a:pt x="1" y="160"/>
                    </a:cubicBezTo>
                    <a:lnTo>
                      <a:pt x="62" y="524"/>
                    </a:lnTo>
                    <a:cubicBezTo>
                      <a:pt x="502" y="418"/>
                      <a:pt x="951" y="365"/>
                      <a:pt x="1399" y="365"/>
                    </a:cubicBezTo>
                    <a:cubicBezTo>
                      <a:pt x="1847" y="365"/>
                      <a:pt x="2296" y="418"/>
                      <a:pt x="2736" y="524"/>
                    </a:cubicBezTo>
                    <a:lnTo>
                      <a:pt x="2828" y="160"/>
                    </a:lnTo>
                    <a:cubicBezTo>
                      <a:pt x="2356" y="53"/>
                      <a:pt x="1878" y="0"/>
                      <a:pt x="14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25"/>
              <p:cNvSpPr/>
              <p:nvPr/>
            </p:nvSpPr>
            <p:spPr>
              <a:xfrm>
                <a:off x="3547450" y="1464250"/>
                <a:ext cx="114000" cy="29075"/>
              </a:xfrm>
              <a:custGeom>
                <a:rect b="b" l="l" r="r" t="t"/>
                <a:pathLst>
                  <a:path extrusionOk="0" h="1163" w="4560">
                    <a:moveTo>
                      <a:pt x="1623" y="0"/>
                    </a:moveTo>
                    <a:cubicBezTo>
                      <a:pt x="1484" y="0"/>
                      <a:pt x="1365" y="14"/>
                      <a:pt x="1277" y="45"/>
                    </a:cubicBezTo>
                    <a:cubicBezTo>
                      <a:pt x="547" y="318"/>
                      <a:pt x="0" y="835"/>
                      <a:pt x="122" y="1048"/>
                    </a:cubicBezTo>
                    <a:cubicBezTo>
                      <a:pt x="172" y="1124"/>
                      <a:pt x="871" y="1163"/>
                      <a:pt x="1686" y="1163"/>
                    </a:cubicBezTo>
                    <a:cubicBezTo>
                      <a:pt x="2830" y="1163"/>
                      <a:pt x="4205" y="1086"/>
                      <a:pt x="4347" y="926"/>
                    </a:cubicBezTo>
                    <a:cubicBezTo>
                      <a:pt x="4559" y="661"/>
                      <a:pt x="2590" y="0"/>
                      <a:pt x="162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25"/>
              <p:cNvSpPr/>
              <p:nvPr/>
            </p:nvSpPr>
            <p:spPr>
              <a:xfrm rot="545">
                <a:off x="3722974" y="1454658"/>
                <a:ext cx="71422" cy="29069"/>
              </a:xfrm>
              <a:custGeom>
                <a:rect b="b" l="l" r="r" t="t"/>
                <a:pathLst>
                  <a:path extrusionOk="0" h="1163" w="4529">
                    <a:moveTo>
                      <a:pt x="2936" y="0"/>
                    </a:moveTo>
                    <a:cubicBezTo>
                      <a:pt x="1970" y="0"/>
                      <a:pt x="0" y="661"/>
                      <a:pt x="213" y="926"/>
                    </a:cubicBezTo>
                    <a:cubicBezTo>
                      <a:pt x="355" y="1086"/>
                      <a:pt x="1729" y="1163"/>
                      <a:pt x="2873" y="1163"/>
                    </a:cubicBezTo>
                    <a:cubicBezTo>
                      <a:pt x="3689" y="1163"/>
                      <a:pt x="4387" y="1124"/>
                      <a:pt x="4438" y="1048"/>
                    </a:cubicBezTo>
                    <a:cubicBezTo>
                      <a:pt x="4529" y="835"/>
                      <a:pt x="4012" y="318"/>
                      <a:pt x="3283" y="45"/>
                    </a:cubicBezTo>
                    <a:cubicBezTo>
                      <a:pt x="3194" y="14"/>
                      <a:pt x="3076" y="0"/>
                      <a:pt x="293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2" name="Google Shape;662;p25"/>
            <p:cNvGrpSpPr/>
            <p:nvPr/>
          </p:nvGrpSpPr>
          <p:grpSpPr>
            <a:xfrm flipH="1" rot="-949769">
              <a:off x="1130143" y="4226880"/>
              <a:ext cx="20896" cy="33707"/>
              <a:chOff x="678050" y="2662775"/>
              <a:chExt cx="33450" cy="53975"/>
            </a:xfrm>
          </p:grpSpPr>
          <p:sp>
            <p:nvSpPr>
              <p:cNvPr id="663" name="Google Shape;663;p25"/>
              <p:cNvSpPr/>
              <p:nvPr/>
            </p:nvSpPr>
            <p:spPr>
              <a:xfrm>
                <a:off x="685650" y="2662775"/>
                <a:ext cx="25850" cy="53975"/>
              </a:xfrm>
              <a:custGeom>
                <a:rect b="b" l="l" r="r" t="t"/>
                <a:pathLst>
                  <a:path extrusionOk="0" h="2159" w="1034">
                    <a:moveTo>
                      <a:pt x="61" y="0"/>
                    </a:moveTo>
                    <a:lnTo>
                      <a:pt x="0" y="395"/>
                    </a:lnTo>
                    <a:cubicBezTo>
                      <a:pt x="213" y="426"/>
                      <a:pt x="365" y="547"/>
                      <a:pt x="487" y="699"/>
                    </a:cubicBezTo>
                    <a:cubicBezTo>
                      <a:pt x="639" y="1003"/>
                      <a:pt x="639" y="1459"/>
                      <a:pt x="426" y="2037"/>
                    </a:cubicBezTo>
                    <a:lnTo>
                      <a:pt x="791" y="2158"/>
                    </a:lnTo>
                    <a:cubicBezTo>
                      <a:pt x="1034" y="1459"/>
                      <a:pt x="1034" y="882"/>
                      <a:pt x="791" y="487"/>
                    </a:cubicBezTo>
                    <a:cubicBezTo>
                      <a:pt x="639" y="243"/>
                      <a:pt x="365" y="61"/>
                      <a:pt x="6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25"/>
              <p:cNvSpPr/>
              <p:nvPr/>
            </p:nvSpPr>
            <p:spPr>
              <a:xfrm>
                <a:off x="678050" y="2689375"/>
                <a:ext cx="28150" cy="23575"/>
              </a:xfrm>
              <a:custGeom>
                <a:rect b="b" l="l" r="r" t="t"/>
                <a:pathLst>
                  <a:path extrusionOk="0" h="943" w="1126">
                    <a:moveTo>
                      <a:pt x="1064" y="0"/>
                    </a:moveTo>
                    <a:cubicBezTo>
                      <a:pt x="608" y="61"/>
                      <a:pt x="213" y="334"/>
                      <a:pt x="1" y="760"/>
                    </a:cubicBezTo>
                    <a:lnTo>
                      <a:pt x="335" y="942"/>
                    </a:lnTo>
                    <a:cubicBezTo>
                      <a:pt x="487" y="638"/>
                      <a:pt x="791" y="426"/>
                      <a:pt x="1125" y="395"/>
                    </a:cubicBezTo>
                    <a:lnTo>
                      <a:pt x="1064"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65" name="Google Shape;665;p25"/>
          <p:cNvGrpSpPr/>
          <p:nvPr/>
        </p:nvGrpSpPr>
        <p:grpSpPr>
          <a:xfrm>
            <a:off x="3456117" y="1818055"/>
            <a:ext cx="336994" cy="348547"/>
            <a:chOff x="-35482200" y="3561225"/>
            <a:chExt cx="292225" cy="290650"/>
          </a:xfrm>
        </p:grpSpPr>
        <p:sp>
          <p:nvSpPr>
            <p:cNvPr id="666" name="Google Shape;666;p25"/>
            <p:cNvSpPr/>
            <p:nvPr/>
          </p:nvSpPr>
          <p:spPr>
            <a:xfrm>
              <a:off x="-35482200" y="3749475"/>
              <a:ext cx="292225" cy="102400"/>
            </a:xfrm>
            <a:custGeom>
              <a:rect b="b" l="l" r="r" t="t"/>
              <a:pathLst>
                <a:path extrusionOk="0" h="4096" w="11689">
                  <a:moveTo>
                    <a:pt x="1701" y="0"/>
                  </a:moveTo>
                  <a:cubicBezTo>
                    <a:pt x="1040" y="0"/>
                    <a:pt x="473" y="315"/>
                    <a:pt x="63" y="819"/>
                  </a:cubicBezTo>
                  <a:cubicBezTo>
                    <a:pt x="0" y="945"/>
                    <a:pt x="0" y="1040"/>
                    <a:pt x="32" y="1166"/>
                  </a:cubicBezTo>
                  <a:cubicBezTo>
                    <a:pt x="63" y="1292"/>
                    <a:pt x="189" y="1355"/>
                    <a:pt x="347" y="1355"/>
                  </a:cubicBezTo>
                  <a:lnTo>
                    <a:pt x="1008" y="1355"/>
                  </a:lnTo>
                  <a:cubicBezTo>
                    <a:pt x="1418" y="1355"/>
                    <a:pt x="1670" y="1670"/>
                    <a:pt x="1670" y="2048"/>
                  </a:cubicBezTo>
                  <a:cubicBezTo>
                    <a:pt x="1670" y="2426"/>
                    <a:pt x="1355" y="2710"/>
                    <a:pt x="1008" y="2710"/>
                  </a:cubicBezTo>
                  <a:lnTo>
                    <a:pt x="347" y="2710"/>
                  </a:lnTo>
                  <a:cubicBezTo>
                    <a:pt x="221" y="2710"/>
                    <a:pt x="95" y="2773"/>
                    <a:pt x="32" y="2899"/>
                  </a:cubicBezTo>
                  <a:cubicBezTo>
                    <a:pt x="0" y="3025"/>
                    <a:pt x="0" y="3151"/>
                    <a:pt x="63" y="3245"/>
                  </a:cubicBezTo>
                  <a:cubicBezTo>
                    <a:pt x="410" y="3781"/>
                    <a:pt x="1040" y="4096"/>
                    <a:pt x="1701" y="4096"/>
                  </a:cubicBezTo>
                  <a:cubicBezTo>
                    <a:pt x="2615" y="4096"/>
                    <a:pt x="3371" y="3497"/>
                    <a:pt x="3655" y="2710"/>
                  </a:cubicBezTo>
                  <a:lnTo>
                    <a:pt x="8065" y="2710"/>
                  </a:lnTo>
                  <a:cubicBezTo>
                    <a:pt x="8317" y="3497"/>
                    <a:pt x="9073" y="4096"/>
                    <a:pt x="9987" y="4096"/>
                  </a:cubicBezTo>
                  <a:cubicBezTo>
                    <a:pt x="10649" y="4096"/>
                    <a:pt x="11247" y="3781"/>
                    <a:pt x="11594" y="3245"/>
                  </a:cubicBezTo>
                  <a:cubicBezTo>
                    <a:pt x="11688" y="3119"/>
                    <a:pt x="11688" y="3025"/>
                    <a:pt x="11625" y="2899"/>
                  </a:cubicBezTo>
                  <a:cubicBezTo>
                    <a:pt x="11594" y="2773"/>
                    <a:pt x="11468" y="2710"/>
                    <a:pt x="11310" y="2710"/>
                  </a:cubicBezTo>
                  <a:lnTo>
                    <a:pt x="10649" y="2710"/>
                  </a:lnTo>
                  <a:cubicBezTo>
                    <a:pt x="10271" y="2710"/>
                    <a:pt x="9987" y="2395"/>
                    <a:pt x="9987" y="2048"/>
                  </a:cubicBezTo>
                  <a:cubicBezTo>
                    <a:pt x="9987" y="1670"/>
                    <a:pt x="10302" y="1355"/>
                    <a:pt x="10649" y="1355"/>
                  </a:cubicBezTo>
                  <a:lnTo>
                    <a:pt x="11310" y="1355"/>
                  </a:lnTo>
                  <a:cubicBezTo>
                    <a:pt x="11436" y="1355"/>
                    <a:pt x="11562" y="1292"/>
                    <a:pt x="11625" y="1166"/>
                  </a:cubicBezTo>
                  <a:cubicBezTo>
                    <a:pt x="11688" y="1040"/>
                    <a:pt x="11688" y="945"/>
                    <a:pt x="11594" y="819"/>
                  </a:cubicBezTo>
                  <a:cubicBezTo>
                    <a:pt x="11247" y="315"/>
                    <a:pt x="10649" y="0"/>
                    <a:pt x="9987" y="0"/>
                  </a:cubicBezTo>
                  <a:cubicBezTo>
                    <a:pt x="9073" y="0"/>
                    <a:pt x="8349" y="567"/>
                    <a:pt x="8065" y="1355"/>
                  </a:cubicBezTo>
                  <a:lnTo>
                    <a:pt x="3655" y="1355"/>
                  </a:lnTo>
                  <a:cubicBezTo>
                    <a:pt x="3371" y="567"/>
                    <a:pt x="2615" y="0"/>
                    <a:pt x="17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25"/>
            <p:cNvSpPr/>
            <p:nvPr/>
          </p:nvSpPr>
          <p:spPr>
            <a:xfrm>
              <a:off x="-35371150" y="3561225"/>
              <a:ext cx="68550" cy="68550"/>
            </a:xfrm>
            <a:custGeom>
              <a:rect b="b" l="l" r="r" t="t"/>
              <a:pathLst>
                <a:path extrusionOk="0" h="2742" w="2742">
                  <a:moveTo>
                    <a:pt x="1355" y="1"/>
                  </a:moveTo>
                  <a:cubicBezTo>
                    <a:pt x="630" y="1"/>
                    <a:pt x="0" y="631"/>
                    <a:pt x="0" y="1387"/>
                  </a:cubicBezTo>
                  <a:cubicBezTo>
                    <a:pt x="0" y="2111"/>
                    <a:pt x="630" y="2741"/>
                    <a:pt x="1355" y="2741"/>
                  </a:cubicBezTo>
                  <a:cubicBezTo>
                    <a:pt x="2111" y="2741"/>
                    <a:pt x="2741" y="2111"/>
                    <a:pt x="2741" y="1387"/>
                  </a:cubicBezTo>
                  <a:cubicBezTo>
                    <a:pt x="2741" y="631"/>
                    <a:pt x="2111" y="1"/>
                    <a:pt x="135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25"/>
            <p:cNvSpPr/>
            <p:nvPr/>
          </p:nvSpPr>
          <p:spPr>
            <a:xfrm>
              <a:off x="-35405025" y="3647075"/>
              <a:ext cx="136275" cy="119750"/>
            </a:xfrm>
            <a:custGeom>
              <a:rect b="b" l="l" r="r" t="t"/>
              <a:pathLst>
                <a:path extrusionOk="0" h="4790" w="5451">
                  <a:moveTo>
                    <a:pt x="2710" y="1"/>
                  </a:moveTo>
                  <a:cubicBezTo>
                    <a:pt x="1387" y="1"/>
                    <a:pt x="253" y="1009"/>
                    <a:pt x="32" y="2300"/>
                  </a:cubicBezTo>
                  <a:cubicBezTo>
                    <a:pt x="1" y="2521"/>
                    <a:pt x="158" y="2710"/>
                    <a:pt x="410" y="2710"/>
                  </a:cubicBezTo>
                  <a:lnTo>
                    <a:pt x="2395" y="2710"/>
                  </a:lnTo>
                  <a:lnTo>
                    <a:pt x="2395" y="4789"/>
                  </a:lnTo>
                  <a:lnTo>
                    <a:pt x="3088" y="4789"/>
                  </a:lnTo>
                  <a:lnTo>
                    <a:pt x="3088" y="2710"/>
                  </a:lnTo>
                  <a:lnTo>
                    <a:pt x="5073" y="2710"/>
                  </a:lnTo>
                  <a:cubicBezTo>
                    <a:pt x="5293" y="2710"/>
                    <a:pt x="5451" y="2521"/>
                    <a:pt x="5451" y="2300"/>
                  </a:cubicBezTo>
                  <a:cubicBezTo>
                    <a:pt x="5230" y="977"/>
                    <a:pt x="4096" y="1"/>
                    <a:pt x="271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9" name="Google Shape;669;p25"/>
          <p:cNvGrpSpPr/>
          <p:nvPr/>
        </p:nvGrpSpPr>
        <p:grpSpPr>
          <a:xfrm>
            <a:off x="7567333" y="1821635"/>
            <a:ext cx="336100" cy="351396"/>
            <a:chOff x="-33286325" y="3944800"/>
            <a:chExt cx="291450" cy="293025"/>
          </a:xfrm>
        </p:grpSpPr>
        <p:sp>
          <p:nvSpPr>
            <p:cNvPr id="670" name="Google Shape;670;p25"/>
            <p:cNvSpPr/>
            <p:nvPr/>
          </p:nvSpPr>
          <p:spPr>
            <a:xfrm>
              <a:off x="-33194950" y="3996000"/>
              <a:ext cx="200075" cy="241825"/>
            </a:xfrm>
            <a:custGeom>
              <a:rect b="b" l="l" r="r" t="t"/>
              <a:pathLst>
                <a:path extrusionOk="0" h="9673" w="8003">
                  <a:moveTo>
                    <a:pt x="2300" y="0"/>
                  </a:moveTo>
                  <a:cubicBezTo>
                    <a:pt x="2017" y="0"/>
                    <a:pt x="1796" y="252"/>
                    <a:pt x="1796" y="536"/>
                  </a:cubicBezTo>
                  <a:lnTo>
                    <a:pt x="1796" y="2962"/>
                  </a:lnTo>
                  <a:lnTo>
                    <a:pt x="694" y="4064"/>
                  </a:lnTo>
                  <a:cubicBezTo>
                    <a:pt x="95" y="4663"/>
                    <a:pt x="0" y="5640"/>
                    <a:pt x="536" y="6301"/>
                  </a:cubicBezTo>
                  <a:lnTo>
                    <a:pt x="1576" y="7719"/>
                  </a:lnTo>
                  <a:cubicBezTo>
                    <a:pt x="1702" y="7876"/>
                    <a:pt x="1796" y="8128"/>
                    <a:pt x="1796" y="8349"/>
                  </a:cubicBezTo>
                  <a:lnTo>
                    <a:pt x="1796" y="9294"/>
                  </a:lnTo>
                  <a:cubicBezTo>
                    <a:pt x="1796" y="9515"/>
                    <a:pt x="1954" y="9672"/>
                    <a:pt x="2143" y="9672"/>
                  </a:cubicBezTo>
                  <a:lnTo>
                    <a:pt x="6932" y="9672"/>
                  </a:lnTo>
                  <a:cubicBezTo>
                    <a:pt x="7152" y="9672"/>
                    <a:pt x="7310" y="9515"/>
                    <a:pt x="7310" y="9294"/>
                  </a:cubicBezTo>
                  <a:lnTo>
                    <a:pt x="7310" y="8349"/>
                  </a:lnTo>
                  <a:cubicBezTo>
                    <a:pt x="7310" y="8128"/>
                    <a:pt x="7373" y="7939"/>
                    <a:pt x="7530" y="7782"/>
                  </a:cubicBezTo>
                  <a:cubicBezTo>
                    <a:pt x="7814" y="7498"/>
                    <a:pt x="7971" y="7089"/>
                    <a:pt x="7971" y="6711"/>
                  </a:cubicBezTo>
                  <a:lnTo>
                    <a:pt x="7971" y="3938"/>
                  </a:lnTo>
                  <a:cubicBezTo>
                    <a:pt x="8003" y="3686"/>
                    <a:pt x="7782" y="3434"/>
                    <a:pt x="7499" y="3434"/>
                  </a:cubicBezTo>
                  <a:cubicBezTo>
                    <a:pt x="7215" y="3434"/>
                    <a:pt x="6995" y="3686"/>
                    <a:pt x="6995" y="3938"/>
                  </a:cubicBezTo>
                  <a:lnTo>
                    <a:pt x="6995" y="4474"/>
                  </a:lnTo>
                  <a:cubicBezTo>
                    <a:pt x="6995" y="4663"/>
                    <a:pt x="6837" y="4820"/>
                    <a:pt x="6617" y="4820"/>
                  </a:cubicBezTo>
                  <a:cubicBezTo>
                    <a:pt x="6427" y="4820"/>
                    <a:pt x="6270" y="4663"/>
                    <a:pt x="6270" y="4474"/>
                  </a:cubicBezTo>
                  <a:lnTo>
                    <a:pt x="6270" y="3277"/>
                  </a:lnTo>
                  <a:cubicBezTo>
                    <a:pt x="6270" y="2993"/>
                    <a:pt x="6049" y="2773"/>
                    <a:pt x="5766" y="2773"/>
                  </a:cubicBezTo>
                  <a:cubicBezTo>
                    <a:pt x="5482" y="2773"/>
                    <a:pt x="5262" y="2993"/>
                    <a:pt x="5262" y="3277"/>
                  </a:cubicBezTo>
                  <a:lnTo>
                    <a:pt x="5262" y="4474"/>
                  </a:lnTo>
                  <a:cubicBezTo>
                    <a:pt x="5262" y="4663"/>
                    <a:pt x="5104" y="4820"/>
                    <a:pt x="4884" y="4820"/>
                  </a:cubicBezTo>
                  <a:cubicBezTo>
                    <a:pt x="4695" y="4820"/>
                    <a:pt x="4537" y="4663"/>
                    <a:pt x="4537" y="4474"/>
                  </a:cubicBezTo>
                  <a:lnTo>
                    <a:pt x="4537" y="1890"/>
                  </a:lnTo>
                  <a:cubicBezTo>
                    <a:pt x="4537" y="1638"/>
                    <a:pt x="4317" y="1386"/>
                    <a:pt x="4033" y="1386"/>
                  </a:cubicBezTo>
                  <a:cubicBezTo>
                    <a:pt x="3750" y="1386"/>
                    <a:pt x="3529" y="1638"/>
                    <a:pt x="3529" y="1890"/>
                  </a:cubicBezTo>
                  <a:lnTo>
                    <a:pt x="3529" y="4474"/>
                  </a:lnTo>
                  <a:cubicBezTo>
                    <a:pt x="3529" y="4663"/>
                    <a:pt x="3371" y="4820"/>
                    <a:pt x="3151" y="4820"/>
                  </a:cubicBezTo>
                  <a:cubicBezTo>
                    <a:pt x="2962" y="4820"/>
                    <a:pt x="2804" y="4663"/>
                    <a:pt x="2804" y="4474"/>
                  </a:cubicBezTo>
                  <a:lnTo>
                    <a:pt x="2804" y="4159"/>
                  </a:lnTo>
                  <a:lnTo>
                    <a:pt x="2804" y="536"/>
                  </a:lnTo>
                  <a:cubicBezTo>
                    <a:pt x="2804" y="252"/>
                    <a:pt x="2584" y="0"/>
                    <a:pt x="230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25"/>
            <p:cNvSpPr/>
            <p:nvPr/>
          </p:nvSpPr>
          <p:spPr>
            <a:xfrm>
              <a:off x="-33027975" y="3962900"/>
              <a:ext cx="33100" cy="105575"/>
            </a:xfrm>
            <a:custGeom>
              <a:rect b="b" l="l" r="r" t="t"/>
              <a:pathLst>
                <a:path extrusionOk="0" h="4223" w="1324">
                  <a:moveTo>
                    <a:pt x="1" y="1"/>
                  </a:moveTo>
                  <a:lnTo>
                    <a:pt x="1" y="3782"/>
                  </a:lnTo>
                  <a:cubicBezTo>
                    <a:pt x="95" y="3908"/>
                    <a:pt x="221" y="4065"/>
                    <a:pt x="253" y="4223"/>
                  </a:cubicBezTo>
                  <a:cubicBezTo>
                    <a:pt x="410" y="4128"/>
                    <a:pt x="631" y="4065"/>
                    <a:pt x="820" y="4065"/>
                  </a:cubicBezTo>
                  <a:cubicBezTo>
                    <a:pt x="1009" y="4065"/>
                    <a:pt x="1166" y="4097"/>
                    <a:pt x="1324" y="4160"/>
                  </a:cubicBezTo>
                  <a:lnTo>
                    <a:pt x="1324" y="285"/>
                  </a:lnTo>
                  <a:cubicBezTo>
                    <a:pt x="1324" y="127"/>
                    <a:pt x="1166" y="1"/>
                    <a:pt x="100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25"/>
            <p:cNvSpPr/>
            <p:nvPr/>
          </p:nvSpPr>
          <p:spPr>
            <a:xfrm>
              <a:off x="-33286325" y="3962125"/>
              <a:ext cx="96125" cy="205600"/>
            </a:xfrm>
            <a:custGeom>
              <a:rect b="b" l="l" r="r" t="t"/>
              <a:pathLst>
                <a:path extrusionOk="0" h="8224" w="3845">
                  <a:moveTo>
                    <a:pt x="379" y="0"/>
                  </a:moveTo>
                  <a:cubicBezTo>
                    <a:pt x="158" y="0"/>
                    <a:pt x="1" y="127"/>
                    <a:pt x="1" y="347"/>
                  </a:cubicBezTo>
                  <a:lnTo>
                    <a:pt x="1" y="7877"/>
                  </a:lnTo>
                  <a:cubicBezTo>
                    <a:pt x="1" y="8066"/>
                    <a:pt x="158" y="8223"/>
                    <a:pt x="347" y="8223"/>
                  </a:cubicBezTo>
                  <a:lnTo>
                    <a:pt x="3844" y="8223"/>
                  </a:lnTo>
                  <a:lnTo>
                    <a:pt x="3718" y="8066"/>
                  </a:lnTo>
                  <a:cubicBezTo>
                    <a:pt x="3435" y="7719"/>
                    <a:pt x="3277" y="7278"/>
                    <a:pt x="3246" y="6837"/>
                  </a:cubicBezTo>
                  <a:lnTo>
                    <a:pt x="2458" y="6837"/>
                  </a:lnTo>
                  <a:cubicBezTo>
                    <a:pt x="1891" y="6837"/>
                    <a:pt x="1419" y="6364"/>
                    <a:pt x="1419" y="5829"/>
                  </a:cubicBezTo>
                  <a:lnTo>
                    <a:pt x="141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25"/>
            <p:cNvSpPr/>
            <p:nvPr/>
          </p:nvSpPr>
          <p:spPr>
            <a:xfrm>
              <a:off x="-33235125" y="3944800"/>
              <a:ext cx="189050" cy="171725"/>
            </a:xfrm>
            <a:custGeom>
              <a:rect b="b" l="l" r="r" t="t"/>
              <a:pathLst>
                <a:path extrusionOk="0" h="6869" w="7562">
                  <a:moveTo>
                    <a:pt x="379" y="0"/>
                  </a:moveTo>
                  <a:cubicBezTo>
                    <a:pt x="158" y="0"/>
                    <a:pt x="1" y="158"/>
                    <a:pt x="1" y="347"/>
                  </a:cubicBezTo>
                  <a:lnTo>
                    <a:pt x="1" y="6522"/>
                  </a:lnTo>
                  <a:cubicBezTo>
                    <a:pt x="1" y="6711"/>
                    <a:pt x="158" y="6868"/>
                    <a:pt x="379" y="6868"/>
                  </a:cubicBezTo>
                  <a:lnTo>
                    <a:pt x="1198" y="6868"/>
                  </a:lnTo>
                  <a:cubicBezTo>
                    <a:pt x="1261" y="6427"/>
                    <a:pt x="1513" y="5986"/>
                    <a:pt x="1828" y="5640"/>
                  </a:cubicBezTo>
                  <a:lnTo>
                    <a:pt x="2742" y="4726"/>
                  </a:lnTo>
                  <a:lnTo>
                    <a:pt x="2742" y="2584"/>
                  </a:lnTo>
                  <a:cubicBezTo>
                    <a:pt x="2742" y="1891"/>
                    <a:pt x="3277" y="1387"/>
                    <a:pt x="3907" y="1387"/>
                  </a:cubicBezTo>
                  <a:cubicBezTo>
                    <a:pt x="4537" y="1387"/>
                    <a:pt x="5105" y="1922"/>
                    <a:pt x="5105" y="2584"/>
                  </a:cubicBezTo>
                  <a:lnTo>
                    <a:pt x="5105" y="2836"/>
                  </a:lnTo>
                  <a:cubicBezTo>
                    <a:pt x="5262" y="2773"/>
                    <a:pt x="5420" y="2710"/>
                    <a:pt x="5609" y="2710"/>
                  </a:cubicBezTo>
                  <a:cubicBezTo>
                    <a:pt x="6270" y="2710"/>
                    <a:pt x="6774" y="3277"/>
                    <a:pt x="6774" y="3907"/>
                  </a:cubicBezTo>
                  <a:lnTo>
                    <a:pt x="6774" y="4191"/>
                  </a:lnTo>
                  <a:cubicBezTo>
                    <a:pt x="7058" y="4159"/>
                    <a:pt x="7215" y="4096"/>
                    <a:pt x="7404" y="4096"/>
                  </a:cubicBezTo>
                  <a:cubicBezTo>
                    <a:pt x="7499" y="4096"/>
                    <a:pt x="7530" y="4096"/>
                    <a:pt x="7562" y="4159"/>
                  </a:cubicBezTo>
                  <a:lnTo>
                    <a:pt x="7562" y="347"/>
                  </a:lnTo>
                  <a:cubicBezTo>
                    <a:pt x="7562" y="158"/>
                    <a:pt x="7404" y="0"/>
                    <a:pt x="7215" y="0"/>
                  </a:cubicBezTo>
                  <a:lnTo>
                    <a:pt x="5168" y="0"/>
                  </a:lnTo>
                  <a:cubicBezTo>
                    <a:pt x="4600" y="0"/>
                    <a:pt x="4096" y="284"/>
                    <a:pt x="3781" y="725"/>
                  </a:cubicBezTo>
                  <a:cubicBezTo>
                    <a:pt x="3466" y="284"/>
                    <a:pt x="2994" y="0"/>
                    <a:pt x="239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4" name="Google Shape;674;p25"/>
          <p:cNvGrpSpPr/>
          <p:nvPr/>
        </p:nvGrpSpPr>
        <p:grpSpPr>
          <a:xfrm>
            <a:off x="5435744" y="1822593"/>
            <a:ext cx="336100" cy="349507"/>
            <a:chOff x="-34763900" y="3561225"/>
            <a:chExt cx="291450" cy="291450"/>
          </a:xfrm>
        </p:grpSpPr>
        <p:sp>
          <p:nvSpPr>
            <p:cNvPr id="675" name="Google Shape;675;p25"/>
            <p:cNvSpPr/>
            <p:nvPr/>
          </p:nvSpPr>
          <p:spPr>
            <a:xfrm>
              <a:off x="-34693800" y="3629750"/>
              <a:ext cx="152025" cy="152825"/>
            </a:xfrm>
            <a:custGeom>
              <a:rect b="b" l="l" r="r" t="t"/>
              <a:pathLst>
                <a:path extrusionOk="0" h="6113" w="6081">
                  <a:moveTo>
                    <a:pt x="3025" y="1387"/>
                  </a:moveTo>
                  <a:cubicBezTo>
                    <a:pt x="3970" y="1387"/>
                    <a:pt x="4726" y="2143"/>
                    <a:pt x="4726" y="3088"/>
                  </a:cubicBezTo>
                  <a:cubicBezTo>
                    <a:pt x="4726" y="4033"/>
                    <a:pt x="3970" y="4789"/>
                    <a:pt x="3025" y="4789"/>
                  </a:cubicBezTo>
                  <a:cubicBezTo>
                    <a:pt x="2080" y="4789"/>
                    <a:pt x="1324" y="4033"/>
                    <a:pt x="1324" y="3088"/>
                  </a:cubicBezTo>
                  <a:cubicBezTo>
                    <a:pt x="1324" y="2143"/>
                    <a:pt x="2080" y="1387"/>
                    <a:pt x="3025" y="1387"/>
                  </a:cubicBezTo>
                  <a:close/>
                  <a:moveTo>
                    <a:pt x="2710" y="0"/>
                  </a:moveTo>
                  <a:lnTo>
                    <a:pt x="2710" y="442"/>
                  </a:lnTo>
                  <a:cubicBezTo>
                    <a:pt x="2710" y="599"/>
                    <a:pt x="2584" y="725"/>
                    <a:pt x="2426" y="757"/>
                  </a:cubicBezTo>
                  <a:cubicBezTo>
                    <a:pt x="2237" y="788"/>
                    <a:pt x="2017" y="914"/>
                    <a:pt x="1859" y="1009"/>
                  </a:cubicBezTo>
                  <a:cubicBezTo>
                    <a:pt x="1815" y="1031"/>
                    <a:pt x="1762" y="1041"/>
                    <a:pt x="1707" y="1041"/>
                  </a:cubicBezTo>
                  <a:cubicBezTo>
                    <a:pt x="1607" y="1041"/>
                    <a:pt x="1500" y="1007"/>
                    <a:pt x="1418" y="946"/>
                  </a:cubicBezTo>
                  <a:lnTo>
                    <a:pt x="1103" y="631"/>
                  </a:lnTo>
                  <a:lnTo>
                    <a:pt x="631" y="1103"/>
                  </a:lnTo>
                  <a:lnTo>
                    <a:pt x="946" y="1418"/>
                  </a:lnTo>
                  <a:cubicBezTo>
                    <a:pt x="1072" y="1544"/>
                    <a:pt x="1072" y="1702"/>
                    <a:pt x="977" y="1859"/>
                  </a:cubicBezTo>
                  <a:cubicBezTo>
                    <a:pt x="851" y="2048"/>
                    <a:pt x="788" y="2269"/>
                    <a:pt x="757" y="2458"/>
                  </a:cubicBezTo>
                  <a:cubicBezTo>
                    <a:pt x="694" y="2615"/>
                    <a:pt x="599" y="2710"/>
                    <a:pt x="442" y="2710"/>
                  </a:cubicBezTo>
                  <a:lnTo>
                    <a:pt x="1" y="2710"/>
                  </a:lnTo>
                  <a:lnTo>
                    <a:pt x="1" y="3403"/>
                  </a:lnTo>
                  <a:lnTo>
                    <a:pt x="442" y="3403"/>
                  </a:lnTo>
                  <a:cubicBezTo>
                    <a:pt x="599" y="3403"/>
                    <a:pt x="694" y="3498"/>
                    <a:pt x="757" y="3655"/>
                  </a:cubicBezTo>
                  <a:cubicBezTo>
                    <a:pt x="788" y="3876"/>
                    <a:pt x="914" y="4096"/>
                    <a:pt x="977" y="4254"/>
                  </a:cubicBezTo>
                  <a:cubicBezTo>
                    <a:pt x="1072" y="4380"/>
                    <a:pt x="1009" y="4569"/>
                    <a:pt x="946" y="4695"/>
                  </a:cubicBezTo>
                  <a:lnTo>
                    <a:pt x="631" y="5010"/>
                  </a:lnTo>
                  <a:lnTo>
                    <a:pt x="1103" y="5482"/>
                  </a:lnTo>
                  <a:lnTo>
                    <a:pt x="1418" y="5167"/>
                  </a:lnTo>
                  <a:cubicBezTo>
                    <a:pt x="1486" y="5100"/>
                    <a:pt x="1562" y="5068"/>
                    <a:pt x="1643" y="5068"/>
                  </a:cubicBezTo>
                  <a:cubicBezTo>
                    <a:pt x="1713" y="5068"/>
                    <a:pt x="1786" y="5092"/>
                    <a:pt x="1859" y="5136"/>
                  </a:cubicBezTo>
                  <a:cubicBezTo>
                    <a:pt x="2048" y="5230"/>
                    <a:pt x="2237" y="5325"/>
                    <a:pt x="2426" y="5356"/>
                  </a:cubicBezTo>
                  <a:cubicBezTo>
                    <a:pt x="2584" y="5419"/>
                    <a:pt x="2710" y="5514"/>
                    <a:pt x="2710" y="5671"/>
                  </a:cubicBezTo>
                  <a:lnTo>
                    <a:pt x="2710" y="6112"/>
                  </a:lnTo>
                  <a:lnTo>
                    <a:pt x="3372" y="6112"/>
                  </a:lnTo>
                  <a:lnTo>
                    <a:pt x="3372" y="5734"/>
                  </a:lnTo>
                  <a:cubicBezTo>
                    <a:pt x="3372" y="5577"/>
                    <a:pt x="3498" y="5451"/>
                    <a:pt x="3655" y="5419"/>
                  </a:cubicBezTo>
                  <a:cubicBezTo>
                    <a:pt x="3844" y="5356"/>
                    <a:pt x="4096" y="5262"/>
                    <a:pt x="4254" y="5167"/>
                  </a:cubicBezTo>
                  <a:cubicBezTo>
                    <a:pt x="4300" y="5133"/>
                    <a:pt x="4355" y="5119"/>
                    <a:pt x="4410" y="5119"/>
                  </a:cubicBezTo>
                  <a:cubicBezTo>
                    <a:pt x="4506" y="5119"/>
                    <a:pt x="4603" y="5159"/>
                    <a:pt x="4663" y="5199"/>
                  </a:cubicBezTo>
                  <a:lnTo>
                    <a:pt x="5010" y="5514"/>
                  </a:lnTo>
                  <a:lnTo>
                    <a:pt x="5451" y="5041"/>
                  </a:lnTo>
                  <a:lnTo>
                    <a:pt x="5136" y="4726"/>
                  </a:lnTo>
                  <a:cubicBezTo>
                    <a:pt x="5041" y="4632"/>
                    <a:pt x="5041" y="4474"/>
                    <a:pt x="5104" y="4285"/>
                  </a:cubicBezTo>
                  <a:cubicBezTo>
                    <a:pt x="5230" y="4096"/>
                    <a:pt x="5293" y="3907"/>
                    <a:pt x="5356" y="3718"/>
                  </a:cubicBezTo>
                  <a:cubicBezTo>
                    <a:pt x="5388" y="3561"/>
                    <a:pt x="5514" y="3434"/>
                    <a:pt x="5671" y="3434"/>
                  </a:cubicBezTo>
                  <a:lnTo>
                    <a:pt x="6081" y="3434"/>
                  </a:lnTo>
                  <a:lnTo>
                    <a:pt x="6081" y="2773"/>
                  </a:lnTo>
                  <a:lnTo>
                    <a:pt x="5671" y="2773"/>
                  </a:lnTo>
                  <a:cubicBezTo>
                    <a:pt x="5514" y="2710"/>
                    <a:pt x="5388" y="2615"/>
                    <a:pt x="5356" y="2458"/>
                  </a:cubicBezTo>
                  <a:cubicBezTo>
                    <a:pt x="5293" y="2269"/>
                    <a:pt x="5199" y="2017"/>
                    <a:pt x="5104" y="1859"/>
                  </a:cubicBezTo>
                  <a:cubicBezTo>
                    <a:pt x="5041" y="1733"/>
                    <a:pt x="5073" y="1544"/>
                    <a:pt x="5136" y="1418"/>
                  </a:cubicBezTo>
                  <a:lnTo>
                    <a:pt x="5451" y="1103"/>
                  </a:lnTo>
                  <a:lnTo>
                    <a:pt x="5010" y="631"/>
                  </a:lnTo>
                  <a:lnTo>
                    <a:pt x="4663" y="946"/>
                  </a:lnTo>
                  <a:cubicBezTo>
                    <a:pt x="4608" y="1019"/>
                    <a:pt x="4531" y="1050"/>
                    <a:pt x="4445" y="1050"/>
                  </a:cubicBezTo>
                  <a:cubicBezTo>
                    <a:pt x="4384" y="1050"/>
                    <a:pt x="4319" y="1035"/>
                    <a:pt x="4254" y="1009"/>
                  </a:cubicBezTo>
                  <a:cubicBezTo>
                    <a:pt x="4033" y="883"/>
                    <a:pt x="3844" y="788"/>
                    <a:pt x="3655" y="757"/>
                  </a:cubicBezTo>
                  <a:cubicBezTo>
                    <a:pt x="3498" y="725"/>
                    <a:pt x="3372" y="599"/>
                    <a:pt x="3372" y="442"/>
                  </a:cubicBezTo>
                  <a:lnTo>
                    <a:pt x="3372"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25"/>
            <p:cNvSpPr/>
            <p:nvPr/>
          </p:nvSpPr>
          <p:spPr>
            <a:xfrm>
              <a:off x="-34763900" y="3561225"/>
              <a:ext cx="291450" cy="291450"/>
            </a:xfrm>
            <a:custGeom>
              <a:rect b="b" l="l" r="r" t="t"/>
              <a:pathLst>
                <a:path extrusionOk="0" h="11658" w="11658">
                  <a:moveTo>
                    <a:pt x="6522" y="2048"/>
                  </a:moveTo>
                  <a:cubicBezTo>
                    <a:pt x="6743" y="2048"/>
                    <a:pt x="6900" y="2206"/>
                    <a:pt x="6900" y="2395"/>
                  </a:cubicBezTo>
                  <a:lnTo>
                    <a:pt x="6900" y="2899"/>
                  </a:lnTo>
                  <a:cubicBezTo>
                    <a:pt x="6995" y="2962"/>
                    <a:pt x="7089" y="2994"/>
                    <a:pt x="7152" y="3025"/>
                  </a:cubicBezTo>
                  <a:lnTo>
                    <a:pt x="7530" y="2678"/>
                  </a:lnTo>
                  <a:cubicBezTo>
                    <a:pt x="7578" y="2615"/>
                    <a:pt x="7664" y="2584"/>
                    <a:pt x="7755" y="2584"/>
                  </a:cubicBezTo>
                  <a:cubicBezTo>
                    <a:pt x="7845" y="2584"/>
                    <a:pt x="7940" y="2615"/>
                    <a:pt x="8003" y="2678"/>
                  </a:cubicBezTo>
                  <a:lnTo>
                    <a:pt x="8979" y="3655"/>
                  </a:lnTo>
                  <a:cubicBezTo>
                    <a:pt x="9106" y="3781"/>
                    <a:pt x="9106" y="4002"/>
                    <a:pt x="8979" y="4128"/>
                  </a:cubicBezTo>
                  <a:lnTo>
                    <a:pt x="8633" y="4474"/>
                  </a:lnTo>
                  <a:cubicBezTo>
                    <a:pt x="8664" y="4569"/>
                    <a:pt x="8696" y="4695"/>
                    <a:pt x="8727" y="4758"/>
                  </a:cubicBezTo>
                  <a:lnTo>
                    <a:pt x="9263" y="4758"/>
                  </a:lnTo>
                  <a:cubicBezTo>
                    <a:pt x="9452" y="4758"/>
                    <a:pt x="9610" y="4915"/>
                    <a:pt x="9610" y="5104"/>
                  </a:cubicBezTo>
                  <a:lnTo>
                    <a:pt x="9610" y="6491"/>
                  </a:lnTo>
                  <a:cubicBezTo>
                    <a:pt x="9610" y="6680"/>
                    <a:pt x="9452" y="6837"/>
                    <a:pt x="9263" y="6837"/>
                  </a:cubicBezTo>
                  <a:lnTo>
                    <a:pt x="8727" y="6837"/>
                  </a:lnTo>
                  <a:cubicBezTo>
                    <a:pt x="8696" y="6963"/>
                    <a:pt x="8664" y="7026"/>
                    <a:pt x="8633" y="7121"/>
                  </a:cubicBezTo>
                  <a:lnTo>
                    <a:pt x="8979" y="7467"/>
                  </a:lnTo>
                  <a:cubicBezTo>
                    <a:pt x="9106" y="7593"/>
                    <a:pt x="9106" y="7814"/>
                    <a:pt x="8979" y="7940"/>
                  </a:cubicBezTo>
                  <a:lnTo>
                    <a:pt x="8003" y="8916"/>
                  </a:lnTo>
                  <a:cubicBezTo>
                    <a:pt x="7940" y="8979"/>
                    <a:pt x="7845" y="9011"/>
                    <a:pt x="7755" y="9011"/>
                  </a:cubicBezTo>
                  <a:cubicBezTo>
                    <a:pt x="7664" y="9011"/>
                    <a:pt x="7578" y="8979"/>
                    <a:pt x="7530" y="8916"/>
                  </a:cubicBezTo>
                  <a:lnTo>
                    <a:pt x="7152" y="8570"/>
                  </a:lnTo>
                  <a:cubicBezTo>
                    <a:pt x="7089" y="8601"/>
                    <a:pt x="6963" y="8664"/>
                    <a:pt x="6900" y="8696"/>
                  </a:cubicBezTo>
                  <a:lnTo>
                    <a:pt x="6900" y="9200"/>
                  </a:lnTo>
                  <a:cubicBezTo>
                    <a:pt x="6900" y="9389"/>
                    <a:pt x="6743" y="9547"/>
                    <a:pt x="6522" y="9547"/>
                  </a:cubicBezTo>
                  <a:lnTo>
                    <a:pt x="5167" y="9547"/>
                  </a:lnTo>
                  <a:cubicBezTo>
                    <a:pt x="4947" y="9547"/>
                    <a:pt x="4789" y="9389"/>
                    <a:pt x="4789" y="9200"/>
                  </a:cubicBezTo>
                  <a:lnTo>
                    <a:pt x="4789" y="8696"/>
                  </a:lnTo>
                  <a:cubicBezTo>
                    <a:pt x="4695" y="8664"/>
                    <a:pt x="4600" y="8601"/>
                    <a:pt x="4537" y="8570"/>
                  </a:cubicBezTo>
                  <a:lnTo>
                    <a:pt x="4159" y="8916"/>
                  </a:lnTo>
                  <a:cubicBezTo>
                    <a:pt x="4112" y="8979"/>
                    <a:pt x="4025" y="9011"/>
                    <a:pt x="3935" y="9011"/>
                  </a:cubicBezTo>
                  <a:cubicBezTo>
                    <a:pt x="3844" y="9011"/>
                    <a:pt x="3750" y="8979"/>
                    <a:pt x="3687" y="8916"/>
                  </a:cubicBezTo>
                  <a:lnTo>
                    <a:pt x="2710" y="7940"/>
                  </a:lnTo>
                  <a:cubicBezTo>
                    <a:pt x="2584" y="7814"/>
                    <a:pt x="2584" y="7593"/>
                    <a:pt x="2710" y="7467"/>
                  </a:cubicBezTo>
                  <a:lnTo>
                    <a:pt x="3057" y="7121"/>
                  </a:lnTo>
                  <a:cubicBezTo>
                    <a:pt x="3025" y="7026"/>
                    <a:pt x="2994" y="6932"/>
                    <a:pt x="2962" y="6837"/>
                  </a:cubicBezTo>
                  <a:lnTo>
                    <a:pt x="2426" y="6837"/>
                  </a:lnTo>
                  <a:cubicBezTo>
                    <a:pt x="2237" y="6837"/>
                    <a:pt x="2080" y="6680"/>
                    <a:pt x="2080" y="6491"/>
                  </a:cubicBezTo>
                  <a:lnTo>
                    <a:pt x="2080" y="5104"/>
                  </a:lnTo>
                  <a:cubicBezTo>
                    <a:pt x="2080" y="4915"/>
                    <a:pt x="2237" y="4758"/>
                    <a:pt x="2426" y="4758"/>
                  </a:cubicBezTo>
                  <a:lnTo>
                    <a:pt x="2962" y="4758"/>
                  </a:lnTo>
                  <a:cubicBezTo>
                    <a:pt x="2994" y="4632"/>
                    <a:pt x="3025" y="4569"/>
                    <a:pt x="3057" y="4474"/>
                  </a:cubicBezTo>
                  <a:lnTo>
                    <a:pt x="2710" y="4128"/>
                  </a:lnTo>
                  <a:cubicBezTo>
                    <a:pt x="2584" y="4002"/>
                    <a:pt x="2584" y="3781"/>
                    <a:pt x="2710" y="3655"/>
                  </a:cubicBezTo>
                  <a:lnTo>
                    <a:pt x="3687" y="2678"/>
                  </a:lnTo>
                  <a:cubicBezTo>
                    <a:pt x="3750" y="2615"/>
                    <a:pt x="3844" y="2584"/>
                    <a:pt x="3935" y="2584"/>
                  </a:cubicBezTo>
                  <a:cubicBezTo>
                    <a:pt x="4025" y="2584"/>
                    <a:pt x="4112" y="2615"/>
                    <a:pt x="4159" y="2678"/>
                  </a:cubicBezTo>
                  <a:lnTo>
                    <a:pt x="4537" y="3025"/>
                  </a:lnTo>
                  <a:cubicBezTo>
                    <a:pt x="4600" y="2994"/>
                    <a:pt x="4726" y="2962"/>
                    <a:pt x="4789" y="2899"/>
                  </a:cubicBezTo>
                  <a:lnTo>
                    <a:pt x="4789" y="2395"/>
                  </a:lnTo>
                  <a:cubicBezTo>
                    <a:pt x="4789" y="2206"/>
                    <a:pt x="4947" y="2048"/>
                    <a:pt x="5167" y="2048"/>
                  </a:cubicBezTo>
                  <a:close/>
                  <a:moveTo>
                    <a:pt x="5829" y="1"/>
                  </a:moveTo>
                  <a:cubicBezTo>
                    <a:pt x="2647" y="1"/>
                    <a:pt x="1" y="2647"/>
                    <a:pt x="1" y="5829"/>
                  </a:cubicBezTo>
                  <a:cubicBezTo>
                    <a:pt x="1" y="6837"/>
                    <a:pt x="284" y="7877"/>
                    <a:pt x="820" y="8790"/>
                  </a:cubicBezTo>
                  <a:lnTo>
                    <a:pt x="32" y="11185"/>
                  </a:lnTo>
                  <a:cubicBezTo>
                    <a:pt x="1" y="11311"/>
                    <a:pt x="32" y="11468"/>
                    <a:pt x="127" y="11531"/>
                  </a:cubicBezTo>
                  <a:cubicBezTo>
                    <a:pt x="174" y="11602"/>
                    <a:pt x="274" y="11638"/>
                    <a:pt x="375" y="11638"/>
                  </a:cubicBezTo>
                  <a:cubicBezTo>
                    <a:pt x="408" y="11638"/>
                    <a:pt x="442" y="11634"/>
                    <a:pt x="473" y="11626"/>
                  </a:cubicBezTo>
                  <a:lnTo>
                    <a:pt x="2868" y="10838"/>
                  </a:lnTo>
                  <a:cubicBezTo>
                    <a:pt x="3781" y="11374"/>
                    <a:pt x="4789" y="11657"/>
                    <a:pt x="5829" y="11657"/>
                  </a:cubicBezTo>
                  <a:cubicBezTo>
                    <a:pt x="9011" y="11657"/>
                    <a:pt x="11657" y="9011"/>
                    <a:pt x="11657" y="5829"/>
                  </a:cubicBezTo>
                  <a:cubicBezTo>
                    <a:pt x="11657" y="2584"/>
                    <a:pt x="9011" y="1"/>
                    <a:pt x="58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25"/>
            <p:cNvSpPr/>
            <p:nvPr/>
          </p:nvSpPr>
          <p:spPr>
            <a:xfrm>
              <a:off x="-34644175" y="3680950"/>
              <a:ext cx="51225" cy="51225"/>
            </a:xfrm>
            <a:custGeom>
              <a:rect b="b" l="l" r="r" t="t"/>
              <a:pathLst>
                <a:path extrusionOk="0" h="2049" w="2049">
                  <a:moveTo>
                    <a:pt x="1040" y="0"/>
                  </a:moveTo>
                  <a:cubicBezTo>
                    <a:pt x="473" y="0"/>
                    <a:pt x="0" y="473"/>
                    <a:pt x="0" y="1040"/>
                  </a:cubicBezTo>
                  <a:cubicBezTo>
                    <a:pt x="0" y="1576"/>
                    <a:pt x="473" y="2048"/>
                    <a:pt x="1040" y="2048"/>
                  </a:cubicBezTo>
                  <a:cubicBezTo>
                    <a:pt x="1576" y="2048"/>
                    <a:pt x="2048" y="1576"/>
                    <a:pt x="2048" y="1040"/>
                  </a:cubicBezTo>
                  <a:cubicBezTo>
                    <a:pt x="2048" y="441"/>
                    <a:pt x="1576" y="0"/>
                    <a:pt x="104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p26"/>
          <p:cNvSpPr txBox="1"/>
          <p:nvPr>
            <p:ph type="title"/>
          </p:nvPr>
        </p:nvSpPr>
        <p:spPr>
          <a:xfrm>
            <a:off x="453600" y="292625"/>
            <a:ext cx="82368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Why Walmart Failed in Germany</a:t>
            </a:r>
            <a:endParaRPr/>
          </a:p>
        </p:txBody>
      </p:sp>
      <p:sp>
        <p:nvSpPr>
          <p:cNvPr id="683" name="Google Shape;683;p26"/>
          <p:cNvSpPr txBox="1"/>
          <p:nvPr/>
        </p:nvSpPr>
        <p:spPr>
          <a:xfrm>
            <a:off x="1928850" y="885825"/>
            <a:ext cx="5286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1"/>
                </a:solidFill>
                <a:latin typeface="Fira Sans Extra Condensed SemiBold"/>
                <a:ea typeface="Fira Sans Extra Condensed SemiBold"/>
                <a:cs typeface="Fira Sans Extra Condensed SemiBold"/>
                <a:sym typeface="Fira Sans Extra Condensed SemiBold"/>
              </a:rPr>
              <a:t>A Leadership Misstep</a:t>
            </a:r>
            <a:endParaRPr sz="2000">
              <a:latin typeface="Fira Sans Extra Condensed SemiBold"/>
              <a:ea typeface="Fira Sans Extra Condensed SemiBold"/>
              <a:cs typeface="Fira Sans Extra Condensed SemiBold"/>
              <a:sym typeface="Fira Sans Extra Condensed SemiBold"/>
            </a:endParaRPr>
          </a:p>
        </p:txBody>
      </p:sp>
      <p:cxnSp>
        <p:nvCxnSpPr>
          <p:cNvPr id="684" name="Google Shape;684;p26"/>
          <p:cNvCxnSpPr>
            <a:stCxn id="685" idx="1"/>
            <a:endCxn id="686" idx="0"/>
          </p:cNvCxnSpPr>
          <p:nvPr/>
        </p:nvCxnSpPr>
        <p:spPr>
          <a:xfrm>
            <a:off x="1207976" y="2711489"/>
            <a:ext cx="811200" cy="442800"/>
          </a:xfrm>
          <a:prstGeom prst="curvedConnector4">
            <a:avLst>
              <a:gd fmla="val -29355" name="adj1"/>
              <a:gd fmla="val 79846" name="adj2"/>
            </a:avLst>
          </a:prstGeom>
          <a:noFill/>
          <a:ln cap="flat" cmpd="sng" w="19050">
            <a:solidFill>
              <a:schemeClr val="dk1"/>
            </a:solidFill>
            <a:prstDash val="solid"/>
            <a:round/>
            <a:headEnd len="med" w="med" type="none"/>
            <a:tailEnd len="med" w="med" type="none"/>
          </a:ln>
        </p:spPr>
      </p:cxnSp>
      <p:cxnSp>
        <p:nvCxnSpPr>
          <p:cNvPr id="687" name="Google Shape;687;p26"/>
          <p:cNvCxnSpPr>
            <a:stCxn id="688" idx="1"/>
          </p:cNvCxnSpPr>
          <p:nvPr/>
        </p:nvCxnSpPr>
        <p:spPr>
          <a:xfrm>
            <a:off x="3614733" y="2692723"/>
            <a:ext cx="390000" cy="434700"/>
          </a:xfrm>
          <a:prstGeom prst="curvedConnector4">
            <a:avLst>
              <a:gd fmla="val -61058" name="adj1"/>
              <a:gd fmla="val 79848" name="adj2"/>
            </a:avLst>
          </a:prstGeom>
          <a:noFill/>
          <a:ln cap="flat" cmpd="sng" w="19050">
            <a:solidFill>
              <a:schemeClr val="dk1"/>
            </a:solidFill>
            <a:prstDash val="solid"/>
            <a:round/>
            <a:headEnd len="med" w="med" type="none"/>
            <a:tailEnd len="med" w="med" type="none"/>
          </a:ln>
        </p:spPr>
      </p:cxnSp>
      <p:cxnSp>
        <p:nvCxnSpPr>
          <p:cNvPr id="689" name="Google Shape;689;p26"/>
          <p:cNvCxnSpPr>
            <a:stCxn id="690" idx="1"/>
            <a:endCxn id="691" idx="0"/>
          </p:cNvCxnSpPr>
          <p:nvPr/>
        </p:nvCxnSpPr>
        <p:spPr>
          <a:xfrm>
            <a:off x="6045813" y="2692742"/>
            <a:ext cx="1131000" cy="434700"/>
          </a:xfrm>
          <a:prstGeom prst="curvedConnector4">
            <a:avLst>
              <a:gd fmla="val -21054" name="adj1"/>
              <a:gd fmla="val 79855" name="adj2"/>
            </a:avLst>
          </a:prstGeom>
          <a:noFill/>
          <a:ln cap="flat" cmpd="sng" w="19050">
            <a:solidFill>
              <a:schemeClr val="dk1"/>
            </a:solidFill>
            <a:prstDash val="solid"/>
            <a:round/>
            <a:headEnd len="med" w="med" type="none"/>
            <a:tailEnd len="med" w="med" type="none"/>
          </a:ln>
        </p:spPr>
      </p:cxnSp>
      <p:grpSp>
        <p:nvGrpSpPr>
          <p:cNvPr id="692" name="Google Shape;692;p26"/>
          <p:cNvGrpSpPr/>
          <p:nvPr/>
        </p:nvGrpSpPr>
        <p:grpSpPr>
          <a:xfrm>
            <a:off x="1011247" y="1680589"/>
            <a:ext cx="2015718" cy="2526741"/>
            <a:chOff x="3984307" y="2101125"/>
            <a:chExt cx="1659300" cy="2354618"/>
          </a:xfrm>
        </p:grpSpPr>
        <p:sp>
          <p:nvSpPr>
            <p:cNvPr id="685" name="Google Shape;685;p26"/>
            <p:cNvSpPr/>
            <p:nvPr/>
          </p:nvSpPr>
          <p:spPr>
            <a:xfrm>
              <a:off x="4146250" y="2815500"/>
              <a:ext cx="1371600" cy="4926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1"/>
                  </a:solidFill>
                  <a:latin typeface="Fira Sans Extra Condensed SemiBold"/>
                  <a:ea typeface="Fira Sans Extra Condensed SemiBold"/>
                  <a:cs typeface="Fira Sans Extra Condensed SemiBold"/>
                  <a:sym typeface="Fira Sans Extra Condensed SemiBold"/>
                </a:rPr>
                <a:t>Challenge</a:t>
              </a:r>
              <a:endParaRPr sz="2000">
                <a:solidFill>
                  <a:schemeClr val="dk1"/>
                </a:solidFill>
                <a:latin typeface="Fira Sans Extra Condensed SemiBold"/>
                <a:ea typeface="Fira Sans Extra Condensed SemiBold"/>
                <a:cs typeface="Fira Sans Extra Condensed SemiBold"/>
                <a:sym typeface="Fira Sans Extra Condensed SemiBold"/>
              </a:endParaRPr>
            </a:p>
          </p:txBody>
        </p:sp>
        <p:sp>
          <p:nvSpPr>
            <p:cNvPr id="686" name="Google Shape;686;p26"/>
            <p:cNvSpPr/>
            <p:nvPr/>
          </p:nvSpPr>
          <p:spPr>
            <a:xfrm>
              <a:off x="3984307" y="3474443"/>
              <a:ext cx="1659300" cy="981300"/>
            </a:xfrm>
            <a:prstGeom prst="roundRect">
              <a:avLst>
                <a:gd fmla="val 23625" name="adj"/>
              </a:avLst>
            </a:prstGeom>
            <a:solidFill>
              <a:schemeClr val="dk2"/>
            </a:solidFill>
            <a:ln>
              <a:noFill/>
            </a:ln>
          </p:spPr>
          <p:txBody>
            <a:bodyPr anchorCtr="0" anchor="ctr"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lang="en">
                  <a:solidFill>
                    <a:schemeClr val="dk1"/>
                  </a:solidFill>
                  <a:latin typeface="Roboto"/>
                  <a:ea typeface="Roboto"/>
                  <a:cs typeface="Roboto"/>
                  <a:sym typeface="Roboto"/>
                </a:rPr>
                <a:t>American-style practices clashed with German culture.</a:t>
              </a:r>
              <a:endParaRPr>
                <a:solidFill>
                  <a:schemeClr val="dk1"/>
                </a:solidFill>
                <a:latin typeface="Roboto"/>
                <a:ea typeface="Roboto"/>
                <a:cs typeface="Roboto"/>
                <a:sym typeface="Roboto"/>
              </a:endParaRPr>
            </a:p>
          </p:txBody>
        </p:sp>
        <p:sp>
          <p:nvSpPr>
            <p:cNvPr id="693" name="Google Shape;693;p26"/>
            <p:cNvSpPr/>
            <p:nvPr/>
          </p:nvSpPr>
          <p:spPr>
            <a:xfrm>
              <a:off x="4545700" y="2101125"/>
              <a:ext cx="572700" cy="572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4" name="Google Shape;694;p26"/>
          <p:cNvGrpSpPr/>
          <p:nvPr/>
        </p:nvGrpSpPr>
        <p:grpSpPr>
          <a:xfrm>
            <a:off x="3427566" y="1680543"/>
            <a:ext cx="2367959" cy="2786466"/>
            <a:chOff x="5568900" y="2101125"/>
            <a:chExt cx="1957800" cy="2644710"/>
          </a:xfrm>
        </p:grpSpPr>
        <p:sp>
          <p:nvSpPr>
            <p:cNvPr id="688" name="Google Shape;688;p26"/>
            <p:cNvSpPr/>
            <p:nvPr/>
          </p:nvSpPr>
          <p:spPr>
            <a:xfrm>
              <a:off x="5723647" y="2815512"/>
              <a:ext cx="1533600" cy="4926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1"/>
                  </a:solidFill>
                  <a:latin typeface="Fira Sans Extra Condensed SemiBold"/>
                  <a:ea typeface="Fira Sans Extra Condensed SemiBold"/>
                  <a:cs typeface="Fira Sans Extra Condensed SemiBold"/>
                  <a:sym typeface="Fira Sans Extra Condensed SemiBold"/>
                </a:rPr>
                <a:t>Mistake</a:t>
              </a:r>
              <a:endParaRPr sz="2000">
                <a:solidFill>
                  <a:schemeClr val="dk1"/>
                </a:solidFill>
                <a:latin typeface="Fira Sans Extra Condensed SemiBold"/>
                <a:ea typeface="Fira Sans Extra Condensed SemiBold"/>
                <a:cs typeface="Fira Sans Extra Condensed SemiBold"/>
                <a:sym typeface="Fira Sans Extra Condensed SemiBold"/>
              </a:endParaRPr>
            </a:p>
          </p:txBody>
        </p:sp>
        <p:sp>
          <p:nvSpPr>
            <p:cNvPr id="695" name="Google Shape;695;p26"/>
            <p:cNvSpPr/>
            <p:nvPr/>
          </p:nvSpPr>
          <p:spPr>
            <a:xfrm>
              <a:off x="5568900" y="3474435"/>
              <a:ext cx="1957800" cy="1271400"/>
            </a:xfrm>
            <a:prstGeom prst="roundRect">
              <a:avLst>
                <a:gd fmla="val 23625" name="adj"/>
              </a:avLst>
            </a:prstGeom>
            <a:solidFill>
              <a:schemeClr val="dk2"/>
            </a:solidFill>
            <a:ln>
              <a:noFill/>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Roboto"/>
                  <a:ea typeface="Roboto"/>
                  <a:cs typeface="Roboto"/>
                  <a:sym typeface="Roboto"/>
                </a:rPr>
                <a:t>Friendly greeters and bagging groceries felt strange to German shoppers.</a:t>
              </a:r>
              <a:endParaRPr>
                <a:solidFill>
                  <a:schemeClr val="dk1"/>
                </a:solidFill>
                <a:latin typeface="Roboto"/>
                <a:ea typeface="Roboto"/>
                <a:cs typeface="Roboto"/>
                <a:sym typeface="Roboto"/>
              </a:endParaRPr>
            </a:p>
            <a:p>
              <a:pPr indent="0" lvl="0" marL="0" rtl="0" algn="ctr">
                <a:spcBef>
                  <a:spcPts val="1200"/>
                </a:spcBef>
                <a:spcAft>
                  <a:spcPts val="0"/>
                </a:spcAft>
                <a:buNone/>
              </a:pPr>
              <a:r>
                <a:t/>
              </a:r>
              <a:endParaRPr>
                <a:solidFill>
                  <a:schemeClr val="dk1"/>
                </a:solidFill>
                <a:latin typeface="Roboto"/>
                <a:ea typeface="Roboto"/>
                <a:cs typeface="Roboto"/>
                <a:sym typeface="Roboto"/>
              </a:endParaRPr>
            </a:p>
          </p:txBody>
        </p:sp>
        <p:sp>
          <p:nvSpPr>
            <p:cNvPr id="696" name="Google Shape;696;p26"/>
            <p:cNvSpPr/>
            <p:nvPr/>
          </p:nvSpPr>
          <p:spPr>
            <a:xfrm>
              <a:off x="6123100" y="2101125"/>
              <a:ext cx="572700" cy="572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7" name="Google Shape;697;p26"/>
          <p:cNvGrpSpPr/>
          <p:nvPr/>
        </p:nvGrpSpPr>
        <p:grpSpPr>
          <a:xfrm>
            <a:off x="6045813" y="1680575"/>
            <a:ext cx="2262170" cy="2786472"/>
            <a:chOff x="7301050" y="2101125"/>
            <a:chExt cx="1941610" cy="2644715"/>
          </a:xfrm>
        </p:grpSpPr>
        <p:sp>
          <p:nvSpPr>
            <p:cNvPr id="690" name="Google Shape;690;p26"/>
            <p:cNvSpPr/>
            <p:nvPr/>
          </p:nvSpPr>
          <p:spPr>
            <a:xfrm>
              <a:off x="7301050" y="2815500"/>
              <a:ext cx="1371600" cy="492600"/>
            </a:xfrm>
            <a:prstGeom prst="roundRect">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1"/>
                  </a:solidFill>
                  <a:latin typeface="Fira Sans Extra Condensed SemiBold"/>
                  <a:ea typeface="Fira Sans Extra Condensed SemiBold"/>
                  <a:cs typeface="Fira Sans Extra Condensed SemiBold"/>
                  <a:sym typeface="Fira Sans Extra Condensed SemiBold"/>
                </a:rPr>
                <a:t>Result</a:t>
              </a:r>
              <a:endParaRPr sz="2000">
                <a:solidFill>
                  <a:schemeClr val="dk1"/>
                </a:solidFill>
                <a:latin typeface="Fira Sans Extra Condensed SemiBold"/>
                <a:ea typeface="Fira Sans Extra Condensed SemiBold"/>
                <a:cs typeface="Fira Sans Extra Condensed SemiBold"/>
                <a:sym typeface="Fira Sans Extra Condensed SemiBold"/>
              </a:endParaRPr>
            </a:p>
          </p:txBody>
        </p:sp>
        <p:sp>
          <p:nvSpPr>
            <p:cNvPr id="691" name="Google Shape;691;p26"/>
            <p:cNvSpPr/>
            <p:nvPr/>
          </p:nvSpPr>
          <p:spPr>
            <a:xfrm>
              <a:off x="7301060" y="3474440"/>
              <a:ext cx="1941600" cy="1271400"/>
            </a:xfrm>
            <a:prstGeom prst="roundRect">
              <a:avLst>
                <a:gd fmla="val 23625" name="adj"/>
              </a:avLst>
            </a:prstGeom>
            <a:solidFill>
              <a:schemeClr val="dk2"/>
            </a:solidFill>
            <a:ln>
              <a:noFill/>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Roboto"/>
                  <a:ea typeface="Roboto"/>
                  <a:cs typeface="Roboto"/>
                  <a:sym typeface="Roboto"/>
                </a:rPr>
                <a:t>Walmart left Germany after failing to connect with customers.</a:t>
              </a:r>
              <a:endParaRPr>
                <a:solidFill>
                  <a:schemeClr val="dk1"/>
                </a:solidFill>
                <a:latin typeface="Roboto"/>
                <a:ea typeface="Roboto"/>
                <a:cs typeface="Roboto"/>
                <a:sym typeface="Roboto"/>
              </a:endParaRPr>
            </a:p>
            <a:p>
              <a:pPr indent="0" lvl="0" marL="0" rtl="0" algn="ctr">
                <a:spcBef>
                  <a:spcPts val="1200"/>
                </a:spcBef>
                <a:spcAft>
                  <a:spcPts val="0"/>
                </a:spcAft>
                <a:buNone/>
              </a:pPr>
              <a:r>
                <a:t/>
              </a:r>
              <a:endParaRPr>
                <a:solidFill>
                  <a:schemeClr val="dk1"/>
                </a:solidFill>
                <a:latin typeface="Roboto"/>
                <a:ea typeface="Roboto"/>
                <a:cs typeface="Roboto"/>
                <a:sym typeface="Roboto"/>
              </a:endParaRPr>
            </a:p>
          </p:txBody>
        </p:sp>
        <p:sp>
          <p:nvSpPr>
            <p:cNvPr id="698" name="Google Shape;698;p26"/>
            <p:cNvSpPr/>
            <p:nvPr/>
          </p:nvSpPr>
          <p:spPr>
            <a:xfrm>
              <a:off x="7700500" y="2101125"/>
              <a:ext cx="572700" cy="572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699" name="Google Shape;699;p26"/>
          <p:cNvCxnSpPr>
            <a:stCxn id="693" idx="6"/>
            <a:endCxn id="685" idx="0"/>
          </p:cNvCxnSpPr>
          <p:nvPr/>
        </p:nvCxnSpPr>
        <p:spPr>
          <a:xfrm flipH="1">
            <a:off x="2040943" y="1987871"/>
            <a:ext cx="348000" cy="459300"/>
          </a:xfrm>
          <a:prstGeom prst="curvedConnector4">
            <a:avLst>
              <a:gd fmla="val -68427" name="adj1"/>
              <a:gd fmla="val 83453" name="adj2"/>
            </a:avLst>
          </a:prstGeom>
          <a:noFill/>
          <a:ln cap="flat" cmpd="sng" w="19050">
            <a:solidFill>
              <a:schemeClr val="dk1"/>
            </a:solidFill>
            <a:prstDash val="solid"/>
            <a:round/>
            <a:headEnd len="med" w="med" type="none"/>
            <a:tailEnd len="med" w="med" type="none"/>
          </a:ln>
        </p:spPr>
      </p:cxnSp>
      <p:cxnSp>
        <p:nvCxnSpPr>
          <p:cNvPr id="700" name="Google Shape;700;p26"/>
          <p:cNvCxnSpPr>
            <a:stCxn id="696" idx="6"/>
            <a:endCxn id="688" idx="0"/>
          </p:cNvCxnSpPr>
          <p:nvPr/>
        </p:nvCxnSpPr>
        <p:spPr>
          <a:xfrm flipH="1">
            <a:off x="4542152" y="1982241"/>
            <a:ext cx="248400" cy="450900"/>
          </a:xfrm>
          <a:prstGeom prst="curvedConnector4">
            <a:avLst>
              <a:gd fmla="val -95864" name="adj1"/>
              <a:gd fmla="val 83464" name="adj2"/>
            </a:avLst>
          </a:prstGeom>
          <a:noFill/>
          <a:ln cap="flat" cmpd="sng" w="19050">
            <a:solidFill>
              <a:schemeClr val="dk1"/>
            </a:solidFill>
            <a:prstDash val="solid"/>
            <a:round/>
            <a:headEnd len="med" w="med" type="none"/>
            <a:tailEnd len="med" w="med" type="none"/>
          </a:ln>
        </p:spPr>
      </p:cxnSp>
      <p:cxnSp>
        <p:nvCxnSpPr>
          <p:cNvPr id="701" name="Google Shape;701;p26"/>
          <p:cNvCxnSpPr>
            <a:stCxn id="698" idx="6"/>
            <a:endCxn id="690" idx="0"/>
          </p:cNvCxnSpPr>
          <p:nvPr/>
        </p:nvCxnSpPr>
        <p:spPr>
          <a:xfrm flipH="1">
            <a:off x="6844865" y="1982273"/>
            <a:ext cx="333600" cy="450900"/>
          </a:xfrm>
          <a:prstGeom prst="curvedConnector4">
            <a:avLst>
              <a:gd fmla="val -71380" name="adj1"/>
              <a:gd fmla="val 83463" name="adj2"/>
            </a:avLst>
          </a:prstGeom>
          <a:noFill/>
          <a:ln cap="flat" cmpd="sng" w="19050">
            <a:solidFill>
              <a:schemeClr val="dk1"/>
            </a:solidFill>
            <a:prstDash val="solid"/>
            <a:round/>
            <a:headEnd len="med" w="med" type="none"/>
            <a:tailEnd len="med" w="med" type="none"/>
          </a:ln>
        </p:spPr>
      </p:cxnSp>
      <p:grpSp>
        <p:nvGrpSpPr>
          <p:cNvPr id="702" name="Google Shape;702;p26"/>
          <p:cNvGrpSpPr/>
          <p:nvPr/>
        </p:nvGrpSpPr>
        <p:grpSpPr>
          <a:xfrm>
            <a:off x="1850617" y="1824480"/>
            <a:ext cx="336994" cy="348547"/>
            <a:chOff x="-35482200" y="3561225"/>
            <a:chExt cx="292225" cy="290650"/>
          </a:xfrm>
        </p:grpSpPr>
        <p:sp>
          <p:nvSpPr>
            <p:cNvPr id="703" name="Google Shape;703;p26"/>
            <p:cNvSpPr/>
            <p:nvPr/>
          </p:nvSpPr>
          <p:spPr>
            <a:xfrm>
              <a:off x="-35482200" y="3749475"/>
              <a:ext cx="292225" cy="102400"/>
            </a:xfrm>
            <a:custGeom>
              <a:rect b="b" l="l" r="r" t="t"/>
              <a:pathLst>
                <a:path extrusionOk="0" h="4096" w="11689">
                  <a:moveTo>
                    <a:pt x="1701" y="0"/>
                  </a:moveTo>
                  <a:cubicBezTo>
                    <a:pt x="1040" y="0"/>
                    <a:pt x="473" y="315"/>
                    <a:pt x="63" y="819"/>
                  </a:cubicBezTo>
                  <a:cubicBezTo>
                    <a:pt x="0" y="945"/>
                    <a:pt x="0" y="1040"/>
                    <a:pt x="32" y="1166"/>
                  </a:cubicBezTo>
                  <a:cubicBezTo>
                    <a:pt x="63" y="1292"/>
                    <a:pt x="189" y="1355"/>
                    <a:pt x="347" y="1355"/>
                  </a:cubicBezTo>
                  <a:lnTo>
                    <a:pt x="1008" y="1355"/>
                  </a:lnTo>
                  <a:cubicBezTo>
                    <a:pt x="1418" y="1355"/>
                    <a:pt x="1670" y="1670"/>
                    <a:pt x="1670" y="2048"/>
                  </a:cubicBezTo>
                  <a:cubicBezTo>
                    <a:pt x="1670" y="2426"/>
                    <a:pt x="1355" y="2710"/>
                    <a:pt x="1008" y="2710"/>
                  </a:cubicBezTo>
                  <a:lnTo>
                    <a:pt x="347" y="2710"/>
                  </a:lnTo>
                  <a:cubicBezTo>
                    <a:pt x="221" y="2710"/>
                    <a:pt x="95" y="2773"/>
                    <a:pt x="32" y="2899"/>
                  </a:cubicBezTo>
                  <a:cubicBezTo>
                    <a:pt x="0" y="3025"/>
                    <a:pt x="0" y="3151"/>
                    <a:pt x="63" y="3245"/>
                  </a:cubicBezTo>
                  <a:cubicBezTo>
                    <a:pt x="410" y="3781"/>
                    <a:pt x="1040" y="4096"/>
                    <a:pt x="1701" y="4096"/>
                  </a:cubicBezTo>
                  <a:cubicBezTo>
                    <a:pt x="2615" y="4096"/>
                    <a:pt x="3371" y="3497"/>
                    <a:pt x="3655" y="2710"/>
                  </a:cubicBezTo>
                  <a:lnTo>
                    <a:pt x="8065" y="2710"/>
                  </a:lnTo>
                  <a:cubicBezTo>
                    <a:pt x="8317" y="3497"/>
                    <a:pt x="9073" y="4096"/>
                    <a:pt x="9987" y="4096"/>
                  </a:cubicBezTo>
                  <a:cubicBezTo>
                    <a:pt x="10649" y="4096"/>
                    <a:pt x="11247" y="3781"/>
                    <a:pt x="11594" y="3245"/>
                  </a:cubicBezTo>
                  <a:cubicBezTo>
                    <a:pt x="11688" y="3119"/>
                    <a:pt x="11688" y="3025"/>
                    <a:pt x="11625" y="2899"/>
                  </a:cubicBezTo>
                  <a:cubicBezTo>
                    <a:pt x="11594" y="2773"/>
                    <a:pt x="11468" y="2710"/>
                    <a:pt x="11310" y="2710"/>
                  </a:cubicBezTo>
                  <a:lnTo>
                    <a:pt x="10649" y="2710"/>
                  </a:lnTo>
                  <a:cubicBezTo>
                    <a:pt x="10271" y="2710"/>
                    <a:pt x="9987" y="2395"/>
                    <a:pt x="9987" y="2048"/>
                  </a:cubicBezTo>
                  <a:cubicBezTo>
                    <a:pt x="9987" y="1670"/>
                    <a:pt x="10302" y="1355"/>
                    <a:pt x="10649" y="1355"/>
                  </a:cubicBezTo>
                  <a:lnTo>
                    <a:pt x="11310" y="1355"/>
                  </a:lnTo>
                  <a:cubicBezTo>
                    <a:pt x="11436" y="1355"/>
                    <a:pt x="11562" y="1292"/>
                    <a:pt x="11625" y="1166"/>
                  </a:cubicBezTo>
                  <a:cubicBezTo>
                    <a:pt x="11688" y="1040"/>
                    <a:pt x="11688" y="945"/>
                    <a:pt x="11594" y="819"/>
                  </a:cubicBezTo>
                  <a:cubicBezTo>
                    <a:pt x="11247" y="315"/>
                    <a:pt x="10649" y="0"/>
                    <a:pt x="9987" y="0"/>
                  </a:cubicBezTo>
                  <a:cubicBezTo>
                    <a:pt x="9073" y="0"/>
                    <a:pt x="8349" y="567"/>
                    <a:pt x="8065" y="1355"/>
                  </a:cubicBezTo>
                  <a:lnTo>
                    <a:pt x="3655" y="1355"/>
                  </a:lnTo>
                  <a:cubicBezTo>
                    <a:pt x="3371" y="567"/>
                    <a:pt x="2615" y="0"/>
                    <a:pt x="17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26"/>
            <p:cNvSpPr/>
            <p:nvPr/>
          </p:nvSpPr>
          <p:spPr>
            <a:xfrm>
              <a:off x="-35371150" y="3561225"/>
              <a:ext cx="68550" cy="68550"/>
            </a:xfrm>
            <a:custGeom>
              <a:rect b="b" l="l" r="r" t="t"/>
              <a:pathLst>
                <a:path extrusionOk="0" h="2742" w="2742">
                  <a:moveTo>
                    <a:pt x="1355" y="1"/>
                  </a:moveTo>
                  <a:cubicBezTo>
                    <a:pt x="630" y="1"/>
                    <a:pt x="0" y="631"/>
                    <a:pt x="0" y="1387"/>
                  </a:cubicBezTo>
                  <a:cubicBezTo>
                    <a:pt x="0" y="2111"/>
                    <a:pt x="630" y="2741"/>
                    <a:pt x="1355" y="2741"/>
                  </a:cubicBezTo>
                  <a:cubicBezTo>
                    <a:pt x="2111" y="2741"/>
                    <a:pt x="2741" y="2111"/>
                    <a:pt x="2741" y="1387"/>
                  </a:cubicBezTo>
                  <a:cubicBezTo>
                    <a:pt x="2741" y="631"/>
                    <a:pt x="2111" y="1"/>
                    <a:pt x="135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26"/>
            <p:cNvSpPr/>
            <p:nvPr/>
          </p:nvSpPr>
          <p:spPr>
            <a:xfrm>
              <a:off x="-35405025" y="3647075"/>
              <a:ext cx="136275" cy="119750"/>
            </a:xfrm>
            <a:custGeom>
              <a:rect b="b" l="l" r="r" t="t"/>
              <a:pathLst>
                <a:path extrusionOk="0" h="4790" w="5451">
                  <a:moveTo>
                    <a:pt x="2710" y="1"/>
                  </a:moveTo>
                  <a:cubicBezTo>
                    <a:pt x="1387" y="1"/>
                    <a:pt x="253" y="1009"/>
                    <a:pt x="32" y="2300"/>
                  </a:cubicBezTo>
                  <a:cubicBezTo>
                    <a:pt x="1" y="2521"/>
                    <a:pt x="158" y="2710"/>
                    <a:pt x="410" y="2710"/>
                  </a:cubicBezTo>
                  <a:lnTo>
                    <a:pt x="2395" y="2710"/>
                  </a:lnTo>
                  <a:lnTo>
                    <a:pt x="2395" y="4789"/>
                  </a:lnTo>
                  <a:lnTo>
                    <a:pt x="3088" y="4789"/>
                  </a:lnTo>
                  <a:lnTo>
                    <a:pt x="3088" y="2710"/>
                  </a:lnTo>
                  <a:lnTo>
                    <a:pt x="5073" y="2710"/>
                  </a:lnTo>
                  <a:cubicBezTo>
                    <a:pt x="5293" y="2710"/>
                    <a:pt x="5451" y="2521"/>
                    <a:pt x="5451" y="2300"/>
                  </a:cubicBezTo>
                  <a:cubicBezTo>
                    <a:pt x="5230" y="977"/>
                    <a:pt x="4096" y="1"/>
                    <a:pt x="271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6" name="Google Shape;706;p26"/>
          <p:cNvGrpSpPr/>
          <p:nvPr/>
        </p:nvGrpSpPr>
        <p:grpSpPr>
          <a:xfrm>
            <a:off x="6693258" y="1813697"/>
            <a:ext cx="336100" cy="351396"/>
            <a:chOff x="-33286325" y="3944800"/>
            <a:chExt cx="291450" cy="293025"/>
          </a:xfrm>
        </p:grpSpPr>
        <p:sp>
          <p:nvSpPr>
            <p:cNvPr id="707" name="Google Shape;707;p26"/>
            <p:cNvSpPr/>
            <p:nvPr/>
          </p:nvSpPr>
          <p:spPr>
            <a:xfrm>
              <a:off x="-33194950" y="3996000"/>
              <a:ext cx="200075" cy="241825"/>
            </a:xfrm>
            <a:custGeom>
              <a:rect b="b" l="l" r="r" t="t"/>
              <a:pathLst>
                <a:path extrusionOk="0" h="9673" w="8003">
                  <a:moveTo>
                    <a:pt x="2300" y="0"/>
                  </a:moveTo>
                  <a:cubicBezTo>
                    <a:pt x="2017" y="0"/>
                    <a:pt x="1796" y="252"/>
                    <a:pt x="1796" y="536"/>
                  </a:cubicBezTo>
                  <a:lnTo>
                    <a:pt x="1796" y="2962"/>
                  </a:lnTo>
                  <a:lnTo>
                    <a:pt x="694" y="4064"/>
                  </a:lnTo>
                  <a:cubicBezTo>
                    <a:pt x="95" y="4663"/>
                    <a:pt x="0" y="5640"/>
                    <a:pt x="536" y="6301"/>
                  </a:cubicBezTo>
                  <a:lnTo>
                    <a:pt x="1576" y="7719"/>
                  </a:lnTo>
                  <a:cubicBezTo>
                    <a:pt x="1702" y="7876"/>
                    <a:pt x="1796" y="8128"/>
                    <a:pt x="1796" y="8349"/>
                  </a:cubicBezTo>
                  <a:lnTo>
                    <a:pt x="1796" y="9294"/>
                  </a:lnTo>
                  <a:cubicBezTo>
                    <a:pt x="1796" y="9515"/>
                    <a:pt x="1954" y="9672"/>
                    <a:pt x="2143" y="9672"/>
                  </a:cubicBezTo>
                  <a:lnTo>
                    <a:pt x="6932" y="9672"/>
                  </a:lnTo>
                  <a:cubicBezTo>
                    <a:pt x="7152" y="9672"/>
                    <a:pt x="7310" y="9515"/>
                    <a:pt x="7310" y="9294"/>
                  </a:cubicBezTo>
                  <a:lnTo>
                    <a:pt x="7310" y="8349"/>
                  </a:lnTo>
                  <a:cubicBezTo>
                    <a:pt x="7310" y="8128"/>
                    <a:pt x="7373" y="7939"/>
                    <a:pt x="7530" y="7782"/>
                  </a:cubicBezTo>
                  <a:cubicBezTo>
                    <a:pt x="7814" y="7498"/>
                    <a:pt x="7971" y="7089"/>
                    <a:pt x="7971" y="6711"/>
                  </a:cubicBezTo>
                  <a:lnTo>
                    <a:pt x="7971" y="3938"/>
                  </a:lnTo>
                  <a:cubicBezTo>
                    <a:pt x="8003" y="3686"/>
                    <a:pt x="7782" y="3434"/>
                    <a:pt x="7499" y="3434"/>
                  </a:cubicBezTo>
                  <a:cubicBezTo>
                    <a:pt x="7215" y="3434"/>
                    <a:pt x="6995" y="3686"/>
                    <a:pt x="6995" y="3938"/>
                  </a:cubicBezTo>
                  <a:lnTo>
                    <a:pt x="6995" y="4474"/>
                  </a:lnTo>
                  <a:cubicBezTo>
                    <a:pt x="6995" y="4663"/>
                    <a:pt x="6837" y="4820"/>
                    <a:pt x="6617" y="4820"/>
                  </a:cubicBezTo>
                  <a:cubicBezTo>
                    <a:pt x="6427" y="4820"/>
                    <a:pt x="6270" y="4663"/>
                    <a:pt x="6270" y="4474"/>
                  </a:cubicBezTo>
                  <a:lnTo>
                    <a:pt x="6270" y="3277"/>
                  </a:lnTo>
                  <a:cubicBezTo>
                    <a:pt x="6270" y="2993"/>
                    <a:pt x="6049" y="2773"/>
                    <a:pt x="5766" y="2773"/>
                  </a:cubicBezTo>
                  <a:cubicBezTo>
                    <a:pt x="5482" y="2773"/>
                    <a:pt x="5262" y="2993"/>
                    <a:pt x="5262" y="3277"/>
                  </a:cubicBezTo>
                  <a:lnTo>
                    <a:pt x="5262" y="4474"/>
                  </a:lnTo>
                  <a:cubicBezTo>
                    <a:pt x="5262" y="4663"/>
                    <a:pt x="5104" y="4820"/>
                    <a:pt x="4884" y="4820"/>
                  </a:cubicBezTo>
                  <a:cubicBezTo>
                    <a:pt x="4695" y="4820"/>
                    <a:pt x="4537" y="4663"/>
                    <a:pt x="4537" y="4474"/>
                  </a:cubicBezTo>
                  <a:lnTo>
                    <a:pt x="4537" y="1890"/>
                  </a:lnTo>
                  <a:cubicBezTo>
                    <a:pt x="4537" y="1638"/>
                    <a:pt x="4317" y="1386"/>
                    <a:pt x="4033" y="1386"/>
                  </a:cubicBezTo>
                  <a:cubicBezTo>
                    <a:pt x="3750" y="1386"/>
                    <a:pt x="3529" y="1638"/>
                    <a:pt x="3529" y="1890"/>
                  </a:cubicBezTo>
                  <a:lnTo>
                    <a:pt x="3529" y="4474"/>
                  </a:lnTo>
                  <a:cubicBezTo>
                    <a:pt x="3529" y="4663"/>
                    <a:pt x="3371" y="4820"/>
                    <a:pt x="3151" y="4820"/>
                  </a:cubicBezTo>
                  <a:cubicBezTo>
                    <a:pt x="2962" y="4820"/>
                    <a:pt x="2804" y="4663"/>
                    <a:pt x="2804" y="4474"/>
                  </a:cubicBezTo>
                  <a:lnTo>
                    <a:pt x="2804" y="4159"/>
                  </a:lnTo>
                  <a:lnTo>
                    <a:pt x="2804" y="536"/>
                  </a:lnTo>
                  <a:cubicBezTo>
                    <a:pt x="2804" y="252"/>
                    <a:pt x="2584" y="0"/>
                    <a:pt x="230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26"/>
            <p:cNvSpPr/>
            <p:nvPr/>
          </p:nvSpPr>
          <p:spPr>
            <a:xfrm>
              <a:off x="-33027975" y="3962900"/>
              <a:ext cx="33100" cy="105575"/>
            </a:xfrm>
            <a:custGeom>
              <a:rect b="b" l="l" r="r" t="t"/>
              <a:pathLst>
                <a:path extrusionOk="0" h="4223" w="1324">
                  <a:moveTo>
                    <a:pt x="1" y="1"/>
                  </a:moveTo>
                  <a:lnTo>
                    <a:pt x="1" y="3782"/>
                  </a:lnTo>
                  <a:cubicBezTo>
                    <a:pt x="95" y="3908"/>
                    <a:pt x="221" y="4065"/>
                    <a:pt x="253" y="4223"/>
                  </a:cubicBezTo>
                  <a:cubicBezTo>
                    <a:pt x="410" y="4128"/>
                    <a:pt x="631" y="4065"/>
                    <a:pt x="820" y="4065"/>
                  </a:cubicBezTo>
                  <a:cubicBezTo>
                    <a:pt x="1009" y="4065"/>
                    <a:pt x="1166" y="4097"/>
                    <a:pt x="1324" y="4160"/>
                  </a:cubicBezTo>
                  <a:lnTo>
                    <a:pt x="1324" y="285"/>
                  </a:lnTo>
                  <a:cubicBezTo>
                    <a:pt x="1324" y="127"/>
                    <a:pt x="1166" y="1"/>
                    <a:pt x="100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26"/>
            <p:cNvSpPr/>
            <p:nvPr/>
          </p:nvSpPr>
          <p:spPr>
            <a:xfrm>
              <a:off x="-33286325" y="3962125"/>
              <a:ext cx="96125" cy="205600"/>
            </a:xfrm>
            <a:custGeom>
              <a:rect b="b" l="l" r="r" t="t"/>
              <a:pathLst>
                <a:path extrusionOk="0" h="8224" w="3845">
                  <a:moveTo>
                    <a:pt x="379" y="0"/>
                  </a:moveTo>
                  <a:cubicBezTo>
                    <a:pt x="158" y="0"/>
                    <a:pt x="1" y="127"/>
                    <a:pt x="1" y="347"/>
                  </a:cubicBezTo>
                  <a:lnTo>
                    <a:pt x="1" y="7877"/>
                  </a:lnTo>
                  <a:cubicBezTo>
                    <a:pt x="1" y="8066"/>
                    <a:pt x="158" y="8223"/>
                    <a:pt x="347" y="8223"/>
                  </a:cubicBezTo>
                  <a:lnTo>
                    <a:pt x="3844" y="8223"/>
                  </a:lnTo>
                  <a:lnTo>
                    <a:pt x="3718" y="8066"/>
                  </a:lnTo>
                  <a:cubicBezTo>
                    <a:pt x="3435" y="7719"/>
                    <a:pt x="3277" y="7278"/>
                    <a:pt x="3246" y="6837"/>
                  </a:cubicBezTo>
                  <a:lnTo>
                    <a:pt x="2458" y="6837"/>
                  </a:lnTo>
                  <a:cubicBezTo>
                    <a:pt x="1891" y="6837"/>
                    <a:pt x="1419" y="6364"/>
                    <a:pt x="1419" y="5829"/>
                  </a:cubicBezTo>
                  <a:lnTo>
                    <a:pt x="141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26"/>
            <p:cNvSpPr/>
            <p:nvPr/>
          </p:nvSpPr>
          <p:spPr>
            <a:xfrm>
              <a:off x="-33235125" y="3944800"/>
              <a:ext cx="189050" cy="171725"/>
            </a:xfrm>
            <a:custGeom>
              <a:rect b="b" l="l" r="r" t="t"/>
              <a:pathLst>
                <a:path extrusionOk="0" h="6869" w="7562">
                  <a:moveTo>
                    <a:pt x="379" y="0"/>
                  </a:moveTo>
                  <a:cubicBezTo>
                    <a:pt x="158" y="0"/>
                    <a:pt x="1" y="158"/>
                    <a:pt x="1" y="347"/>
                  </a:cubicBezTo>
                  <a:lnTo>
                    <a:pt x="1" y="6522"/>
                  </a:lnTo>
                  <a:cubicBezTo>
                    <a:pt x="1" y="6711"/>
                    <a:pt x="158" y="6868"/>
                    <a:pt x="379" y="6868"/>
                  </a:cubicBezTo>
                  <a:lnTo>
                    <a:pt x="1198" y="6868"/>
                  </a:lnTo>
                  <a:cubicBezTo>
                    <a:pt x="1261" y="6427"/>
                    <a:pt x="1513" y="5986"/>
                    <a:pt x="1828" y="5640"/>
                  </a:cubicBezTo>
                  <a:lnTo>
                    <a:pt x="2742" y="4726"/>
                  </a:lnTo>
                  <a:lnTo>
                    <a:pt x="2742" y="2584"/>
                  </a:lnTo>
                  <a:cubicBezTo>
                    <a:pt x="2742" y="1891"/>
                    <a:pt x="3277" y="1387"/>
                    <a:pt x="3907" y="1387"/>
                  </a:cubicBezTo>
                  <a:cubicBezTo>
                    <a:pt x="4537" y="1387"/>
                    <a:pt x="5105" y="1922"/>
                    <a:pt x="5105" y="2584"/>
                  </a:cubicBezTo>
                  <a:lnTo>
                    <a:pt x="5105" y="2836"/>
                  </a:lnTo>
                  <a:cubicBezTo>
                    <a:pt x="5262" y="2773"/>
                    <a:pt x="5420" y="2710"/>
                    <a:pt x="5609" y="2710"/>
                  </a:cubicBezTo>
                  <a:cubicBezTo>
                    <a:pt x="6270" y="2710"/>
                    <a:pt x="6774" y="3277"/>
                    <a:pt x="6774" y="3907"/>
                  </a:cubicBezTo>
                  <a:lnTo>
                    <a:pt x="6774" y="4191"/>
                  </a:lnTo>
                  <a:cubicBezTo>
                    <a:pt x="7058" y="4159"/>
                    <a:pt x="7215" y="4096"/>
                    <a:pt x="7404" y="4096"/>
                  </a:cubicBezTo>
                  <a:cubicBezTo>
                    <a:pt x="7499" y="4096"/>
                    <a:pt x="7530" y="4096"/>
                    <a:pt x="7562" y="4159"/>
                  </a:cubicBezTo>
                  <a:lnTo>
                    <a:pt x="7562" y="347"/>
                  </a:lnTo>
                  <a:cubicBezTo>
                    <a:pt x="7562" y="158"/>
                    <a:pt x="7404" y="0"/>
                    <a:pt x="7215" y="0"/>
                  </a:cubicBezTo>
                  <a:lnTo>
                    <a:pt x="5168" y="0"/>
                  </a:lnTo>
                  <a:cubicBezTo>
                    <a:pt x="4600" y="0"/>
                    <a:pt x="4096" y="284"/>
                    <a:pt x="3781" y="725"/>
                  </a:cubicBezTo>
                  <a:cubicBezTo>
                    <a:pt x="3466" y="284"/>
                    <a:pt x="2994" y="0"/>
                    <a:pt x="239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1" name="Google Shape;711;p26"/>
          <p:cNvGrpSpPr/>
          <p:nvPr/>
        </p:nvGrpSpPr>
        <p:grpSpPr>
          <a:xfrm>
            <a:off x="4321181" y="1802418"/>
            <a:ext cx="336100" cy="349507"/>
            <a:chOff x="-34763900" y="3561225"/>
            <a:chExt cx="291450" cy="291450"/>
          </a:xfrm>
        </p:grpSpPr>
        <p:sp>
          <p:nvSpPr>
            <p:cNvPr id="712" name="Google Shape;712;p26"/>
            <p:cNvSpPr/>
            <p:nvPr/>
          </p:nvSpPr>
          <p:spPr>
            <a:xfrm>
              <a:off x="-34693800" y="3629750"/>
              <a:ext cx="152025" cy="152825"/>
            </a:xfrm>
            <a:custGeom>
              <a:rect b="b" l="l" r="r" t="t"/>
              <a:pathLst>
                <a:path extrusionOk="0" h="6113" w="6081">
                  <a:moveTo>
                    <a:pt x="3025" y="1387"/>
                  </a:moveTo>
                  <a:cubicBezTo>
                    <a:pt x="3970" y="1387"/>
                    <a:pt x="4726" y="2143"/>
                    <a:pt x="4726" y="3088"/>
                  </a:cubicBezTo>
                  <a:cubicBezTo>
                    <a:pt x="4726" y="4033"/>
                    <a:pt x="3970" y="4789"/>
                    <a:pt x="3025" y="4789"/>
                  </a:cubicBezTo>
                  <a:cubicBezTo>
                    <a:pt x="2080" y="4789"/>
                    <a:pt x="1324" y="4033"/>
                    <a:pt x="1324" y="3088"/>
                  </a:cubicBezTo>
                  <a:cubicBezTo>
                    <a:pt x="1324" y="2143"/>
                    <a:pt x="2080" y="1387"/>
                    <a:pt x="3025" y="1387"/>
                  </a:cubicBezTo>
                  <a:close/>
                  <a:moveTo>
                    <a:pt x="2710" y="0"/>
                  </a:moveTo>
                  <a:lnTo>
                    <a:pt x="2710" y="442"/>
                  </a:lnTo>
                  <a:cubicBezTo>
                    <a:pt x="2710" y="599"/>
                    <a:pt x="2584" y="725"/>
                    <a:pt x="2426" y="757"/>
                  </a:cubicBezTo>
                  <a:cubicBezTo>
                    <a:pt x="2237" y="788"/>
                    <a:pt x="2017" y="914"/>
                    <a:pt x="1859" y="1009"/>
                  </a:cubicBezTo>
                  <a:cubicBezTo>
                    <a:pt x="1815" y="1031"/>
                    <a:pt x="1762" y="1041"/>
                    <a:pt x="1707" y="1041"/>
                  </a:cubicBezTo>
                  <a:cubicBezTo>
                    <a:pt x="1607" y="1041"/>
                    <a:pt x="1500" y="1007"/>
                    <a:pt x="1418" y="946"/>
                  </a:cubicBezTo>
                  <a:lnTo>
                    <a:pt x="1103" y="631"/>
                  </a:lnTo>
                  <a:lnTo>
                    <a:pt x="631" y="1103"/>
                  </a:lnTo>
                  <a:lnTo>
                    <a:pt x="946" y="1418"/>
                  </a:lnTo>
                  <a:cubicBezTo>
                    <a:pt x="1072" y="1544"/>
                    <a:pt x="1072" y="1702"/>
                    <a:pt x="977" y="1859"/>
                  </a:cubicBezTo>
                  <a:cubicBezTo>
                    <a:pt x="851" y="2048"/>
                    <a:pt x="788" y="2269"/>
                    <a:pt x="757" y="2458"/>
                  </a:cubicBezTo>
                  <a:cubicBezTo>
                    <a:pt x="694" y="2615"/>
                    <a:pt x="599" y="2710"/>
                    <a:pt x="442" y="2710"/>
                  </a:cubicBezTo>
                  <a:lnTo>
                    <a:pt x="1" y="2710"/>
                  </a:lnTo>
                  <a:lnTo>
                    <a:pt x="1" y="3403"/>
                  </a:lnTo>
                  <a:lnTo>
                    <a:pt x="442" y="3403"/>
                  </a:lnTo>
                  <a:cubicBezTo>
                    <a:pt x="599" y="3403"/>
                    <a:pt x="694" y="3498"/>
                    <a:pt x="757" y="3655"/>
                  </a:cubicBezTo>
                  <a:cubicBezTo>
                    <a:pt x="788" y="3876"/>
                    <a:pt x="914" y="4096"/>
                    <a:pt x="977" y="4254"/>
                  </a:cubicBezTo>
                  <a:cubicBezTo>
                    <a:pt x="1072" y="4380"/>
                    <a:pt x="1009" y="4569"/>
                    <a:pt x="946" y="4695"/>
                  </a:cubicBezTo>
                  <a:lnTo>
                    <a:pt x="631" y="5010"/>
                  </a:lnTo>
                  <a:lnTo>
                    <a:pt x="1103" y="5482"/>
                  </a:lnTo>
                  <a:lnTo>
                    <a:pt x="1418" y="5167"/>
                  </a:lnTo>
                  <a:cubicBezTo>
                    <a:pt x="1486" y="5100"/>
                    <a:pt x="1562" y="5068"/>
                    <a:pt x="1643" y="5068"/>
                  </a:cubicBezTo>
                  <a:cubicBezTo>
                    <a:pt x="1713" y="5068"/>
                    <a:pt x="1786" y="5092"/>
                    <a:pt x="1859" y="5136"/>
                  </a:cubicBezTo>
                  <a:cubicBezTo>
                    <a:pt x="2048" y="5230"/>
                    <a:pt x="2237" y="5325"/>
                    <a:pt x="2426" y="5356"/>
                  </a:cubicBezTo>
                  <a:cubicBezTo>
                    <a:pt x="2584" y="5419"/>
                    <a:pt x="2710" y="5514"/>
                    <a:pt x="2710" y="5671"/>
                  </a:cubicBezTo>
                  <a:lnTo>
                    <a:pt x="2710" y="6112"/>
                  </a:lnTo>
                  <a:lnTo>
                    <a:pt x="3372" y="6112"/>
                  </a:lnTo>
                  <a:lnTo>
                    <a:pt x="3372" y="5734"/>
                  </a:lnTo>
                  <a:cubicBezTo>
                    <a:pt x="3372" y="5577"/>
                    <a:pt x="3498" y="5451"/>
                    <a:pt x="3655" y="5419"/>
                  </a:cubicBezTo>
                  <a:cubicBezTo>
                    <a:pt x="3844" y="5356"/>
                    <a:pt x="4096" y="5262"/>
                    <a:pt x="4254" y="5167"/>
                  </a:cubicBezTo>
                  <a:cubicBezTo>
                    <a:pt x="4300" y="5133"/>
                    <a:pt x="4355" y="5119"/>
                    <a:pt x="4410" y="5119"/>
                  </a:cubicBezTo>
                  <a:cubicBezTo>
                    <a:pt x="4506" y="5119"/>
                    <a:pt x="4603" y="5159"/>
                    <a:pt x="4663" y="5199"/>
                  </a:cubicBezTo>
                  <a:lnTo>
                    <a:pt x="5010" y="5514"/>
                  </a:lnTo>
                  <a:lnTo>
                    <a:pt x="5451" y="5041"/>
                  </a:lnTo>
                  <a:lnTo>
                    <a:pt x="5136" y="4726"/>
                  </a:lnTo>
                  <a:cubicBezTo>
                    <a:pt x="5041" y="4632"/>
                    <a:pt x="5041" y="4474"/>
                    <a:pt x="5104" y="4285"/>
                  </a:cubicBezTo>
                  <a:cubicBezTo>
                    <a:pt x="5230" y="4096"/>
                    <a:pt x="5293" y="3907"/>
                    <a:pt x="5356" y="3718"/>
                  </a:cubicBezTo>
                  <a:cubicBezTo>
                    <a:pt x="5388" y="3561"/>
                    <a:pt x="5514" y="3434"/>
                    <a:pt x="5671" y="3434"/>
                  </a:cubicBezTo>
                  <a:lnTo>
                    <a:pt x="6081" y="3434"/>
                  </a:lnTo>
                  <a:lnTo>
                    <a:pt x="6081" y="2773"/>
                  </a:lnTo>
                  <a:lnTo>
                    <a:pt x="5671" y="2773"/>
                  </a:lnTo>
                  <a:cubicBezTo>
                    <a:pt x="5514" y="2710"/>
                    <a:pt x="5388" y="2615"/>
                    <a:pt x="5356" y="2458"/>
                  </a:cubicBezTo>
                  <a:cubicBezTo>
                    <a:pt x="5293" y="2269"/>
                    <a:pt x="5199" y="2017"/>
                    <a:pt x="5104" y="1859"/>
                  </a:cubicBezTo>
                  <a:cubicBezTo>
                    <a:pt x="5041" y="1733"/>
                    <a:pt x="5073" y="1544"/>
                    <a:pt x="5136" y="1418"/>
                  </a:cubicBezTo>
                  <a:lnTo>
                    <a:pt x="5451" y="1103"/>
                  </a:lnTo>
                  <a:lnTo>
                    <a:pt x="5010" y="631"/>
                  </a:lnTo>
                  <a:lnTo>
                    <a:pt x="4663" y="946"/>
                  </a:lnTo>
                  <a:cubicBezTo>
                    <a:pt x="4608" y="1019"/>
                    <a:pt x="4531" y="1050"/>
                    <a:pt x="4445" y="1050"/>
                  </a:cubicBezTo>
                  <a:cubicBezTo>
                    <a:pt x="4384" y="1050"/>
                    <a:pt x="4319" y="1035"/>
                    <a:pt x="4254" y="1009"/>
                  </a:cubicBezTo>
                  <a:cubicBezTo>
                    <a:pt x="4033" y="883"/>
                    <a:pt x="3844" y="788"/>
                    <a:pt x="3655" y="757"/>
                  </a:cubicBezTo>
                  <a:cubicBezTo>
                    <a:pt x="3498" y="725"/>
                    <a:pt x="3372" y="599"/>
                    <a:pt x="3372" y="442"/>
                  </a:cubicBezTo>
                  <a:lnTo>
                    <a:pt x="3372"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26"/>
            <p:cNvSpPr/>
            <p:nvPr/>
          </p:nvSpPr>
          <p:spPr>
            <a:xfrm>
              <a:off x="-34763900" y="3561225"/>
              <a:ext cx="291450" cy="291450"/>
            </a:xfrm>
            <a:custGeom>
              <a:rect b="b" l="l" r="r" t="t"/>
              <a:pathLst>
                <a:path extrusionOk="0" h="11658" w="11658">
                  <a:moveTo>
                    <a:pt x="6522" y="2048"/>
                  </a:moveTo>
                  <a:cubicBezTo>
                    <a:pt x="6743" y="2048"/>
                    <a:pt x="6900" y="2206"/>
                    <a:pt x="6900" y="2395"/>
                  </a:cubicBezTo>
                  <a:lnTo>
                    <a:pt x="6900" y="2899"/>
                  </a:lnTo>
                  <a:cubicBezTo>
                    <a:pt x="6995" y="2962"/>
                    <a:pt x="7089" y="2994"/>
                    <a:pt x="7152" y="3025"/>
                  </a:cubicBezTo>
                  <a:lnTo>
                    <a:pt x="7530" y="2678"/>
                  </a:lnTo>
                  <a:cubicBezTo>
                    <a:pt x="7578" y="2615"/>
                    <a:pt x="7664" y="2584"/>
                    <a:pt x="7755" y="2584"/>
                  </a:cubicBezTo>
                  <a:cubicBezTo>
                    <a:pt x="7845" y="2584"/>
                    <a:pt x="7940" y="2615"/>
                    <a:pt x="8003" y="2678"/>
                  </a:cubicBezTo>
                  <a:lnTo>
                    <a:pt x="8979" y="3655"/>
                  </a:lnTo>
                  <a:cubicBezTo>
                    <a:pt x="9106" y="3781"/>
                    <a:pt x="9106" y="4002"/>
                    <a:pt x="8979" y="4128"/>
                  </a:cubicBezTo>
                  <a:lnTo>
                    <a:pt x="8633" y="4474"/>
                  </a:lnTo>
                  <a:cubicBezTo>
                    <a:pt x="8664" y="4569"/>
                    <a:pt x="8696" y="4695"/>
                    <a:pt x="8727" y="4758"/>
                  </a:cubicBezTo>
                  <a:lnTo>
                    <a:pt x="9263" y="4758"/>
                  </a:lnTo>
                  <a:cubicBezTo>
                    <a:pt x="9452" y="4758"/>
                    <a:pt x="9610" y="4915"/>
                    <a:pt x="9610" y="5104"/>
                  </a:cubicBezTo>
                  <a:lnTo>
                    <a:pt x="9610" y="6491"/>
                  </a:lnTo>
                  <a:cubicBezTo>
                    <a:pt x="9610" y="6680"/>
                    <a:pt x="9452" y="6837"/>
                    <a:pt x="9263" y="6837"/>
                  </a:cubicBezTo>
                  <a:lnTo>
                    <a:pt x="8727" y="6837"/>
                  </a:lnTo>
                  <a:cubicBezTo>
                    <a:pt x="8696" y="6963"/>
                    <a:pt x="8664" y="7026"/>
                    <a:pt x="8633" y="7121"/>
                  </a:cubicBezTo>
                  <a:lnTo>
                    <a:pt x="8979" y="7467"/>
                  </a:lnTo>
                  <a:cubicBezTo>
                    <a:pt x="9106" y="7593"/>
                    <a:pt x="9106" y="7814"/>
                    <a:pt x="8979" y="7940"/>
                  </a:cubicBezTo>
                  <a:lnTo>
                    <a:pt x="8003" y="8916"/>
                  </a:lnTo>
                  <a:cubicBezTo>
                    <a:pt x="7940" y="8979"/>
                    <a:pt x="7845" y="9011"/>
                    <a:pt x="7755" y="9011"/>
                  </a:cubicBezTo>
                  <a:cubicBezTo>
                    <a:pt x="7664" y="9011"/>
                    <a:pt x="7578" y="8979"/>
                    <a:pt x="7530" y="8916"/>
                  </a:cubicBezTo>
                  <a:lnTo>
                    <a:pt x="7152" y="8570"/>
                  </a:lnTo>
                  <a:cubicBezTo>
                    <a:pt x="7089" y="8601"/>
                    <a:pt x="6963" y="8664"/>
                    <a:pt x="6900" y="8696"/>
                  </a:cubicBezTo>
                  <a:lnTo>
                    <a:pt x="6900" y="9200"/>
                  </a:lnTo>
                  <a:cubicBezTo>
                    <a:pt x="6900" y="9389"/>
                    <a:pt x="6743" y="9547"/>
                    <a:pt x="6522" y="9547"/>
                  </a:cubicBezTo>
                  <a:lnTo>
                    <a:pt x="5167" y="9547"/>
                  </a:lnTo>
                  <a:cubicBezTo>
                    <a:pt x="4947" y="9547"/>
                    <a:pt x="4789" y="9389"/>
                    <a:pt x="4789" y="9200"/>
                  </a:cubicBezTo>
                  <a:lnTo>
                    <a:pt x="4789" y="8696"/>
                  </a:lnTo>
                  <a:cubicBezTo>
                    <a:pt x="4695" y="8664"/>
                    <a:pt x="4600" y="8601"/>
                    <a:pt x="4537" y="8570"/>
                  </a:cubicBezTo>
                  <a:lnTo>
                    <a:pt x="4159" y="8916"/>
                  </a:lnTo>
                  <a:cubicBezTo>
                    <a:pt x="4112" y="8979"/>
                    <a:pt x="4025" y="9011"/>
                    <a:pt x="3935" y="9011"/>
                  </a:cubicBezTo>
                  <a:cubicBezTo>
                    <a:pt x="3844" y="9011"/>
                    <a:pt x="3750" y="8979"/>
                    <a:pt x="3687" y="8916"/>
                  </a:cubicBezTo>
                  <a:lnTo>
                    <a:pt x="2710" y="7940"/>
                  </a:lnTo>
                  <a:cubicBezTo>
                    <a:pt x="2584" y="7814"/>
                    <a:pt x="2584" y="7593"/>
                    <a:pt x="2710" y="7467"/>
                  </a:cubicBezTo>
                  <a:lnTo>
                    <a:pt x="3057" y="7121"/>
                  </a:lnTo>
                  <a:cubicBezTo>
                    <a:pt x="3025" y="7026"/>
                    <a:pt x="2994" y="6932"/>
                    <a:pt x="2962" y="6837"/>
                  </a:cubicBezTo>
                  <a:lnTo>
                    <a:pt x="2426" y="6837"/>
                  </a:lnTo>
                  <a:cubicBezTo>
                    <a:pt x="2237" y="6837"/>
                    <a:pt x="2080" y="6680"/>
                    <a:pt x="2080" y="6491"/>
                  </a:cubicBezTo>
                  <a:lnTo>
                    <a:pt x="2080" y="5104"/>
                  </a:lnTo>
                  <a:cubicBezTo>
                    <a:pt x="2080" y="4915"/>
                    <a:pt x="2237" y="4758"/>
                    <a:pt x="2426" y="4758"/>
                  </a:cubicBezTo>
                  <a:lnTo>
                    <a:pt x="2962" y="4758"/>
                  </a:lnTo>
                  <a:cubicBezTo>
                    <a:pt x="2994" y="4632"/>
                    <a:pt x="3025" y="4569"/>
                    <a:pt x="3057" y="4474"/>
                  </a:cubicBezTo>
                  <a:lnTo>
                    <a:pt x="2710" y="4128"/>
                  </a:lnTo>
                  <a:cubicBezTo>
                    <a:pt x="2584" y="4002"/>
                    <a:pt x="2584" y="3781"/>
                    <a:pt x="2710" y="3655"/>
                  </a:cubicBezTo>
                  <a:lnTo>
                    <a:pt x="3687" y="2678"/>
                  </a:lnTo>
                  <a:cubicBezTo>
                    <a:pt x="3750" y="2615"/>
                    <a:pt x="3844" y="2584"/>
                    <a:pt x="3935" y="2584"/>
                  </a:cubicBezTo>
                  <a:cubicBezTo>
                    <a:pt x="4025" y="2584"/>
                    <a:pt x="4112" y="2615"/>
                    <a:pt x="4159" y="2678"/>
                  </a:cubicBezTo>
                  <a:lnTo>
                    <a:pt x="4537" y="3025"/>
                  </a:lnTo>
                  <a:cubicBezTo>
                    <a:pt x="4600" y="2994"/>
                    <a:pt x="4726" y="2962"/>
                    <a:pt x="4789" y="2899"/>
                  </a:cubicBezTo>
                  <a:lnTo>
                    <a:pt x="4789" y="2395"/>
                  </a:lnTo>
                  <a:cubicBezTo>
                    <a:pt x="4789" y="2206"/>
                    <a:pt x="4947" y="2048"/>
                    <a:pt x="5167" y="2048"/>
                  </a:cubicBezTo>
                  <a:close/>
                  <a:moveTo>
                    <a:pt x="5829" y="1"/>
                  </a:moveTo>
                  <a:cubicBezTo>
                    <a:pt x="2647" y="1"/>
                    <a:pt x="1" y="2647"/>
                    <a:pt x="1" y="5829"/>
                  </a:cubicBezTo>
                  <a:cubicBezTo>
                    <a:pt x="1" y="6837"/>
                    <a:pt x="284" y="7877"/>
                    <a:pt x="820" y="8790"/>
                  </a:cubicBezTo>
                  <a:lnTo>
                    <a:pt x="32" y="11185"/>
                  </a:lnTo>
                  <a:cubicBezTo>
                    <a:pt x="1" y="11311"/>
                    <a:pt x="32" y="11468"/>
                    <a:pt x="127" y="11531"/>
                  </a:cubicBezTo>
                  <a:cubicBezTo>
                    <a:pt x="174" y="11602"/>
                    <a:pt x="274" y="11638"/>
                    <a:pt x="375" y="11638"/>
                  </a:cubicBezTo>
                  <a:cubicBezTo>
                    <a:pt x="408" y="11638"/>
                    <a:pt x="442" y="11634"/>
                    <a:pt x="473" y="11626"/>
                  </a:cubicBezTo>
                  <a:lnTo>
                    <a:pt x="2868" y="10838"/>
                  </a:lnTo>
                  <a:cubicBezTo>
                    <a:pt x="3781" y="11374"/>
                    <a:pt x="4789" y="11657"/>
                    <a:pt x="5829" y="11657"/>
                  </a:cubicBezTo>
                  <a:cubicBezTo>
                    <a:pt x="9011" y="11657"/>
                    <a:pt x="11657" y="9011"/>
                    <a:pt x="11657" y="5829"/>
                  </a:cubicBezTo>
                  <a:cubicBezTo>
                    <a:pt x="11657" y="2584"/>
                    <a:pt x="9011" y="1"/>
                    <a:pt x="58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26"/>
            <p:cNvSpPr/>
            <p:nvPr/>
          </p:nvSpPr>
          <p:spPr>
            <a:xfrm>
              <a:off x="-34644175" y="3680950"/>
              <a:ext cx="51225" cy="51225"/>
            </a:xfrm>
            <a:custGeom>
              <a:rect b="b" l="l" r="r" t="t"/>
              <a:pathLst>
                <a:path extrusionOk="0" h="2049" w="2049">
                  <a:moveTo>
                    <a:pt x="1040" y="0"/>
                  </a:moveTo>
                  <a:cubicBezTo>
                    <a:pt x="473" y="0"/>
                    <a:pt x="0" y="473"/>
                    <a:pt x="0" y="1040"/>
                  </a:cubicBezTo>
                  <a:cubicBezTo>
                    <a:pt x="0" y="1576"/>
                    <a:pt x="473" y="2048"/>
                    <a:pt x="1040" y="2048"/>
                  </a:cubicBezTo>
                  <a:cubicBezTo>
                    <a:pt x="1576" y="2048"/>
                    <a:pt x="2048" y="1576"/>
                    <a:pt x="2048" y="1040"/>
                  </a:cubicBezTo>
                  <a:cubicBezTo>
                    <a:pt x="2048" y="441"/>
                    <a:pt x="1576" y="0"/>
                    <a:pt x="104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sp>
        <p:nvSpPr>
          <p:cNvPr id="719" name="Google Shape;719;p27"/>
          <p:cNvSpPr txBox="1"/>
          <p:nvPr>
            <p:ph type="title"/>
          </p:nvPr>
        </p:nvSpPr>
        <p:spPr>
          <a:xfrm>
            <a:off x="453600" y="292625"/>
            <a:ext cx="82368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Conclusion and Key Takeaways</a:t>
            </a:r>
            <a:endParaRPr/>
          </a:p>
        </p:txBody>
      </p:sp>
      <p:grpSp>
        <p:nvGrpSpPr>
          <p:cNvPr id="720" name="Google Shape;720;p27"/>
          <p:cNvGrpSpPr/>
          <p:nvPr/>
        </p:nvGrpSpPr>
        <p:grpSpPr>
          <a:xfrm>
            <a:off x="4126367" y="1987229"/>
            <a:ext cx="842700" cy="2592910"/>
            <a:chOff x="4167982" y="1417775"/>
            <a:chExt cx="808035" cy="2438550"/>
          </a:xfrm>
        </p:grpSpPr>
        <p:sp>
          <p:nvSpPr>
            <p:cNvPr id="721" name="Google Shape;721;p27"/>
            <p:cNvSpPr/>
            <p:nvPr/>
          </p:nvSpPr>
          <p:spPr>
            <a:xfrm rot="10800000">
              <a:off x="4167982" y="3048425"/>
              <a:ext cx="807900" cy="807900"/>
            </a:xfrm>
            <a:prstGeom prst="arc">
              <a:avLst>
                <a:gd fmla="val 16723829" name="adj1"/>
                <a:gd fmla="val 5746260" name="adj2"/>
              </a:avLst>
            </a:prstGeom>
            <a:noFill/>
            <a:ln cap="flat" cmpd="sng" w="19050">
              <a:solidFill>
                <a:schemeClr val="dk1"/>
              </a:solidFill>
              <a:prstDash val="solid"/>
              <a:round/>
              <a:headEnd len="sm" w="sm" type="triangl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27"/>
            <p:cNvSpPr/>
            <p:nvPr/>
          </p:nvSpPr>
          <p:spPr>
            <a:xfrm flipH="1" rot="10800000">
              <a:off x="4168118" y="2230633"/>
              <a:ext cx="807900" cy="807900"/>
            </a:xfrm>
            <a:prstGeom prst="arc">
              <a:avLst>
                <a:gd fmla="val 16590750" name="adj1"/>
                <a:gd fmla="val 5545539" name="adj2"/>
              </a:avLst>
            </a:prstGeom>
            <a:noFill/>
            <a:ln cap="flat" cmpd="sng" w="19050">
              <a:solidFill>
                <a:schemeClr val="dk1"/>
              </a:solidFill>
              <a:prstDash val="solid"/>
              <a:round/>
              <a:headEnd len="sm" w="sm" type="triangl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27"/>
            <p:cNvSpPr/>
            <p:nvPr/>
          </p:nvSpPr>
          <p:spPr>
            <a:xfrm rot="10800000">
              <a:off x="4167982" y="1417775"/>
              <a:ext cx="807900" cy="807900"/>
            </a:xfrm>
            <a:prstGeom prst="arc">
              <a:avLst>
                <a:gd fmla="val 16574040" name="adj1"/>
                <a:gd fmla="val 5369603" name="adj2"/>
              </a:avLst>
            </a:prstGeom>
            <a:noFill/>
            <a:ln cap="flat" cmpd="sng" w="19050">
              <a:solidFill>
                <a:schemeClr val="dk1"/>
              </a:solidFill>
              <a:prstDash val="solid"/>
              <a:round/>
              <a:headEnd len="sm" w="sm" type="triangl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4" name="Google Shape;724;p27"/>
          <p:cNvGrpSpPr/>
          <p:nvPr/>
        </p:nvGrpSpPr>
        <p:grpSpPr>
          <a:xfrm>
            <a:off x="2927571" y="1971837"/>
            <a:ext cx="5911470" cy="869567"/>
            <a:chOff x="3018500" y="1403300"/>
            <a:chExt cx="5668300" cy="817800"/>
          </a:xfrm>
        </p:grpSpPr>
        <p:grpSp>
          <p:nvGrpSpPr>
            <p:cNvPr id="725" name="Google Shape;725;p27"/>
            <p:cNvGrpSpPr/>
            <p:nvPr/>
          </p:nvGrpSpPr>
          <p:grpSpPr>
            <a:xfrm>
              <a:off x="4256250" y="1403300"/>
              <a:ext cx="4430550" cy="817800"/>
              <a:chOff x="4256250" y="1403300"/>
              <a:chExt cx="4430550" cy="817800"/>
            </a:xfrm>
          </p:grpSpPr>
          <p:grpSp>
            <p:nvGrpSpPr>
              <p:cNvPr id="726" name="Google Shape;726;p27"/>
              <p:cNvGrpSpPr/>
              <p:nvPr/>
            </p:nvGrpSpPr>
            <p:grpSpPr>
              <a:xfrm>
                <a:off x="5101800" y="1403300"/>
                <a:ext cx="3585000" cy="817800"/>
                <a:chOff x="5101800" y="1403300"/>
                <a:chExt cx="3585000" cy="817800"/>
              </a:xfrm>
            </p:grpSpPr>
            <p:sp>
              <p:nvSpPr>
                <p:cNvPr id="727" name="Google Shape;727;p27"/>
                <p:cNvSpPr/>
                <p:nvPr/>
              </p:nvSpPr>
              <p:spPr>
                <a:xfrm flipH="1">
                  <a:off x="5101800" y="1403300"/>
                  <a:ext cx="3585000" cy="817800"/>
                </a:xfrm>
                <a:prstGeom prst="roundRect">
                  <a:avLst>
                    <a:gd fmla="val 46588"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grpSp>
              <p:nvGrpSpPr>
                <p:cNvPr id="728" name="Google Shape;728;p27"/>
                <p:cNvGrpSpPr/>
                <p:nvPr/>
              </p:nvGrpSpPr>
              <p:grpSpPr>
                <a:xfrm>
                  <a:off x="5266800" y="1533736"/>
                  <a:ext cx="3255000" cy="552802"/>
                  <a:chOff x="5266800" y="1528973"/>
                  <a:chExt cx="3255000" cy="552802"/>
                </a:xfrm>
              </p:grpSpPr>
              <p:sp>
                <p:nvSpPr>
                  <p:cNvPr id="729" name="Google Shape;729;p27"/>
                  <p:cNvSpPr txBox="1"/>
                  <p:nvPr/>
                </p:nvSpPr>
                <p:spPr>
                  <a:xfrm flipH="1">
                    <a:off x="5266800" y="1824075"/>
                    <a:ext cx="3255000" cy="257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Roboto"/>
                        <a:ea typeface="Roboto"/>
                        <a:cs typeface="Roboto"/>
                        <a:sym typeface="Roboto"/>
                      </a:rPr>
                      <a:t>Leadership styles must adapt to cultures</a:t>
                    </a:r>
                    <a:endParaRPr>
                      <a:solidFill>
                        <a:schemeClr val="lt1"/>
                      </a:solidFill>
                      <a:latin typeface="Roboto"/>
                      <a:ea typeface="Roboto"/>
                      <a:cs typeface="Roboto"/>
                      <a:sym typeface="Roboto"/>
                    </a:endParaRPr>
                  </a:p>
                </p:txBody>
              </p:sp>
              <p:sp>
                <p:nvSpPr>
                  <p:cNvPr id="730" name="Google Shape;730;p27"/>
                  <p:cNvSpPr/>
                  <p:nvPr/>
                </p:nvSpPr>
                <p:spPr>
                  <a:xfrm flipH="1">
                    <a:off x="5266800" y="1528973"/>
                    <a:ext cx="3255000" cy="257700"/>
                  </a:xfrm>
                  <a:prstGeom prst="roundRect">
                    <a:avLst>
                      <a:gd fmla="val 0"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Fira Sans Extra Condensed SemiBold"/>
                        <a:ea typeface="Fira Sans Extra Condensed SemiBold"/>
                        <a:cs typeface="Fira Sans Extra Condensed SemiBold"/>
                        <a:sym typeface="Fira Sans Extra Condensed SemiBold"/>
                      </a:rPr>
                      <a:t>No One-Size Fits-All</a:t>
                    </a:r>
                    <a:endParaRPr sz="2000">
                      <a:solidFill>
                        <a:schemeClr val="lt1"/>
                      </a:solidFill>
                    </a:endParaRPr>
                  </a:p>
                </p:txBody>
              </p:sp>
            </p:grpSp>
          </p:grpSp>
          <p:sp>
            <p:nvSpPr>
              <p:cNvPr id="731" name="Google Shape;731;p27"/>
              <p:cNvSpPr/>
              <p:nvPr/>
            </p:nvSpPr>
            <p:spPr>
              <a:xfrm flipH="1">
                <a:off x="4256250" y="1496450"/>
                <a:ext cx="631500" cy="631500"/>
              </a:xfrm>
              <a:prstGeom prst="ellipse">
                <a:avLst/>
              </a:prstGeom>
              <a:solidFill>
                <a:schemeClr val="accen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1600">
                    <a:solidFill>
                      <a:schemeClr val="lt1"/>
                    </a:solidFill>
                    <a:latin typeface="Fira Sans Extra Condensed SemiBold"/>
                    <a:ea typeface="Fira Sans Extra Condensed SemiBold"/>
                    <a:cs typeface="Fira Sans Extra Condensed SemiBold"/>
                    <a:sym typeface="Fira Sans Extra Condensed SemiBold"/>
                  </a:rPr>
                  <a:t>01</a:t>
                </a:r>
                <a:endParaRPr sz="1600">
                  <a:solidFill>
                    <a:schemeClr val="lt1"/>
                  </a:solidFill>
                  <a:latin typeface="Fira Sans Extra Condensed SemiBold"/>
                  <a:ea typeface="Fira Sans Extra Condensed SemiBold"/>
                  <a:cs typeface="Fira Sans Extra Condensed SemiBold"/>
                  <a:sym typeface="Fira Sans Extra Condensed SemiBold"/>
                </a:endParaRPr>
              </a:p>
            </p:txBody>
          </p:sp>
        </p:grpSp>
        <p:sp>
          <p:nvSpPr>
            <p:cNvPr id="732" name="Google Shape;732;p27"/>
            <p:cNvSpPr/>
            <p:nvPr/>
          </p:nvSpPr>
          <p:spPr>
            <a:xfrm flipH="1">
              <a:off x="3018500" y="1496450"/>
              <a:ext cx="631500" cy="631500"/>
            </a:xfrm>
            <a:prstGeom prst="ellipse">
              <a:avLst/>
            </a:prstGeom>
            <a:solidFill>
              <a:schemeClr val="accent2"/>
            </a:solidFill>
            <a:ln>
              <a:noFill/>
            </a:ln>
          </p:spPr>
          <p:txBody>
            <a:bodyPr anchorCtr="0" anchor="ctr" bIns="91425" lIns="0" spcFirstLastPara="1" rIns="0" wrap="square" tIns="91425">
              <a:noAutofit/>
            </a:bodyPr>
            <a:lstStyle/>
            <a:p>
              <a:pPr indent="0" lvl="0" marL="0" rtl="0" algn="ctr">
                <a:spcBef>
                  <a:spcPts val="0"/>
                </a:spcBef>
                <a:spcAft>
                  <a:spcPts val="0"/>
                </a:spcAft>
                <a:buNone/>
              </a:pPr>
              <a:r>
                <a:t/>
              </a:r>
              <a:endParaRPr sz="1200">
                <a:solidFill>
                  <a:schemeClr val="lt1"/>
                </a:solidFill>
                <a:latin typeface="Roboto Medium"/>
                <a:ea typeface="Roboto Medium"/>
                <a:cs typeface="Roboto Medium"/>
                <a:sym typeface="Roboto Medium"/>
              </a:endParaRPr>
            </a:p>
          </p:txBody>
        </p:sp>
      </p:grpSp>
      <p:grpSp>
        <p:nvGrpSpPr>
          <p:cNvPr id="733" name="Google Shape;733;p27"/>
          <p:cNvGrpSpPr/>
          <p:nvPr/>
        </p:nvGrpSpPr>
        <p:grpSpPr>
          <a:xfrm>
            <a:off x="256392" y="2848483"/>
            <a:ext cx="5911470" cy="869567"/>
            <a:chOff x="457200" y="2227758"/>
            <a:chExt cx="5668300" cy="817800"/>
          </a:xfrm>
        </p:grpSpPr>
        <p:grpSp>
          <p:nvGrpSpPr>
            <p:cNvPr id="734" name="Google Shape;734;p27"/>
            <p:cNvGrpSpPr/>
            <p:nvPr/>
          </p:nvGrpSpPr>
          <p:grpSpPr>
            <a:xfrm>
              <a:off x="457200" y="2227758"/>
              <a:ext cx="4430550" cy="817800"/>
              <a:chOff x="457200" y="2227758"/>
              <a:chExt cx="4430550" cy="817800"/>
            </a:xfrm>
          </p:grpSpPr>
          <p:grpSp>
            <p:nvGrpSpPr>
              <p:cNvPr id="735" name="Google Shape;735;p27"/>
              <p:cNvGrpSpPr/>
              <p:nvPr/>
            </p:nvGrpSpPr>
            <p:grpSpPr>
              <a:xfrm>
                <a:off x="457200" y="2227758"/>
                <a:ext cx="3799055" cy="817800"/>
                <a:chOff x="457200" y="2227758"/>
                <a:chExt cx="3799055" cy="817800"/>
              </a:xfrm>
            </p:grpSpPr>
            <p:sp>
              <p:nvSpPr>
                <p:cNvPr id="736" name="Google Shape;736;p27"/>
                <p:cNvSpPr/>
                <p:nvPr/>
              </p:nvSpPr>
              <p:spPr>
                <a:xfrm flipH="1">
                  <a:off x="457200" y="2227758"/>
                  <a:ext cx="3585000" cy="8178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grpSp>
              <p:nvGrpSpPr>
                <p:cNvPr id="737" name="Google Shape;737;p27"/>
                <p:cNvGrpSpPr/>
                <p:nvPr/>
              </p:nvGrpSpPr>
              <p:grpSpPr>
                <a:xfrm>
                  <a:off x="622200" y="2362331"/>
                  <a:ext cx="3634055" cy="548663"/>
                  <a:chOff x="622200" y="2357565"/>
                  <a:chExt cx="3634055" cy="548663"/>
                </a:xfrm>
              </p:grpSpPr>
              <p:sp>
                <p:nvSpPr>
                  <p:cNvPr id="738" name="Google Shape;738;p27"/>
                  <p:cNvSpPr txBox="1"/>
                  <p:nvPr/>
                </p:nvSpPr>
                <p:spPr>
                  <a:xfrm flipH="1">
                    <a:off x="622200" y="2648528"/>
                    <a:ext cx="3255000" cy="257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Roboto"/>
                        <a:ea typeface="Roboto"/>
                        <a:cs typeface="Roboto"/>
                        <a:sym typeface="Roboto"/>
                      </a:rPr>
                      <a:t>more than personal values</a:t>
                    </a:r>
                    <a:endParaRPr>
                      <a:solidFill>
                        <a:schemeClr val="lt1"/>
                      </a:solidFill>
                      <a:latin typeface="Roboto"/>
                      <a:ea typeface="Roboto"/>
                      <a:cs typeface="Roboto"/>
                      <a:sym typeface="Roboto"/>
                    </a:endParaRPr>
                  </a:p>
                </p:txBody>
              </p:sp>
              <p:sp>
                <p:nvSpPr>
                  <p:cNvPr id="739" name="Google Shape;739;p27"/>
                  <p:cNvSpPr/>
                  <p:nvPr/>
                </p:nvSpPr>
                <p:spPr>
                  <a:xfrm flipH="1">
                    <a:off x="622355" y="2357565"/>
                    <a:ext cx="3633900" cy="257700"/>
                  </a:xfrm>
                  <a:prstGeom prst="roundRect">
                    <a:avLst>
                      <a:gd fmla="val 0" name="adj"/>
                    </a:avLst>
                  </a:prstGeom>
                  <a:noFill/>
                  <a:ln>
                    <a:noFill/>
                  </a:ln>
                </p:spPr>
                <p:txBody>
                  <a:bodyPr anchorCtr="0" anchor="ctr" bIns="91425" lIns="91425" spcFirstLastPara="1" rIns="91425" wrap="square" tIns="91425">
                    <a:noAutofit/>
                  </a:bodyPr>
                  <a:lstStyle/>
                  <a:p>
                    <a:pPr indent="0" lvl="0" marL="0" rtl="0" algn="l">
                      <a:lnSpc>
                        <a:spcPct val="115000"/>
                      </a:lnSpc>
                      <a:spcBef>
                        <a:spcPts val="1200"/>
                      </a:spcBef>
                      <a:spcAft>
                        <a:spcPts val="1200"/>
                      </a:spcAft>
                      <a:buNone/>
                    </a:pPr>
                    <a:r>
                      <a:rPr lang="en" sz="2000">
                        <a:solidFill>
                          <a:schemeClr val="lt1"/>
                        </a:solidFill>
                        <a:latin typeface="Fira Sans Extra Condensed SemiBold"/>
                        <a:ea typeface="Fira Sans Extra Condensed SemiBold"/>
                        <a:cs typeface="Fira Sans Extra Condensed SemiBold"/>
                        <a:sym typeface="Fira Sans Extra Condensed SemiBold"/>
                      </a:rPr>
                      <a:t>Cultural Values Shape Leadership</a:t>
                    </a:r>
                    <a:endParaRPr sz="2000">
                      <a:solidFill>
                        <a:schemeClr val="lt1"/>
                      </a:solidFill>
                      <a:latin typeface="Fira Sans Extra Condensed SemiBold"/>
                      <a:ea typeface="Fira Sans Extra Condensed SemiBold"/>
                      <a:cs typeface="Fira Sans Extra Condensed SemiBold"/>
                      <a:sym typeface="Fira Sans Extra Condensed SemiBold"/>
                    </a:endParaRPr>
                  </a:p>
                </p:txBody>
              </p:sp>
            </p:grpSp>
          </p:grpSp>
          <p:sp>
            <p:nvSpPr>
              <p:cNvPr id="740" name="Google Shape;740;p27"/>
              <p:cNvSpPr/>
              <p:nvPr/>
            </p:nvSpPr>
            <p:spPr>
              <a:xfrm>
                <a:off x="4256250" y="2320908"/>
                <a:ext cx="631500" cy="631500"/>
              </a:xfrm>
              <a:prstGeom prst="ellipse">
                <a:avLst/>
              </a:prstGeom>
              <a:solidFill>
                <a:schemeClr val="accent3"/>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1600">
                    <a:solidFill>
                      <a:schemeClr val="lt1"/>
                    </a:solidFill>
                    <a:latin typeface="Fira Sans Extra Condensed SemiBold"/>
                    <a:ea typeface="Fira Sans Extra Condensed SemiBold"/>
                    <a:cs typeface="Fira Sans Extra Condensed SemiBold"/>
                    <a:sym typeface="Fira Sans Extra Condensed SemiBold"/>
                  </a:rPr>
                  <a:t>02</a:t>
                </a:r>
                <a:endParaRPr sz="1600">
                  <a:solidFill>
                    <a:schemeClr val="lt1"/>
                  </a:solidFill>
                  <a:latin typeface="Fira Sans Extra Condensed SemiBold"/>
                  <a:ea typeface="Fira Sans Extra Condensed SemiBold"/>
                  <a:cs typeface="Fira Sans Extra Condensed SemiBold"/>
                  <a:sym typeface="Fira Sans Extra Condensed SemiBold"/>
                </a:endParaRPr>
              </a:p>
            </p:txBody>
          </p:sp>
        </p:grpSp>
        <p:sp>
          <p:nvSpPr>
            <p:cNvPr id="741" name="Google Shape;741;p27"/>
            <p:cNvSpPr/>
            <p:nvPr/>
          </p:nvSpPr>
          <p:spPr>
            <a:xfrm flipH="1">
              <a:off x="5494000" y="2320907"/>
              <a:ext cx="631500" cy="631500"/>
            </a:xfrm>
            <a:prstGeom prst="ellipse">
              <a:avLst/>
            </a:prstGeom>
            <a:solidFill>
              <a:schemeClr val="accent3"/>
            </a:solidFill>
            <a:ln>
              <a:noFill/>
            </a:ln>
          </p:spPr>
          <p:txBody>
            <a:bodyPr anchorCtr="0" anchor="ctr" bIns="91425" lIns="0" spcFirstLastPara="1" rIns="0" wrap="square" tIns="91425">
              <a:noAutofit/>
            </a:bodyPr>
            <a:lstStyle/>
            <a:p>
              <a:pPr indent="0" lvl="0" marL="0" rtl="0" algn="ctr">
                <a:spcBef>
                  <a:spcPts val="0"/>
                </a:spcBef>
                <a:spcAft>
                  <a:spcPts val="0"/>
                </a:spcAft>
                <a:buNone/>
              </a:pPr>
              <a:r>
                <a:t/>
              </a:r>
              <a:endParaRPr sz="1200">
                <a:solidFill>
                  <a:schemeClr val="lt1"/>
                </a:solidFill>
                <a:latin typeface="Roboto Medium"/>
                <a:ea typeface="Roboto Medium"/>
                <a:cs typeface="Roboto Medium"/>
                <a:sym typeface="Roboto Medium"/>
              </a:endParaRPr>
            </a:p>
          </p:txBody>
        </p:sp>
      </p:grpSp>
      <p:grpSp>
        <p:nvGrpSpPr>
          <p:cNvPr id="742" name="Google Shape;742;p27"/>
          <p:cNvGrpSpPr/>
          <p:nvPr/>
        </p:nvGrpSpPr>
        <p:grpSpPr>
          <a:xfrm>
            <a:off x="2927571" y="3725130"/>
            <a:ext cx="5911470" cy="869567"/>
            <a:chOff x="3018500" y="3052217"/>
            <a:chExt cx="5668300" cy="817800"/>
          </a:xfrm>
        </p:grpSpPr>
        <p:grpSp>
          <p:nvGrpSpPr>
            <p:cNvPr id="743" name="Google Shape;743;p27"/>
            <p:cNvGrpSpPr/>
            <p:nvPr/>
          </p:nvGrpSpPr>
          <p:grpSpPr>
            <a:xfrm>
              <a:off x="4256250" y="3052217"/>
              <a:ext cx="4430550" cy="817800"/>
              <a:chOff x="4256250" y="3052217"/>
              <a:chExt cx="4430550" cy="817800"/>
            </a:xfrm>
          </p:grpSpPr>
          <p:grpSp>
            <p:nvGrpSpPr>
              <p:cNvPr id="744" name="Google Shape;744;p27"/>
              <p:cNvGrpSpPr/>
              <p:nvPr/>
            </p:nvGrpSpPr>
            <p:grpSpPr>
              <a:xfrm>
                <a:off x="5101800" y="3052217"/>
                <a:ext cx="3585000" cy="817800"/>
                <a:chOff x="5101800" y="3052217"/>
                <a:chExt cx="3585000" cy="817800"/>
              </a:xfrm>
            </p:grpSpPr>
            <p:sp>
              <p:nvSpPr>
                <p:cNvPr id="745" name="Google Shape;745;p27"/>
                <p:cNvSpPr/>
                <p:nvPr/>
              </p:nvSpPr>
              <p:spPr>
                <a:xfrm flipH="1">
                  <a:off x="5101800" y="3052217"/>
                  <a:ext cx="3585000" cy="817800"/>
                </a:xfrm>
                <a:prstGeom prst="roundRect">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746" name="Google Shape;746;p27"/>
                <p:cNvGrpSpPr/>
                <p:nvPr/>
              </p:nvGrpSpPr>
              <p:grpSpPr>
                <a:xfrm>
                  <a:off x="5266800" y="3186775"/>
                  <a:ext cx="3255000" cy="548683"/>
                  <a:chOff x="5266800" y="3182015"/>
                  <a:chExt cx="3255000" cy="548683"/>
                </a:xfrm>
              </p:grpSpPr>
              <p:sp>
                <p:nvSpPr>
                  <p:cNvPr id="747" name="Google Shape;747;p27"/>
                  <p:cNvSpPr txBox="1"/>
                  <p:nvPr/>
                </p:nvSpPr>
                <p:spPr>
                  <a:xfrm flipH="1">
                    <a:off x="5266800" y="3472998"/>
                    <a:ext cx="3255000" cy="257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Roboto"/>
                        <a:ea typeface="Roboto"/>
                        <a:cs typeface="Roboto"/>
                        <a:sym typeface="Roboto"/>
                      </a:rPr>
                      <a:t>in leadership across different countries</a:t>
                    </a:r>
                    <a:endParaRPr>
                      <a:solidFill>
                        <a:schemeClr val="lt1"/>
                      </a:solidFill>
                      <a:latin typeface="Roboto"/>
                      <a:ea typeface="Roboto"/>
                      <a:cs typeface="Roboto"/>
                      <a:sym typeface="Roboto"/>
                    </a:endParaRPr>
                  </a:p>
                </p:txBody>
              </p:sp>
              <p:sp>
                <p:nvSpPr>
                  <p:cNvPr id="748" name="Google Shape;748;p27"/>
                  <p:cNvSpPr/>
                  <p:nvPr/>
                </p:nvSpPr>
                <p:spPr>
                  <a:xfrm flipH="1">
                    <a:off x="5266800" y="3182015"/>
                    <a:ext cx="3255000" cy="257700"/>
                  </a:xfrm>
                  <a:prstGeom prst="roundRect">
                    <a:avLst>
                      <a:gd fmla="val 0"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Fira Sans Extra Condensed SemiBold"/>
                        <a:ea typeface="Fira Sans Extra Condensed SemiBold"/>
                        <a:cs typeface="Fira Sans Extra Condensed SemiBold"/>
                        <a:sym typeface="Fira Sans Extra Condensed SemiBold"/>
                      </a:rPr>
                      <a:t>Success Requires Flexibility</a:t>
                    </a:r>
                    <a:endParaRPr sz="2000">
                      <a:solidFill>
                        <a:schemeClr val="lt1"/>
                      </a:solidFill>
                    </a:endParaRPr>
                  </a:p>
                </p:txBody>
              </p:sp>
            </p:grpSp>
          </p:grpSp>
          <p:sp>
            <p:nvSpPr>
              <p:cNvPr id="749" name="Google Shape;749;p27"/>
              <p:cNvSpPr/>
              <p:nvPr/>
            </p:nvSpPr>
            <p:spPr>
              <a:xfrm flipH="1">
                <a:off x="4256250" y="3145367"/>
                <a:ext cx="631500" cy="631500"/>
              </a:xfrm>
              <a:prstGeom prst="ellipse">
                <a:avLst/>
              </a:prstGeom>
              <a:solidFill>
                <a:schemeClr val="accent4"/>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1600">
                    <a:solidFill>
                      <a:srgbClr val="FFFFFF"/>
                    </a:solidFill>
                    <a:latin typeface="Fira Sans Extra Condensed SemiBold"/>
                    <a:ea typeface="Fira Sans Extra Condensed SemiBold"/>
                    <a:cs typeface="Fira Sans Extra Condensed SemiBold"/>
                    <a:sym typeface="Fira Sans Extra Condensed SemiBold"/>
                  </a:rPr>
                  <a:t>03</a:t>
                </a:r>
                <a:endParaRPr sz="1600">
                  <a:solidFill>
                    <a:srgbClr val="FFFFFF"/>
                  </a:solidFill>
                  <a:latin typeface="Fira Sans Extra Condensed SemiBold"/>
                  <a:ea typeface="Fira Sans Extra Condensed SemiBold"/>
                  <a:cs typeface="Fira Sans Extra Condensed SemiBold"/>
                  <a:sym typeface="Fira Sans Extra Condensed SemiBold"/>
                </a:endParaRPr>
              </a:p>
            </p:txBody>
          </p:sp>
        </p:grpSp>
        <p:sp>
          <p:nvSpPr>
            <p:cNvPr id="750" name="Google Shape;750;p27"/>
            <p:cNvSpPr/>
            <p:nvPr/>
          </p:nvSpPr>
          <p:spPr>
            <a:xfrm flipH="1">
              <a:off x="3018500" y="3145367"/>
              <a:ext cx="631500" cy="631500"/>
            </a:xfrm>
            <a:prstGeom prst="ellipse">
              <a:avLst/>
            </a:prstGeom>
            <a:solidFill>
              <a:schemeClr val="accent4"/>
            </a:solidFill>
            <a:ln>
              <a:noFill/>
            </a:ln>
          </p:spPr>
          <p:txBody>
            <a:bodyPr anchorCtr="0" anchor="ctr" bIns="91425" lIns="0" spcFirstLastPara="1" rIns="0" wrap="square" tIns="91425">
              <a:noAutofit/>
            </a:bodyPr>
            <a:lstStyle/>
            <a:p>
              <a:pPr indent="0" lvl="0" marL="0" rtl="0" algn="ctr">
                <a:spcBef>
                  <a:spcPts val="0"/>
                </a:spcBef>
                <a:spcAft>
                  <a:spcPts val="0"/>
                </a:spcAft>
                <a:buNone/>
              </a:pPr>
              <a:r>
                <a:t/>
              </a:r>
              <a:endParaRPr sz="1200">
                <a:solidFill>
                  <a:srgbClr val="FFFFFF"/>
                </a:solidFill>
                <a:latin typeface="Roboto Medium"/>
                <a:ea typeface="Roboto Medium"/>
                <a:cs typeface="Roboto Medium"/>
                <a:sym typeface="Roboto Medium"/>
              </a:endParaRPr>
            </a:p>
          </p:txBody>
        </p:sp>
      </p:grpSp>
      <p:cxnSp>
        <p:nvCxnSpPr>
          <p:cNvPr id="751" name="Google Shape;751;p27"/>
          <p:cNvCxnSpPr>
            <a:stCxn id="749" idx="6"/>
            <a:endCxn id="750" idx="2"/>
          </p:cNvCxnSpPr>
          <p:nvPr/>
        </p:nvCxnSpPr>
        <p:spPr>
          <a:xfrm flipH="1">
            <a:off x="3586021" y="4159913"/>
            <a:ext cx="632400" cy="600"/>
          </a:xfrm>
          <a:prstGeom prst="curvedConnector3">
            <a:avLst>
              <a:gd fmla="val 49996" name="adj1"/>
            </a:avLst>
          </a:prstGeom>
          <a:noFill/>
          <a:ln cap="flat" cmpd="sng" w="19050">
            <a:solidFill>
              <a:schemeClr val="dk1"/>
            </a:solidFill>
            <a:prstDash val="solid"/>
            <a:round/>
            <a:headEnd len="med" w="med" type="none"/>
            <a:tailEnd len="med" w="med" type="none"/>
          </a:ln>
        </p:spPr>
      </p:cxnSp>
      <p:cxnSp>
        <p:nvCxnSpPr>
          <p:cNvPr id="752" name="Google Shape;752;p27"/>
          <p:cNvCxnSpPr>
            <a:stCxn id="740" idx="6"/>
            <a:endCxn id="741" idx="6"/>
          </p:cNvCxnSpPr>
          <p:nvPr/>
        </p:nvCxnSpPr>
        <p:spPr>
          <a:xfrm>
            <a:off x="4877012" y="3283267"/>
            <a:ext cx="632400" cy="600"/>
          </a:xfrm>
          <a:prstGeom prst="curvedConnector3">
            <a:avLst>
              <a:gd fmla="val 49996" name="adj1"/>
            </a:avLst>
          </a:prstGeom>
          <a:noFill/>
          <a:ln cap="flat" cmpd="sng" w="19050">
            <a:solidFill>
              <a:schemeClr val="dk1"/>
            </a:solidFill>
            <a:prstDash val="solid"/>
            <a:round/>
            <a:headEnd len="med" w="med" type="none"/>
            <a:tailEnd len="med" w="med" type="none"/>
          </a:ln>
        </p:spPr>
      </p:cxnSp>
      <p:cxnSp>
        <p:nvCxnSpPr>
          <p:cNvPr id="753" name="Google Shape;753;p27"/>
          <p:cNvCxnSpPr>
            <a:stCxn id="731" idx="6"/>
            <a:endCxn id="732" idx="2"/>
          </p:cNvCxnSpPr>
          <p:nvPr/>
        </p:nvCxnSpPr>
        <p:spPr>
          <a:xfrm flipH="1">
            <a:off x="3586021" y="2406620"/>
            <a:ext cx="632400" cy="600"/>
          </a:xfrm>
          <a:prstGeom prst="curvedConnector3">
            <a:avLst>
              <a:gd fmla="val 49996" name="adj1"/>
            </a:avLst>
          </a:prstGeom>
          <a:noFill/>
          <a:ln cap="flat" cmpd="sng" w="19050">
            <a:solidFill>
              <a:schemeClr val="dk1"/>
            </a:solidFill>
            <a:prstDash val="solid"/>
            <a:round/>
            <a:headEnd len="med" w="med" type="none"/>
            <a:tailEnd len="med" w="med" type="none"/>
          </a:ln>
        </p:spPr>
      </p:cxnSp>
      <p:grpSp>
        <p:nvGrpSpPr>
          <p:cNvPr id="754" name="Google Shape;754;p27"/>
          <p:cNvGrpSpPr/>
          <p:nvPr/>
        </p:nvGrpSpPr>
        <p:grpSpPr>
          <a:xfrm>
            <a:off x="3072375" y="3974376"/>
            <a:ext cx="368978" cy="371007"/>
            <a:chOff x="2034675" y="3617925"/>
            <a:chExt cx="299325" cy="295200"/>
          </a:xfrm>
        </p:grpSpPr>
        <p:sp>
          <p:nvSpPr>
            <p:cNvPr id="755" name="Google Shape;755;p27"/>
            <p:cNvSpPr/>
            <p:nvPr/>
          </p:nvSpPr>
          <p:spPr>
            <a:xfrm>
              <a:off x="2195350" y="3721900"/>
              <a:ext cx="69350" cy="33900"/>
            </a:xfrm>
            <a:custGeom>
              <a:rect b="b" l="l" r="r" t="t"/>
              <a:pathLst>
                <a:path extrusionOk="0" h="1356" w="2774">
                  <a:moveTo>
                    <a:pt x="1387" y="1"/>
                  </a:moveTo>
                  <a:cubicBezTo>
                    <a:pt x="631" y="1"/>
                    <a:pt x="1" y="631"/>
                    <a:pt x="1" y="1355"/>
                  </a:cubicBezTo>
                  <a:lnTo>
                    <a:pt x="2773" y="1355"/>
                  </a:lnTo>
                  <a:cubicBezTo>
                    <a:pt x="2773" y="599"/>
                    <a:pt x="2143" y="1"/>
                    <a:pt x="138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27"/>
            <p:cNvSpPr/>
            <p:nvPr/>
          </p:nvSpPr>
          <p:spPr>
            <a:xfrm>
              <a:off x="2211900" y="3669125"/>
              <a:ext cx="35475" cy="35475"/>
            </a:xfrm>
            <a:custGeom>
              <a:rect b="b" l="l" r="r" t="t"/>
              <a:pathLst>
                <a:path extrusionOk="0" h="1419" w="1419">
                  <a:moveTo>
                    <a:pt x="725" y="1"/>
                  </a:moveTo>
                  <a:cubicBezTo>
                    <a:pt x="315" y="1"/>
                    <a:pt x="0" y="316"/>
                    <a:pt x="0" y="725"/>
                  </a:cubicBezTo>
                  <a:cubicBezTo>
                    <a:pt x="0" y="1103"/>
                    <a:pt x="315" y="1418"/>
                    <a:pt x="725" y="1418"/>
                  </a:cubicBezTo>
                  <a:cubicBezTo>
                    <a:pt x="1103" y="1418"/>
                    <a:pt x="1418" y="1103"/>
                    <a:pt x="1418" y="725"/>
                  </a:cubicBezTo>
                  <a:cubicBezTo>
                    <a:pt x="1418" y="316"/>
                    <a:pt x="1103" y="1"/>
                    <a:pt x="72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27"/>
            <p:cNvSpPr/>
            <p:nvPr/>
          </p:nvSpPr>
          <p:spPr>
            <a:xfrm>
              <a:off x="2125250" y="3617925"/>
              <a:ext cx="208750" cy="208750"/>
            </a:xfrm>
            <a:custGeom>
              <a:rect b="b" l="l" r="r" t="t"/>
              <a:pathLst>
                <a:path extrusionOk="0" h="8350" w="8350">
                  <a:moveTo>
                    <a:pt x="4128" y="1387"/>
                  </a:moveTo>
                  <a:cubicBezTo>
                    <a:pt x="4884" y="1387"/>
                    <a:pt x="5514" y="2017"/>
                    <a:pt x="5514" y="2773"/>
                  </a:cubicBezTo>
                  <a:cubicBezTo>
                    <a:pt x="5514" y="3120"/>
                    <a:pt x="5357" y="3466"/>
                    <a:pt x="5136" y="3718"/>
                  </a:cubicBezTo>
                  <a:cubicBezTo>
                    <a:pt x="5766" y="4065"/>
                    <a:pt x="6176" y="4727"/>
                    <a:pt x="6176" y="5514"/>
                  </a:cubicBezTo>
                  <a:lnTo>
                    <a:pt x="6176" y="5892"/>
                  </a:lnTo>
                  <a:lnTo>
                    <a:pt x="6270" y="5892"/>
                  </a:lnTo>
                  <a:cubicBezTo>
                    <a:pt x="6270" y="6081"/>
                    <a:pt x="6113" y="6239"/>
                    <a:pt x="5924" y="6239"/>
                  </a:cubicBezTo>
                  <a:lnTo>
                    <a:pt x="2458" y="6239"/>
                  </a:lnTo>
                  <a:cubicBezTo>
                    <a:pt x="2238" y="6239"/>
                    <a:pt x="2080" y="6081"/>
                    <a:pt x="2080" y="5892"/>
                  </a:cubicBezTo>
                  <a:lnTo>
                    <a:pt x="2080" y="5514"/>
                  </a:lnTo>
                  <a:cubicBezTo>
                    <a:pt x="2080" y="4727"/>
                    <a:pt x="2521" y="4065"/>
                    <a:pt x="3151" y="3718"/>
                  </a:cubicBezTo>
                  <a:cubicBezTo>
                    <a:pt x="2931" y="3466"/>
                    <a:pt x="2773" y="3120"/>
                    <a:pt x="2773" y="2773"/>
                  </a:cubicBezTo>
                  <a:cubicBezTo>
                    <a:pt x="2773" y="2017"/>
                    <a:pt x="3403" y="1387"/>
                    <a:pt x="4128" y="1387"/>
                  </a:cubicBezTo>
                  <a:close/>
                  <a:moveTo>
                    <a:pt x="4191" y="1"/>
                  </a:moveTo>
                  <a:cubicBezTo>
                    <a:pt x="1891" y="1"/>
                    <a:pt x="1" y="1860"/>
                    <a:pt x="1" y="4191"/>
                  </a:cubicBezTo>
                  <a:cubicBezTo>
                    <a:pt x="1" y="6522"/>
                    <a:pt x="1860" y="8350"/>
                    <a:pt x="4191" y="8350"/>
                  </a:cubicBezTo>
                  <a:cubicBezTo>
                    <a:pt x="6459" y="8350"/>
                    <a:pt x="8350" y="6522"/>
                    <a:pt x="8350" y="4191"/>
                  </a:cubicBezTo>
                  <a:cubicBezTo>
                    <a:pt x="8350" y="1860"/>
                    <a:pt x="6459" y="1"/>
                    <a:pt x="419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27"/>
            <p:cNvSpPr/>
            <p:nvPr/>
          </p:nvSpPr>
          <p:spPr>
            <a:xfrm>
              <a:off x="2107150" y="3771525"/>
              <a:ext cx="73275" cy="72475"/>
            </a:xfrm>
            <a:custGeom>
              <a:rect b="b" l="l" r="r" t="t"/>
              <a:pathLst>
                <a:path extrusionOk="0" h="2899" w="2931">
                  <a:moveTo>
                    <a:pt x="504" y="0"/>
                  </a:moveTo>
                  <a:lnTo>
                    <a:pt x="378" y="126"/>
                  </a:lnTo>
                  <a:cubicBezTo>
                    <a:pt x="0" y="536"/>
                    <a:pt x="0" y="1198"/>
                    <a:pt x="378" y="1576"/>
                  </a:cubicBezTo>
                  <a:lnTo>
                    <a:pt x="1355" y="2584"/>
                  </a:lnTo>
                  <a:cubicBezTo>
                    <a:pt x="1576" y="2773"/>
                    <a:pt x="1828" y="2899"/>
                    <a:pt x="2111" y="2899"/>
                  </a:cubicBezTo>
                  <a:cubicBezTo>
                    <a:pt x="2395" y="2899"/>
                    <a:pt x="2678" y="2773"/>
                    <a:pt x="2867" y="2584"/>
                  </a:cubicBezTo>
                  <a:lnTo>
                    <a:pt x="2930" y="2458"/>
                  </a:lnTo>
                  <a:cubicBezTo>
                    <a:pt x="1828" y="1985"/>
                    <a:pt x="977" y="1071"/>
                    <a:pt x="50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27"/>
            <p:cNvSpPr/>
            <p:nvPr/>
          </p:nvSpPr>
          <p:spPr>
            <a:xfrm>
              <a:off x="2034675" y="3816425"/>
              <a:ext cx="100050" cy="96700"/>
            </a:xfrm>
            <a:custGeom>
              <a:rect b="b" l="l" r="r" t="t"/>
              <a:pathLst>
                <a:path extrusionOk="0" h="3868" w="4002">
                  <a:moveTo>
                    <a:pt x="2521" y="0"/>
                  </a:moveTo>
                  <a:lnTo>
                    <a:pt x="410" y="2111"/>
                  </a:lnTo>
                  <a:cubicBezTo>
                    <a:pt x="1" y="2520"/>
                    <a:pt x="1" y="3182"/>
                    <a:pt x="410" y="3560"/>
                  </a:cubicBezTo>
                  <a:cubicBezTo>
                    <a:pt x="599" y="3765"/>
                    <a:pt x="867" y="3867"/>
                    <a:pt x="1135" y="3867"/>
                  </a:cubicBezTo>
                  <a:cubicBezTo>
                    <a:pt x="1403" y="3867"/>
                    <a:pt x="1671" y="3765"/>
                    <a:pt x="1860" y="3560"/>
                  </a:cubicBezTo>
                  <a:lnTo>
                    <a:pt x="4002" y="1449"/>
                  </a:lnTo>
                  <a:cubicBezTo>
                    <a:pt x="3907" y="1418"/>
                    <a:pt x="3844" y="1323"/>
                    <a:pt x="3750" y="1260"/>
                  </a:cubicBezTo>
                  <a:lnTo>
                    <a:pt x="2773" y="252"/>
                  </a:lnTo>
                  <a:cubicBezTo>
                    <a:pt x="2679" y="189"/>
                    <a:pt x="2616" y="95"/>
                    <a:pt x="252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0" name="Google Shape;760;p27"/>
          <p:cNvGrpSpPr/>
          <p:nvPr/>
        </p:nvGrpSpPr>
        <p:grpSpPr>
          <a:xfrm>
            <a:off x="5652507" y="3095303"/>
            <a:ext cx="370823" cy="376029"/>
            <a:chOff x="-32927950" y="3586425"/>
            <a:chExt cx="293025" cy="291450"/>
          </a:xfrm>
        </p:grpSpPr>
        <p:sp>
          <p:nvSpPr>
            <p:cNvPr id="761" name="Google Shape;761;p27"/>
            <p:cNvSpPr/>
            <p:nvPr/>
          </p:nvSpPr>
          <p:spPr>
            <a:xfrm>
              <a:off x="-32927950" y="3843975"/>
              <a:ext cx="293025" cy="33900"/>
            </a:xfrm>
            <a:custGeom>
              <a:rect b="b" l="l" r="r" t="t"/>
              <a:pathLst>
                <a:path extrusionOk="0" h="1356" w="11721">
                  <a:moveTo>
                    <a:pt x="662" y="1"/>
                  </a:moveTo>
                  <a:cubicBezTo>
                    <a:pt x="284" y="1"/>
                    <a:pt x="1" y="316"/>
                    <a:pt x="1" y="662"/>
                  </a:cubicBezTo>
                  <a:lnTo>
                    <a:pt x="1" y="1009"/>
                  </a:lnTo>
                  <a:cubicBezTo>
                    <a:pt x="1" y="1198"/>
                    <a:pt x="158" y="1355"/>
                    <a:pt x="347" y="1355"/>
                  </a:cubicBezTo>
                  <a:lnTo>
                    <a:pt x="11342" y="1355"/>
                  </a:lnTo>
                  <a:cubicBezTo>
                    <a:pt x="11563" y="1355"/>
                    <a:pt x="11720" y="1198"/>
                    <a:pt x="11720" y="1009"/>
                  </a:cubicBezTo>
                  <a:lnTo>
                    <a:pt x="11720" y="694"/>
                  </a:lnTo>
                  <a:cubicBezTo>
                    <a:pt x="11689" y="316"/>
                    <a:pt x="11374" y="1"/>
                    <a:pt x="1099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27"/>
            <p:cNvSpPr/>
            <p:nvPr/>
          </p:nvSpPr>
          <p:spPr>
            <a:xfrm>
              <a:off x="-32872025" y="3723475"/>
              <a:ext cx="180400" cy="52000"/>
            </a:xfrm>
            <a:custGeom>
              <a:rect b="b" l="l" r="r" t="t"/>
              <a:pathLst>
                <a:path extrusionOk="0" h="2080" w="7216">
                  <a:moveTo>
                    <a:pt x="757" y="1"/>
                  </a:moveTo>
                  <a:lnTo>
                    <a:pt x="0" y="2080"/>
                  </a:lnTo>
                  <a:lnTo>
                    <a:pt x="7215" y="2080"/>
                  </a:lnTo>
                  <a:lnTo>
                    <a:pt x="652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27"/>
            <p:cNvSpPr/>
            <p:nvPr/>
          </p:nvSpPr>
          <p:spPr>
            <a:xfrm>
              <a:off x="-32890150" y="3792775"/>
              <a:ext cx="217425" cy="33900"/>
            </a:xfrm>
            <a:custGeom>
              <a:rect b="b" l="l" r="r" t="t"/>
              <a:pathLst>
                <a:path extrusionOk="0" h="1356" w="8697">
                  <a:moveTo>
                    <a:pt x="505" y="1"/>
                  </a:moveTo>
                  <a:lnTo>
                    <a:pt x="1" y="1356"/>
                  </a:lnTo>
                  <a:lnTo>
                    <a:pt x="8696" y="1356"/>
                  </a:lnTo>
                  <a:lnTo>
                    <a:pt x="822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27"/>
            <p:cNvSpPr/>
            <p:nvPr/>
          </p:nvSpPr>
          <p:spPr>
            <a:xfrm>
              <a:off x="-32822400" y="3586425"/>
              <a:ext cx="82725" cy="52800"/>
            </a:xfrm>
            <a:custGeom>
              <a:rect b="b" l="l" r="r" t="t"/>
              <a:pathLst>
                <a:path extrusionOk="0" h="2112" w="3309">
                  <a:moveTo>
                    <a:pt x="1639" y="1"/>
                  </a:moveTo>
                  <a:cubicBezTo>
                    <a:pt x="1103" y="1"/>
                    <a:pt x="599" y="379"/>
                    <a:pt x="441" y="883"/>
                  </a:cubicBezTo>
                  <a:lnTo>
                    <a:pt x="0" y="2112"/>
                  </a:lnTo>
                  <a:lnTo>
                    <a:pt x="3308" y="2112"/>
                  </a:lnTo>
                  <a:lnTo>
                    <a:pt x="2867" y="883"/>
                  </a:lnTo>
                  <a:cubicBezTo>
                    <a:pt x="2678" y="316"/>
                    <a:pt x="2206" y="1"/>
                    <a:pt x="163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27"/>
            <p:cNvSpPr/>
            <p:nvPr/>
          </p:nvSpPr>
          <p:spPr>
            <a:xfrm>
              <a:off x="-32846825" y="3655750"/>
              <a:ext cx="131550" cy="51200"/>
            </a:xfrm>
            <a:custGeom>
              <a:rect b="b" l="l" r="r" t="t"/>
              <a:pathLst>
                <a:path extrusionOk="0" h="2048" w="5262">
                  <a:moveTo>
                    <a:pt x="694" y="0"/>
                  </a:moveTo>
                  <a:lnTo>
                    <a:pt x="1" y="2048"/>
                  </a:lnTo>
                  <a:lnTo>
                    <a:pt x="5262" y="2048"/>
                  </a:lnTo>
                  <a:lnTo>
                    <a:pt x="450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6" name="Google Shape;766;p27"/>
          <p:cNvGrpSpPr/>
          <p:nvPr/>
        </p:nvGrpSpPr>
        <p:grpSpPr>
          <a:xfrm>
            <a:off x="3071312" y="2230925"/>
            <a:ext cx="369842" cy="377029"/>
            <a:chOff x="-30354000" y="3569100"/>
            <a:chExt cx="292250" cy="292225"/>
          </a:xfrm>
        </p:grpSpPr>
        <p:sp>
          <p:nvSpPr>
            <p:cNvPr id="767" name="Google Shape;767;p27"/>
            <p:cNvSpPr/>
            <p:nvPr/>
          </p:nvSpPr>
          <p:spPr>
            <a:xfrm>
              <a:off x="-30354000" y="3604550"/>
              <a:ext cx="137875" cy="256000"/>
            </a:xfrm>
            <a:custGeom>
              <a:rect b="b" l="l" r="r" t="t"/>
              <a:pathLst>
                <a:path extrusionOk="0" h="10240" w="5515">
                  <a:moveTo>
                    <a:pt x="662" y="0"/>
                  </a:moveTo>
                  <a:cubicBezTo>
                    <a:pt x="284" y="0"/>
                    <a:pt x="1" y="315"/>
                    <a:pt x="1" y="662"/>
                  </a:cubicBezTo>
                  <a:lnTo>
                    <a:pt x="1" y="4411"/>
                  </a:lnTo>
                  <a:cubicBezTo>
                    <a:pt x="1" y="4632"/>
                    <a:pt x="64" y="4884"/>
                    <a:pt x="190" y="5073"/>
                  </a:cubicBezTo>
                  <a:lnTo>
                    <a:pt x="1639" y="7467"/>
                  </a:lnTo>
                  <a:cubicBezTo>
                    <a:pt x="1891" y="7877"/>
                    <a:pt x="2049" y="8097"/>
                    <a:pt x="2049" y="8538"/>
                  </a:cubicBezTo>
                  <a:lnTo>
                    <a:pt x="2049" y="9861"/>
                  </a:lnTo>
                  <a:cubicBezTo>
                    <a:pt x="2049" y="10082"/>
                    <a:pt x="2206" y="10239"/>
                    <a:pt x="2395" y="10239"/>
                  </a:cubicBezTo>
                  <a:lnTo>
                    <a:pt x="5514" y="10239"/>
                  </a:lnTo>
                  <a:lnTo>
                    <a:pt x="5514" y="6364"/>
                  </a:lnTo>
                  <a:cubicBezTo>
                    <a:pt x="5514" y="5986"/>
                    <a:pt x="5357" y="5671"/>
                    <a:pt x="5168" y="5419"/>
                  </a:cubicBezTo>
                  <a:cubicBezTo>
                    <a:pt x="5167" y="5420"/>
                    <a:pt x="5165" y="5421"/>
                    <a:pt x="5163" y="5421"/>
                  </a:cubicBezTo>
                  <a:cubicBezTo>
                    <a:pt x="5042" y="5421"/>
                    <a:pt x="3214" y="3623"/>
                    <a:pt x="3183" y="3592"/>
                  </a:cubicBezTo>
                  <a:cubicBezTo>
                    <a:pt x="3041" y="3432"/>
                    <a:pt x="2828" y="3332"/>
                    <a:pt x="2613" y="3332"/>
                  </a:cubicBezTo>
                  <a:cubicBezTo>
                    <a:pt x="2448" y="3332"/>
                    <a:pt x="2280" y="3392"/>
                    <a:pt x="2143" y="3529"/>
                  </a:cubicBezTo>
                  <a:cubicBezTo>
                    <a:pt x="1891" y="3812"/>
                    <a:pt x="1923" y="4285"/>
                    <a:pt x="2112" y="4442"/>
                  </a:cubicBezTo>
                  <a:lnTo>
                    <a:pt x="3970" y="6301"/>
                  </a:lnTo>
                  <a:cubicBezTo>
                    <a:pt x="4097" y="6427"/>
                    <a:pt x="4097" y="6648"/>
                    <a:pt x="3970" y="6774"/>
                  </a:cubicBezTo>
                  <a:cubicBezTo>
                    <a:pt x="3907" y="6821"/>
                    <a:pt x="3821" y="6845"/>
                    <a:pt x="3734" y="6845"/>
                  </a:cubicBezTo>
                  <a:cubicBezTo>
                    <a:pt x="3648" y="6845"/>
                    <a:pt x="3561" y="6821"/>
                    <a:pt x="3498" y="6774"/>
                  </a:cubicBezTo>
                  <a:lnTo>
                    <a:pt x="1639" y="4915"/>
                  </a:lnTo>
                  <a:cubicBezTo>
                    <a:pt x="1450" y="4726"/>
                    <a:pt x="1324" y="4442"/>
                    <a:pt x="1324" y="4190"/>
                  </a:cubicBezTo>
                  <a:lnTo>
                    <a:pt x="1324" y="662"/>
                  </a:lnTo>
                  <a:cubicBezTo>
                    <a:pt x="1324" y="252"/>
                    <a:pt x="1009" y="0"/>
                    <a:pt x="66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27"/>
            <p:cNvSpPr/>
            <p:nvPr/>
          </p:nvSpPr>
          <p:spPr>
            <a:xfrm>
              <a:off x="-30198825" y="3604550"/>
              <a:ext cx="137075" cy="256775"/>
            </a:xfrm>
            <a:custGeom>
              <a:rect b="b" l="l" r="r" t="t"/>
              <a:pathLst>
                <a:path extrusionOk="0" h="10271" w="5483">
                  <a:moveTo>
                    <a:pt x="4758" y="0"/>
                  </a:moveTo>
                  <a:cubicBezTo>
                    <a:pt x="4380" y="0"/>
                    <a:pt x="4096" y="315"/>
                    <a:pt x="4096" y="662"/>
                  </a:cubicBezTo>
                  <a:lnTo>
                    <a:pt x="4096" y="4190"/>
                  </a:lnTo>
                  <a:cubicBezTo>
                    <a:pt x="4096" y="4474"/>
                    <a:pt x="3970" y="4758"/>
                    <a:pt x="3781" y="4915"/>
                  </a:cubicBezTo>
                  <a:lnTo>
                    <a:pt x="1922" y="6774"/>
                  </a:lnTo>
                  <a:cubicBezTo>
                    <a:pt x="1875" y="6821"/>
                    <a:pt x="1788" y="6845"/>
                    <a:pt x="1698" y="6845"/>
                  </a:cubicBezTo>
                  <a:cubicBezTo>
                    <a:pt x="1607" y="6845"/>
                    <a:pt x="1513" y="6821"/>
                    <a:pt x="1450" y="6774"/>
                  </a:cubicBezTo>
                  <a:cubicBezTo>
                    <a:pt x="1355" y="6648"/>
                    <a:pt x="1355" y="6427"/>
                    <a:pt x="1450" y="6301"/>
                  </a:cubicBezTo>
                  <a:lnTo>
                    <a:pt x="3308" y="4442"/>
                  </a:lnTo>
                  <a:cubicBezTo>
                    <a:pt x="3497" y="4285"/>
                    <a:pt x="3560" y="3812"/>
                    <a:pt x="3277" y="3529"/>
                  </a:cubicBezTo>
                  <a:cubicBezTo>
                    <a:pt x="3140" y="3392"/>
                    <a:pt x="2972" y="3332"/>
                    <a:pt x="2807" y="3332"/>
                  </a:cubicBezTo>
                  <a:cubicBezTo>
                    <a:pt x="2592" y="3332"/>
                    <a:pt x="2379" y="3432"/>
                    <a:pt x="2237" y="3592"/>
                  </a:cubicBezTo>
                  <a:cubicBezTo>
                    <a:pt x="2237" y="3592"/>
                    <a:pt x="347" y="5419"/>
                    <a:pt x="347" y="5482"/>
                  </a:cubicBezTo>
                  <a:cubicBezTo>
                    <a:pt x="158" y="5671"/>
                    <a:pt x="0" y="6018"/>
                    <a:pt x="0" y="6427"/>
                  </a:cubicBezTo>
                  <a:lnTo>
                    <a:pt x="0" y="8129"/>
                  </a:lnTo>
                  <a:lnTo>
                    <a:pt x="0" y="8412"/>
                  </a:lnTo>
                  <a:lnTo>
                    <a:pt x="0" y="10271"/>
                  </a:lnTo>
                  <a:lnTo>
                    <a:pt x="3088" y="10271"/>
                  </a:lnTo>
                  <a:cubicBezTo>
                    <a:pt x="3277" y="10271"/>
                    <a:pt x="3434" y="10113"/>
                    <a:pt x="3434" y="9924"/>
                  </a:cubicBezTo>
                  <a:lnTo>
                    <a:pt x="3434" y="8570"/>
                  </a:lnTo>
                  <a:cubicBezTo>
                    <a:pt x="3434" y="8129"/>
                    <a:pt x="3623" y="7908"/>
                    <a:pt x="3812" y="7530"/>
                  </a:cubicBezTo>
                  <a:lnTo>
                    <a:pt x="5293" y="5104"/>
                  </a:lnTo>
                  <a:cubicBezTo>
                    <a:pt x="5388" y="4915"/>
                    <a:pt x="5482" y="4663"/>
                    <a:pt x="5482" y="4411"/>
                  </a:cubicBezTo>
                  <a:lnTo>
                    <a:pt x="5482" y="662"/>
                  </a:lnTo>
                  <a:cubicBezTo>
                    <a:pt x="5451" y="284"/>
                    <a:pt x="5136" y="0"/>
                    <a:pt x="475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27"/>
            <p:cNvSpPr/>
            <p:nvPr/>
          </p:nvSpPr>
          <p:spPr>
            <a:xfrm>
              <a:off x="-30139750" y="3636850"/>
              <a:ext cx="26000" cy="37825"/>
            </a:xfrm>
            <a:custGeom>
              <a:rect b="b" l="l" r="r" t="t"/>
              <a:pathLst>
                <a:path extrusionOk="0" h="1513" w="1040">
                  <a:moveTo>
                    <a:pt x="504" y="0"/>
                  </a:moveTo>
                  <a:cubicBezTo>
                    <a:pt x="252" y="32"/>
                    <a:pt x="0" y="284"/>
                    <a:pt x="0" y="567"/>
                  </a:cubicBezTo>
                  <a:lnTo>
                    <a:pt x="0" y="1418"/>
                  </a:lnTo>
                  <a:cubicBezTo>
                    <a:pt x="126" y="1386"/>
                    <a:pt x="252" y="1355"/>
                    <a:pt x="410" y="1355"/>
                  </a:cubicBezTo>
                  <a:cubicBezTo>
                    <a:pt x="630" y="1355"/>
                    <a:pt x="819" y="1386"/>
                    <a:pt x="1040" y="1512"/>
                  </a:cubicBezTo>
                  <a:lnTo>
                    <a:pt x="1040" y="504"/>
                  </a:lnTo>
                  <a:cubicBezTo>
                    <a:pt x="1040" y="252"/>
                    <a:pt x="788" y="0"/>
                    <a:pt x="50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27"/>
            <p:cNvSpPr/>
            <p:nvPr/>
          </p:nvSpPr>
          <p:spPr>
            <a:xfrm>
              <a:off x="-30302800" y="3638950"/>
              <a:ext cx="25225" cy="36500"/>
            </a:xfrm>
            <a:custGeom>
              <a:rect b="b" l="l" r="r" t="t"/>
              <a:pathLst>
                <a:path extrusionOk="0" h="1460" w="1009">
                  <a:moveTo>
                    <a:pt x="418" y="1"/>
                  </a:moveTo>
                  <a:cubicBezTo>
                    <a:pt x="177" y="1"/>
                    <a:pt x="1" y="229"/>
                    <a:pt x="1" y="483"/>
                  </a:cubicBezTo>
                  <a:lnTo>
                    <a:pt x="1" y="1460"/>
                  </a:lnTo>
                  <a:cubicBezTo>
                    <a:pt x="190" y="1334"/>
                    <a:pt x="379" y="1302"/>
                    <a:pt x="631" y="1302"/>
                  </a:cubicBezTo>
                  <a:cubicBezTo>
                    <a:pt x="725" y="1302"/>
                    <a:pt x="883" y="1334"/>
                    <a:pt x="1009" y="1365"/>
                  </a:cubicBezTo>
                  <a:lnTo>
                    <a:pt x="1009" y="515"/>
                  </a:lnTo>
                  <a:cubicBezTo>
                    <a:pt x="1009" y="231"/>
                    <a:pt x="788" y="11"/>
                    <a:pt x="505" y="11"/>
                  </a:cubicBezTo>
                  <a:cubicBezTo>
                    <a:pt x="475" y="4"/>
                    <a:pt x="446" y="1"/>
                    <a:pt x="41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27"/>
            <p:cNvSpPr/>
            <p:nvPr/>
          </p:nvSpPr>
          <p:spPr>
            <a:xfrm>
              <a:off x="-30242925" y="3569100"/>
              <a:ext cx="68525" cy="68550"/>
            </a:xfrm>
            <a:custGeom>
              <a:rect b="b" l="l" r="r" t="t"/>
              <a:pathLst>
                <a:path extrusionOk="0" h="2742" w="2741">
                  <a:moveTo>
                    <a:pt x="1386" y="1"/>
                  </a:moveTo>
                  <a:cubicBezTo>
                    <a:pt x="630" y="1"/>
                    <a:pt x="0" y="631"/>
                    <a:pt x="0" y="1387"/>
                  </a:cubicBezTo>
                  <a:cubicBezTo>
                    <a:pt x="0" y="2174"/>
                    <a:pt x="630" y="2742"/>
                    <a:pt x="1386" y="2742"/>
                  </a:cubicBezTo>
                  <a:cubicBezTo>
                    <a:pt x="2111" y="2742"/>
                    <a:pt x="2741" y="2111"/>
                    <a:pt x="2741" y="1387"/>
                  </a:cubicBezTo>
                  <a:cubicBezTo>
                    <a:pt x="2741" y="631"/>
                    <a:pt x="2111" y="1"/>
                    <a:pt x="138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27"/>
            <p:cNvSpPr/>
            <p:nvPr/>
          </p:nvSpPr>
          <p:spPr>
            <a:xfrm>
              <a:off x="-30262625" y="3654950"/>
              <a:ext cx="107925" cy="68550"/>
            </a:xfrm>
            <a:custGeom>
              <a:rect b="b" l="l" r="r" t="t"/>
              <a:pathLst>
                <a:path extrusionOk="0" h="2742" w="4317">
                  <a:moveTo>
                    <a:pt x="2174" y="1"/>
                  </a:moveTo>
                  <a:cubicBezTo>
                    <a:pt x="1292" y="1"/>
                    <a:pt x="505" y="379"/>
                    <a:pt x="0" y="1040"/>
                  </a:cubicBezTo>
                  <a:lnTo>
                    <a:pt x="32" y="1103"/>
                  </a:lnTo>
                  <a:cubicBezTo>
                    <a:pt x="946" y="1985"/>
                    <a:pt x="1450" y="2458"/>
                    <a:pt x="1702" y="2742"/>
                  </a:cubicBezTo>
                  <a:lnTo>
                    <a:pt x="2647" y="2742"/>
                  </a:lnTo>
                  <a:lnTo>
                    <a:pt x="4254" y="1135"/>
                  </a:lnTo>
                  <a:lnTo>
                    <a:pt x="4317" y="1040"/>
                  </a:lnTo>
                  <a:cubicBezTo>
                    <a:pt x="3813" y="410"/>
                    <a:pt x="3025" y="1"/>
                    <a:pt x="217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3" name="Google Shape;773;p27"/>
          <p:cNvGrpSpPr/>
          <p:nvPr/>
        </p:nvGrpSpPr>
        <p:grpSpPr>
          <a:xfrm>
            <a:off x="539280" y="773225"/>
            <a:ext cx="2076695" cy="1834725"/>
            <a:chOff x="678855" y="3212375"/>
            <a:chExt cx="2076695" cy="1834725"/>
          </a:xfrm>
        </p:grpSpPr>
        <p:sp>
          <p:nvSpPr>
            <p:cNvPr id="774" name="Google Shape;774;p27"/>
            <p:cNvSpPr/>
            <p:nvPr/>
          </p:nvSpPr>
          <p:spPr>
            <a:xfrm flipH="1">
              <a:off x="678855" y="3212375"/>
              <a:ext cx="1120200" cy="1220400"/>
            </a:xfrm>
            <a:prstGeom prst="ellipse">
              <a:avLst/>
            </a:prstGeom>
            <a:solidFill>
              <a:srgbClr val="71A6F3"/>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latin typeface="Roboto Medium"/>
                  <a:ea typeface="Roboto Medium"/>
                  <a:cs typeface="Roboto Medium"/>
                  <a:sym typeface="Roboto Medium"/>
                </a:rPr>
                <a:t>Personal Values</a:t>
              </a:r>
              <a:endParaRPr sz="1200">
                <a:latin typeface="Roboto Medium"/>
                <a:ea typeface="Roboto Medium"/>
                <a:cs typeface="Roboto Medium"/>
                <a:sym typeface="Roboto Medium"/>
              </a:endParaRPr>
            </a:p>
          </p:txBody>
        </p:sp>
        <p:sp>
          <p:nvSpPr>
            <p:cNvPr id="775" name="Google Shape;775;p27"/>
            <p:cNvSpPr/>
            <p:nvPr/>
          </p:nvSpPr>
          <p:spPr>
            <a:xfrm flipH="1">
              <a:off x="1635350" y="3212375"/>
              <a:ext cx="1120200" cy="1220400"/>
            </a:xfrm>
            <a:prstGeom prst="ellipse">
              <a:avLst/>
            </a:prstGeom>
            <a:solidFill>
              <a:srgbClr val="BED6F8"/>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latin typeface="Roboto Medium"/>
                  <a:ea typeface="Roboto Medium"/>
                  <a:cs typeface="Roboto Medium"/>
                  <a:sym typeface="Roboto Medium"/>
                </a:rPr>
                <a:t>Cultural</a:t>
              </a:r>
              <a:endParaRPr sz="1200">
                <a:latin typeface="Roboto Medium"/>
                <a:ea typeface="Roboto Medium"/>
                <a:cs typeface="Roboto Medium"/>
                <a:sym typeface="Roboto Medium"/>
              </a:endParaRPr>
            </a:p>
            <a:p>
              <a:pPr indent="0" lvl="0" marL="0" rtl="0" algn="l">
                <a:spcBef>
                  <a:spcPts val="0"/>
                </a:spcBef>
                <a:spcAft>
                  <a:spcPts val="0"/>
                </a:spcAft>
                <a:buNone/>
              </a:pPr>
              <a:r>
                <a:rPr lang="en" sz="1200">
                  <a:latin typeface="Roboto Medium"/>
                  <a:ea typeface="Roboto Medium"/>
                  <a:cs typeface="Roboto Medium"/>
                  <a:sym typeface="Roboto Medium"/>
                </a:rPr>
                <a:t>Values</a:t>
              </a:r>
              <a:endParaRPr sz="1200">
                <a:latin typeface="Roboto Medium"/>
                <a:ea typeface="Roboto Medium"/>
                <a:cs typeface="Roboto Medium"/>
                <a:sym typeface="Roboto Medium"/>
              </a:endParaRPr>
            </a:p>
          </p:txBody>
        </p:sp>
        <p:sp>
          <p:nvSpPr>
            <p:cNvPr id="776" name="Google Shape;776;p27"/>
            <p:cNvSpPr/>
            <p:nvPr/>
          </p:nvSpPr>
          <p:spPr>
            <a:xfrm flipH="1">
              <a:off x="1072875" y="4045400"/>
              <a:ext cx="1346700" cy="1001700"/>
            </a:xfrm>
            <a:prstGeom prst="ellipse">
              <a:avLst/>
            </a:prstGeom>
            <a:solidFill>
              <a:srgbClr val="8DA7EF"/>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latin typeface="Roboto Medium"/>
                  <a:ea typeface="Roboto Medium"/>
                  <a:cs typeface="Roboto Medium"/>
                  <a:sym typeface="Roboto Medium"/>
                </a:rPr>
                <a:t>Leadership Success</a:t>
              </a:r>
              <a:endParaRPr sz="1200">
                <a:latin typeface="Roboto Medium"/>
                <a:ea typeface="Roboto Medium"/>
                <a:cs typeface="Roboto Medium"/>
                <a:sym typeface="Roboto Medium"/>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sp>
        <p:nvSpPr>
          <p:cNvPr id="781" name="Google Shape;781;p28"/>
          <p:cNvSpPr txBox="1"/>
          <p:nvPr>
            <p:ph type="title"/>
          </p:nvPr>
        </p:nvSpPr>
        <p:spPr>
          <a:xfrm>
            <a:off x="-1194550" y="2075050"/>
            <a:ext cx="82368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Any Questions?</a:t>
            </a:r>
            <a:endParaRPr/>
          </a:p>
        </p:txBody>
      </p:sp>
      <p:pic>
        <p:nvPicPr>
          <p:cNvPr id="782" name="Google Shape;782;p28" title="Chart">
            <a:hlinkClick r:id="rId3"/>
          </p:cNvPr>
          <p:cNvPicPr preferRelativeResize="0"/>
          <p:nvPr/>
        </p:nvPicPr>
        <p:blipFill>
          <a:blip r:embed="rId4">
            <a:alphaModFix/>
          </a:blip>
          <a:stretch>
            <a:fillRect/>
          </a:stretch>
        </p:blipFill>
        <p:spPr>
          <a:xfrm>
            <a:off x="4716769" y="856225"/>
            <a:ext cx="3520463" cy="3240924"/>
          </a:xfrm>
          <a:prstGeom prst="rect">
            <a:avLst/>
          </a:prstGeom>
          <a:noFill/>
          <a:ln>
            <a:noFill/>
          </a:ln>
        </p:spPr>
      </p:pic>
      <p:grpSp>
        <p:nvGrpSpPr>
          <p:cNvPr id="783" name="Google Shape;783;p28"/>
          <p:cNvGrpSpPr/>
          <p:nvPr/>
        </p:nvGrpSpPr>
        <p:grpSpPr>
          <a:xfrm>
            <a:off x="5676640" y="1072815"/>
            <a:ext cx="3372681" cy="3658345"/>
            <a:chOff x="10862725" y="-23991"/>
            <a:chExt cx="3676748" cy="3988166"/>
          </a:xfrm>
        </p:grpSpPr>
        <p:sp>
          <p:nvSpPr>
            <p:cNvPr id="784" name="Google Shape;784;p28"/>
            <p:cNvSpPr/>
            <p:nvPr/>
          </p:nvSpPr>
          <p:spPr>
            <a:xfrm>
              <a:off x="10896725" y="1359800"/>
              <a:ext cx="621350" cy="793850"/>
            </a:xfrm>
            <a:custGeom>
              <a:rect b="b" l="l" r="r" t="t"/>
              <a:pathLst>
                <a:path extrusionOk="0" h="31754" w="24854">
                  <a:moveTo>
                    <a:pt x="19226" y="0"/>
                  </a:moveTo>
                  <a:cubicBezTo>
                    <a:pt x="18138" y="0"/>
                    <a:pt x="16935" y="315"/>
                    <a:pt x="15665" y="1050"/>
                  </a:cubicBezTo>
                  <a:cubicBezTo>
                    <a:pt x="9312" y="4728"/>
                    <a:pt x="1348" y="20594"/>
                    <a:pt x="862" y="23908"/>
                  </a:cubicBezTo>
                  <a:cubicBezTo>
                    <a:pt x="1" y="28234"/>
                    <a:pt x="2317" y="31754"/>
                    <a:pt x="5545" y="31754"/>
                  </a:cubicBezTo>
                  <a:cubicBezTo>
                    <a:pt x="7328" y="31754"/>
                    <a:pt x="9390" y="30679"/>
                    <a:pt x="11349" y="28072"/>
                  </a:cubicBezTo>
                  <a:cubicBezTo>
                    <a:pt x="12321" y="27038"/>
                    <a:pt x="24054" y="10351"/>
                    <a:pt x="24601" y="5853"/>
                  </a:cubicBezTo>
                  <a:cubicBezTo>
                    <a:pt x="24854" y="3005"/>
                    <a:pt x="22590" y="0"/>
                    <a:pt x="1922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28"/>
            <p:cNvSpPr/>
            <p:nvPr/>
          </p:nvSpPr>
          <p:spPr>
            <a:xfrm>
              <a:off x="11924775" y="1360700"/>
              <a:ext cx="648725" cy="824125"/>
            </a:xfrm>
            <a:custGeom>
              <a:rect b="b" l="l" r="r" t="t"/>
              <a:pathLst>
                <a:path extrusionOk="0" h="32965" w="25949">
                  <a:moveTo>
                    <a:pt x="5541" y="0"/>
                  </a:moveTo>
                  <a:cubicBezTo>
                    <a:pt x="2188" y="0"/>
                    <a:pt x="1" y="3005"/>
                    <a:pt x="318" y="5908"/>
                  </a:cubicBezTo>
                  <a:cubicBezTo>
                    <a:pt x="987" y="10558"/>
                    <a:pt x="13358" y="27945"/>
                    <a:pt x="14391" y="29039"/>
                  </a:cubicBezTo>
                  <a:cubicBezTo>
                    <a:pt x="16487" y="31818"/>
                    <a:pt x="18655" y="32965"/>
                    <a:pt x="20495" y="32965"/>
                  </a:cubicBezTo>
                  <a:cubicBezTo>
                    <a:pt x="23727" y="32965"/>
                    <a:pt x="25948" y="29431"/>
                    <a:pt x="25000" y="24996"/>
                  </a:cubicBezTo>
                  <a:cubicBezTo>
                    <a:pt x="24422" y="21592"/>
                    <a:pt x="15911" y="5117"/>
                    <a:pt x="9315" y="1166"/>
                  </a:cubicBezTo>
                  <a:cubicBezTo>
                    <a:pt x="7957" y="348"/>
                    <a:pt x="6682" y="0"/>
                    <a:pt x="554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28"/>
            <p:cNvSpPr/>
            <p:nvPr/>
          </p:nvSpPr>
          <p:spPr>
            <a:xfrm>
              <a:off x="12667525" y="1382975"/>
              <a:ext cx="280050" cy="296575"/>
            </a:xfrm>
            <a:custGeom>
              <a:rect b="b" l="l" r="r" t="t"/>
              <a:pathLst>
                <a:path extrusionOk="0" h="11863" w="11202">
                  <a:moveTo>
                    <a:pt x="6721" y="0"/>
                  </a:moveTo>
                  <a:cubicBezTo>
                    <a:pt x="6710" y="0"/>
                    <a:pt x="6699" y="1"/>
                    <a:pt x="6688" y="1"/>
                  </a:cubicBezTo>
                  <a:cubicBezTo>
                    <a:pt x="5928" y="62"/>
                    <a:pt x="4196" y="32"/>
                    <a:pt x="2888" y="1096"/>
                  </a:cubicBezTo>
                  <a:cubicBezTo>
                    <a:pt x="1581" y="2190"/>
                    <a:pt x="1" y="8938"/>
                    <a:pt x="1" y="8938"/>
                  </a:cubicBezTo>
                  <a:cubicBezTo>
                    <a:pt x="1" y="8938"/>
                    <a:pt x="3317" y="11863"/>
                    <a:pt x="5185" y="11863"/>
                  </a:cubicBezTo>
                  <a:cubicBezTo>
                    <a:pt x="5586" y="11863"/>
                    <a:pt x="5920" y="11728"/>
                    <a:pt x="6141" y="11400"/>
                  </a:cubicBezTo>
                  <a:cubicBezTo>
                    <a:pt x="6962" y="11309"/>
                    <a:pt x="7752" y="11005"/>
                    <a:pt x="8421" y="10549"/>
                  </a:cubicBezTo>
                  <a:cubicBezTo>
                    <a:pt x="9515" y="10397"/>
                    <a:pt x="9849" y="9546"/>
                    <a:pt x="9515" y="8664"/>
                  </a:cubicBezTo>
                  <a:cubicBezTo>
                    <a:pt x="10335" y="8239"/>
                    <a:pt x="10092" y="6810"/>
                    <a:pt x="9393" y="6719"/>
                  </a:cubicBezTo>
                  <a:cubicBezTo>
                    <a:pt x="10335" y="6141"/>
                    <a:pt x="10001" y="4561"/>
                    <a:pt x="8937" y="4500"/>
                  </a:cubicBezTo>
                  <a:cubicBezTo>
                    <a:pt x="10031" y="3710"/>
                    <a:pt x="9454" y="2342"/>
                    <a:pt x="7965" y="2160"/>
                  </a:cubicBezTo>
                  <a:cubicBezTo>
                    <a:pt x="11202" y="2100"/>
                    <a:pt x="7552" y="0"/>
                    <a:pt x="6721" y="0"/>
                  </a:cubicBezTo>
                  <a:close/>
                </a:path>
              </a:pathLst>
            </a:custGeom>
            <a:solidFill>
              <a:srgbClr val="EFAB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28"/>
            <p:cNvSpPr/>
            <p:nvPr/>
          </p:nvSpPr>
          <p:spPr>
            <a:xfrm>
              <a:off x="12264875" y="1554725"/>
              <a:ext cx="570625" cy="629975"/>
            </a:xfrm>
            <a:custGeom>
              <a:rect b="b" l="l" r="r" t="t"/>
              <a:pathLst>
                <a:path extrusionOk="0" h="25199" w="22825">
                  <a:moveTo>
                    <a:pt x="15560" y="1"/>
                  </a:moveTo>
                  <a:cubicBezTo>
                    <a:pt x="10149" y="6171"/>
                    <a:pt x="5316" y="11916"/>
                    <a:pt x="2733" y="16080"/>
                  </a:cubicBezTo>
                  <a:cubicBezTo>
                    <a:pt x="1" y="21236"/>
                    <a:pt x="3100" y="25199"/>
                    <a:pt x="7001" y="25199"/>
                  </a:cubicBezTo>
                  <a:cubicBezTo>
                    <a:pt x="8871" y="25199"/>
                    <a:pt x="10927" y="24287"/>
                    <a:pt x="12611" y="22159"/>
                  </a:cubicBezTo>
                  <a:cubicBezTo>
                    <a:pt x="15681" y="18421"/>
                    <a:pt x="22824" y="4773"/>
                    <a:pt x="22824" y="4773"/>
                  </a:cubicBezTo>
                  <a:cubicBezTo>
                    <a:pt x="17353" y="3101"/>
                    <a:pt x="15560" y="1"/>
                    <a:pt x="1556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28"/>
            <p:cNvSpPr/>
            <p:nvPr/>
          </p:nvSpPr>
          <p:spPr>
            <a:xfrm>
              <a:off x="12423600" y="1777375"/>
              <a:ext cx="41825" cy="142900"/>
            </a:xfrm>
            <a:custGeom>
              <a:rect b="b" l="l" r="r" t="t"/>
              <a:pathLst>
                <a:path extrusionOk="0" h="5716" w="1673">
                  <a:moveTo>
                    <a:pt x="1490" y="1"/>
                  </a:moveTo>
                  <a:cubicBezTo>
                    <a:pt x="1399" y="1"/>
                    <a:pt x="1308" y="62"/>
                    <a:pt x="1277" y="153"/>
                  </a:cubicBezTo>
                  <a:lnTo>
                    <a:pt x="1" y="5624"/>
                  </a:lnTo>
                  <a:lnTo>
                    <a:pt x="366" y="5715"/>
                  </a:lnTo>
                  <a:lnTo>
                    <a:pt x="1277" y="1855"/>
                  </a:lnTo>
                  <a:lnTo>
                    <a:pt x="1277" y="3922"/>
                  </a:lnTo>
                  <a:lnTo>
                    <a:pt x="1673" y="3922"/>
                  </a:lnTo>
                  <a:lnTo>
                    <a:pt x="1673" y="183"/>
                  </a:lnTo>
                  <a:cubicBezTo>
                    <a:pt x="1673" y="92"/>
                    <a:pt x="1581" y="31"/>
                    <a:pt x="14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28"/>
            <p:cNvSpPr/>
            <p:nvPr/>
          </p:nvSpPr>
          <p:spPr>
            <a:xfrm>
              <a:off x="12609775" y="1597300"/>
              <a:ext cx="196075" cy="138325"/>
            </a:xfrm>
            <a:custGeom>
              <a:rect b="b" l="l" r="r" t="t"/>
              <a:pathLst>
                <a:path extrusionOk="0" h="5533" w="7843">
                  <a:moveTo>
                    <a:pt x="335" y="0"/>
                  </a:moveTo>
                  <a:lnTo>
                    <a:pt x="1" y="213"/>
                  </a:lnTo>
                  <a:cubicBezTo>
                    <a:pt x="1581" y="2553"/>
                    <a:pt x="4165" y="4347"/>
                    <a:pt x="7721" y="5532"/>
                  </a:cubicBezTo>
                  <a:lnTo>
                    <a:pt x="7843" y="5198"/>
                  </a:lnTo>
                  <a:cubicBezTo>
                    <a:pt x="4378" y="4043"/>
                    <a:pt x="1855" y="2280"/>
                    <a:pt x="33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28"/>
            <p:cNvSpPr/>
            <p:nvPr/>
          </p:nvSpPr>
          <p:spPr>
            <a:xfrm>
              <a:off x="12781525" y="1679350"/>
              <a:ext cx="22050" cy="22075"/>
            </a:xfrm>
            <a:custGeom>
              <a:rect b="b" l="l" r="r" t="t"/>
              <a:pathLst>
                <a:path extrusionOk="0" h="883" w="882">
                  <a:moveTo>
                    <a:pt x="456" y="1"/>
                  </a:moveTo>
                  <a:cubicBezTo>
                    <a:pt x="213" y="1"/>
                    <a:pt x="0" y="183"/>
                    <a:pt x="0" y="426"/>
                  </a:cubicBezTo>
                  <a:cubicBezTo>
                    <a:pt x="0" y="669"/>
                    <a:pt x="213" y="882"/>
                    <a:pt x="456" y="882"/>
                  </a:cubicBezTo>
                  <a:cubicBezTo>
                    <a:pt x="699" y="882"/>
                    <a:pt x="882" y="669"/>
                    <a:pt x="882" y="426"/>
                  </a:cubicBezTo>
                  <a:cubicBezTo>
                    <a:pt x="882" y="183"/>
                    <a:pt x="699" y="1"/>
                    <a:pt x="4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28"/>
            <p:cNvSpPr/>
            <p:nvPr/>
          </p:nvSpPr>
          <p:spPr>
            <a:xfrm>
              <a:off x="11239700" y="3414325"/>
              <a:ext cx="362500" cy="549850"/>
            </a:xfrm>
            <a:custGeom>
              <a:rect b="b" l="l" r="r" t="t"/>
              <a:pathLst>
                <a:path extrusionOk="0" h="21994" w="14500">
                  <a:moveTo>
                    <a:pt x="5381" y="1"/>
                  </a:moveTo>
                  <a:cubicBezTo>
                    <a:pt x="5116" y="1"/>
                    <a:pt x="4850" y="29"/>
                    <a:pt x="4590" y="86"/>
                  </a:cubicBezTo>
                  <a:cubicBezTo>
                    <a:pt x="3374" y="360"/>
                    <a:pt x="2371" y="1150"/>
                    <a:pt x="1855" y="2244"/>
                  </a:cubicBezTo>
                  <a:cubicBezTo>
                    <a:pt x="0" y="3338"/>
                    <a:pt x="2949" y="16925"/>
                    <a:pt x="2949" y="16925"/>
                  </a:cubicBezTo>
                  <a:cubicBezTo>
                    <a:pt x="2949" y="16925"/>
                    <a:pt x="4138" y="21993"/>
                    <a:pt x="8306" y="21993"/>
                  </a:cubicBezTo>
                  <a:cubicBezTo>
                    <a:pt x="8657" y="21993"/>
                    <a:pt x="9029" y="21958"/>
                    <a:pt x="9423" y="21880"/>
                  </a:cubicBezTo>
                  <a:cubicBezTo>
                    <a:pt x="14499" y="20907"/>
                    <a:pt x="11794" y="13521"/>
                    <a:pt x="11277" y="11241"/>
                  </a:cubicBezTo>
                  <a:cubicBezTo>
                    <a:pt x="10760" y="8962"/>
                    <a:pt x="8876" y="2609"/>
                    <a:pt x="8876" y="2609"/>
                  </a:cubicBezTo>
                  <a:cubicBezTo>
                    <a:pt x="8512" y="972"/>
                    <a:pt x="6948" y="1"/>
                    <a:pt x="5381"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28"/>
            <p:cNvSpPr/>
            <p:nvPr/>
          </p:nvSpPr>
          <p:spPr>
            <a:xfrm>
              <a:off x="11268575" y="3351875"/>
              <a:ext cx="194550" cy="236350"/>
            </a:xfrm>
            <a:custGeom>
              <a:rect b="b" l="l" r="r" t="t"/>
              <a:pathLst>
                <a:path extrusionOk="0" h="9454" w="7782">
                  <a:moveTo>
                    <a:pt x="7235" y="0"/>
                  </a:moveTo>
                  <a:lnTo>
                    <a:pt x="0" y="335"/>
                  </a:lnTo>
                  <a:lnTo>
                    <a:pt x="1186" y="8663"/>
                  </a:lnTo>
                  <a:cubicBezTo>
                    <a:pt x="1216" y="8937"/>
                    <a:pt x="1277" y="9210"/>
                    <a:pt x="1399" y="9453"/>
                  </a:cubicBezTo>
                  <a:cubicBezTo>
                    <a:pt x="2053" y="8180"/>
                    <a:pt x="3807" y="7442"/>
                    <a:pt x="5334" y="7442"/>
                  </a:cubicBezTo>
                  <a:cubicBezTo>
                    <a:pt x="6433" y="7442"/>
                    <a:pt x="7413" y="7824"/>
                    <a:pt x="7782" y="8663"/>
                  </a:cubicBezTo>
                  <a:lnTo>
                    <a:pt x="723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28"/>
            <p:cNvSpPr/>
            <p:nvPr/>
          </p:nvSpPr>
          <p:spPr>
            <a:xfrm>
              <a:off x="11355950" y="3843525"/>
              <a:ext cx="189250" cy="100325"/>
            </a:xfrm>
            <a:custGeom>
              <a:rect b="b" l="l" r="r" t="t"/>
              <a:pathLst>
                <a:path extrusionOk="0" h="4013" w="7570">
                  <a:moveTo>
                    <a:pt x="7174" y="0"/>
                  </a:moveTo>
                  <a:cubicBezTo>
                    <a:pt x="7205" y="1459"/>
                    <a:pt x="6354" y="2797"/>
                    <a:pt x="5016" y="3344"/>
                  </a:cubicBezTo>
                  <a:cubicBezTo>
                    <a:pt x="4546" y="3547"/>
                    <a:pt x="4056" y="3646"/>
                    <a:pt x="3561" y="3646"/>
                  </a:cubicBezTo>
                  <a:cubicBezTo>
                    <a:pt x="2427" y="3646"/>
                    <a:pt x="1269" y="3123"/>
                    <a:pt x="274" y="2128"/>
                  </a:cubicBezTo>
                  <a:lnTo>
                    <a:pt x="1" y="2402"/>
                  </a:lnTo>
                  <a:cubicBezTo>
                    <a:pt x="943" y="3405"/>
                    <a:pt x="2250" y="3982"/>
                    <a:pt x="3618" y="4013"/>
                  </a:cubicBezTo>
                  <a:cubicBezTo>
                    <a:pt x="4135" y="4013"/>
                    <a:pt x="4682" y="3921"/>
                    <a:pt x="5168" y="3709"/>
                  </a:cubicBezTo>
                  <a:cubicBezTo>
                    <a:pt x="6658" y="3070"/>
                    <a:pt x="7569" y="1611"/>
                    <a:pt x="7539"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28"/>
            <p:cNvSpPr/>
            <p:nvPr/>
          </p:nvSpPr>
          <p:spPr>
            <a:xfrm>
              <a:off x="11869650" y="3414325"/>
              <a:ext cx="361725" cy="549850"/>
            </a:xfrm>
            <a:custGeom>
              <a:rect b="b" l="l" r="r" t="t"/>
              <a:pathLst>
                <a:path extrusionOk="0" h="21994" w="14469">
                  <a:moveTo>
                    <a:pt x="9088" y="1"/>
                  </a:moveTo>
                  <a:cubicBezTo>
                    <a:pt x="7521" y="1"/>
                    <a:pt x="5957" y="972"/>
                    <a:pt x="5593" y="2609"/>
                  </a:cubicBezTo>
                  <a:cubicBezTo>
                    <a:pt x="5593" y="2609"/>
                    <a:pt x="3709" y="8962"/>
                    <a:pt x="3192" y="11241"/>
                  </a:cubicBezTo>
                  <a:cubicBezTo>
                    <a:pt x="2675" y="13521"/>
                    <a:pt x="0" y="20907"/>
                    <a:pt x="5046" y="21880"/>
                  </a:cubicBezTo>
                  <a:cubicBezTo>
                    <a:pt x="5440" y="21958"/>
                    <a:pt x="5812" y="21993"/>
                    <a:pt x="6163" y="21993"/>
                  </a:cubicBezTo>
                  <a:cubicBezTo>
                    <a:pt x="10331" y="21993"/>
                    <a:pt x="11520" y="16925"/>
                    <a:pt x="11520" y="16925"/>
                  </a:cubicBezTo>
                  <a:cubicBezTo>
                    <a:pt x="11520" y="16925"/>
                    <a:pt x="14469" y="3338"/>
                    <a:pt x="12645" y="2275"/>
                  </a:cubicBezTo>
                  <a:cubicBezTo>
                    <a:pt x="12098" y="1150"/>
                    <a:pt x="11095" y="360"/>
                    <a:pt x="9879" y="86"/>
                  </a:cubicBezTo>
                  <a:cubicBezTo>
                    <a:pt x="9619" y="29"/>
                    <a:pt x="9353" y="1"/>
                    <a:pt x="908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28"/>
            <p:cNvSpPr/>
            <p:nvPr/>
          </p:nvSpPr>
          <p:spPr>
            <a:xfrm>
              <a:off x="12007950" y="3351875"/>
              <a:ext cx="194550" cy="236350"/>
            </a:xfrm>
            <a:custGeom>
              <a:rect b="b" l="l" r="r" t="t"/>
              <a:pathLst>
                <a:path extrusionOk="0" h="9454" w="7782">
                  <a:moveTo>
                    <a:pt x="548" y="0"/>
                  </a:moveTo>
                  <a:lnTo>
                    <a:pt x="0" y="8663"/>
                  </a:lnTo>
                  <a:cubicBezTo>
                    <a:pt x="369" y="7824"/>
                    <a:pt x="1350" y="7442"/>
                    <a:pt x="2450" y="7442"/>
                  </a:cubicBezTo>
                  <a:cubicBezTo>
                    <a:pt x="3980" y="7442"/>
                    <a:pt x="5742" y="8180"/>
                    <a:pt x="6414" y="9453"/>
                  </a:cubicBezTo>
                  <a:cubicBezTo>
                    <a:pt x="6505" y="9210"/>
                    <a:pt x="6566" y="8937"/>
                    <a:pt x="6596" y="8663"/>
                  </a:cubicBezTo>
                  <a:lnTo>
                    <a:pt x="7782" y="335"/>
                  </a:lnTo>
                  <a:lnTo>
                    <a:pt x="54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28"/>
            <p:cNvSpPr/>
            <p:nvPr/>
          </p:nvSpPr>
          <p:spPr>
            <a:xfrm>
              <a:off x="11925125" y="3843525"/>
              <a:ext cx="190000" cy="100325"/>
            </a:xfrm>
            <a:custGeom>
              <a:rect b="b" l="l" r="r" t="t"/>
              <a:pathLst>
                <a:path extrusionOk="0" h="4013" w="7600">
                  <a:moveTo>
                    <a:pt x="61" y="0"/>
                  </a:moveTo>
                  <a:cubicBezTo>
                    <a:pt x="0" y="1611"/>
                    <a:pt x="943" y="3070"/>
                    <a:pt x="2432" y="3709"/>
                  </a:cubicBezTo>
                  <a:cubicBezTo>
                    <a:pt x="2918" y="3921"/>
                    <a:pt x="3435" y="4013"/>
                    <a:pt x="3982" y="4013"/>
                  </a:cubicBezTo>
                  <a:cubicBezTo>
                    <a:pt x="5350" y="3982"/>
                    <a:pt x="6657" y="3405"/>
                    <a:pt x="7599" y="2402"/>
                  </a:cubicBezTo>
                  <a:lnTo>
                    <a:pt x="7326" y="2128"/>
                  </a:lnTo>
                  <a:cubicBezTo>
                    <a:pt x="6331" y="3123"/>
                    <a:pt x="5159" y="3646"/>
                    <a:pt x="4015" y="3646"/>
                  </a:cubicBezTo>
                  <a:cubicBezTo>
                    <a:pt x="3517" y="3646"/>
                    <a:pt x="3024" y="3547"/>
                    <a:pt x="2554" y="3344"/>
                  </a:cubicBezTo>
                  <a:cubicBezTo>
                    <a:pt x="1247" y="2766"/>
                    <a:pt x="395" y="1459"/>
                    <a:pt x="42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28"/>
            <p:cNvSpPr/>
            <p:nvPr/>
          </p:nvSpPr>
          <p:spPr>
            <a:xfrm>
              <a:off x="10963850" y="2298200"/>
              <a:ext cx="1528175" cy="1214925"/>
            </a:xfrm>
            <a:custGeom>
              <a:rect b="b" l="l" r="r" t="t"/>
              <a:pathLst>
                <a:path extrusionOk="0" h="48597" w="61127">
                  <a:moveTo>
                    <a:pt x="16951" y="1"/>
                  </a:moveTo>
                  <a:cubicBezTo>
                    <a:pt x="14444" y="1"/>
                    <a:pt x="8383" y="610"/>
                    <a:pt x="4925" y="6129"/>
                  </a:cubicBezTo>
                  <a:cubicBezTo>
                    <a:pt x="1" y="13545"/>
                    <a:pt x="11217" y="47649"/>
                    <a:pt x="11217" y="47649"/>
                  </a:cubicBezTo>
                  <a:cubicBezTo>
                    <a:pt x="12394" y="48195"/>
                    <a:pt x="13712" y="48422"/>
                    <a:pt x="15020" y="48422"/>
                  </a:cubicBezTo>
                  <a:cubicBezTo>
                    <a:pt x="17497" y="48422"/>
                    <a:pt x="19936" y="47610"/>
                    <a:pt x="21308" y="46616"/>
                  </a:cubicBezTo>
                  <a:cubicBezTo>
                    <a:pt x="20548" y="34822"/>
                    <a:pt x="20943" y="23940"/>
                    <a:pt x="19819" y="15855"/>
                  </a:cubicBezTo>
                  <a:lnTo>
                    <a:pt x="41856" y="15855"/>
                  </a:lnTo>
                  <a:cubicBezTo>
                    <a:pt x="39789" y="24336"/>
                    <a:pt x="40245" y="35673"/>
                    <a:pt x="40305" y="46585"/>
                  </a:cubicBezTo>
                  <a:cubicBezTo>
                    <a:pt x="42237" y="47886"/>
                    <a:pt x="44301" y="48597"/>
                    <a:pt x="46528" y="48597"/>
                  </a:cubicBezTo>
                  <a:cubicBezTo>
                    <a:pt x="47840" y="48597"/>
                    <a:pt x="49209" y="48350"/>
                    <a:pt x="50640" y="47831"/>
                  </a:cubicBezTo>
                  <a:cubicBezTo>
                    <a:pt x="50640" y="47831"/>
                    <a:pt x="61126" y="13545"/>
                    <a:pt x="56932" y="6828"/>
                  </a:cubicBezTo>
                  <a:cubicBezTo>
                    <a:pt x="52737" y="141"/>
                    <a:pt x="44530" y="80"/>
                    <a:pt x="44530" y="80"/>
                  </a:cubicBezTo>
                  <a:lnTo>
                    <a:pt x="18086" y="50"/>
                  </a:lnTo>
                  <a:cubicBezTo>
                    <a:pt x="18086" y="50"/>
                    <a:pt x="17661" y="1"/>
                    <a:pt x="1695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28"/>
            <p:cNvSpPr/>
            <p:nvPr/>
          </p:nvSpPr>
          <p:spPr>
            <a:xfrm>
              <a:off x="11320250" y="2429375"/>
              <a:ext cx="143650" cy="265225"/>
            </a:xfrm>
            <a:custGeom>
              <a:rect b="b" l="l" r="r" t="t"/>
              <a:pathLst>
                <a:path extrusionOk="0" h="10609" w="5746">
                  <a:moveTo>
                    <a:pt x="92" y="0"/>
                  </a:moveTo>
                  <a:lnTo>
                    <a:pt x="0" y="365"/>
                  </a:lnTo>
                  <a:cubicBezTo>
                    <a:pt x="4894" y="1581"/>
                    <a:pt x="5350" y="10517"/>
                    <a:pt x="5350" y="10608"/>
                  </a:cubicBezTo>
                  <a:lnTo>
                    <a:pt x="5745" y="10578"/>
                  </a:lnTo>
                  <a:cubicBezTo>
                    <a:pt x="5624" y="8967"/>
                    <a:pt x="5350" y="7356"/>
                    <a:pt x="4894" y="5806"/>
                  </a:cubicBezTo>
                  <a:cubicBezTo>
                    <a:pt x="3891" y="2523"/>
                    <a:pt x="2219" y="517"/>
                    <a:pt x="9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28"/>
            <p:cNvSpPr/>
            <p:nvPr/>
          </p:nvSpPr>
          <p:spPr>
            <a:xfrm>
              <a:off x="12006425" y="2430125"/>
              <a:ext cx="143650" cy="264475"/>
            </a:xfrm>
            <a:custGeom>
              <a:rect b="b" l="l" r="r" t="t"/>
              <a:pathLst>
                <a:path extrusionOk="0" h="10579" w="5746">
                  <a:moveTo>
                    <a:pt x="5654" y="1"/>
                  </a:moveTo>
                  <a:cubicBezTo>
                    <a:pt x="3496" y="517"/>
                    <a:pt x="1824" y="2523"/>
                    <a:pt x="852" y="5776"/>
                  </a:cubicBezTo>
                  <a:cubicBezTo>
                    <a:pt x="396" y="7356"/>
                    <a:pt x="92" y="8967"/>
                    <a:pt x="1" y="10578"/>
                  </a:cubicBezTo>
                  <a:lnTo>
                    <a:pt x="365" y="10578"/>
                  </a:lnTo>
                  <a:cubicBezTo>
                    <a:pt x="365" y="10487"/>
                    <a:pt x="852" y="1551"/>
                    <a:pt x="5745" y="365"/>
                  </a:cubicBezTo>
                  <a:lnTo>
                    <a:pt x="565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28"/>
            <p:cNvSpPr/>
            <p:nvPr/>
          </p:nvSpPr>
          <p:spPr>
            <a:xfrm>
              <a:off x="11443350" y="1076775"/>
              <a:ext cx="561575" cy="344425"/>
            </a:xfrm>
            <a:custGeom>
              <a:rect b="b" l="l" r="r" t="t"/>
              <a:pathLst>
                <a:path extrusionOk="0" h="13777" w="22463">
                  <a:moveTo>
                    <a:pt x="6019" y="0"/>
                  </a:moveTo>
                  <a:lnTo>
                    <a:pt x="5988" y="8906"/>
                  </a:lnTo>
                  <a:lnTo>
                    <a:pt x="0" y="10426"/>
                  </a:lnTo>
                  <a:cubicBezTo>
                    <a:pt x="2432" y="12938"/>
                    <a:pt x="5738" y="13776"/>
                    <a:pt x="9066" y="13776"/>
                  </a:cubicBezTo>
                  <a:cubicBezTo>
                    <a:pt x="15722" y="13776"/>
                    <a:pt x="22463" y="10426"/>
                    <a:pt x="22463" y="10426"/>
                  </a:cubicBezTo>
                  <a:cubicBezTo>
                    <a:pt x="22463" y="10426"/>
                    <a:pt x="16323" y="9149"/>
                    <a:pt x="15654" y="8967"/>
                  </a:cubicBezTo>
                  <a:lnTo>
                    <a:pt x="15533" y="0"/>
                  </a:lnTo>
                  <a:close/>
                </a:path>
              </a:pathLst>
            </a:custGeom>
            <a:solidFill>
              <a:srgbClr val="EFAB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28"/>
            <p:cNvSpPr/>
            <p:nvPr/>
          </p:nvSpPr>
          <p:spPr>
            <a:xfrm>
              <a:off x="11593050" y="1077525"/>
              <a:ext cx="240150" cy="219525"/>
            </a:xfrm>
            <a:custGeom>
              <a:rect b="b" l="l" r="r" t="t"/>
              <a:pathLst>
                <a:path extrusionOk="0" h="8781" w="9606">
                  <a:moveTo>
                    <a:pt x="61" y="0"/>
                  </a:moveTo>
                  <a:lnTo>
                    <a:pt x="0" y="7903"/>
                  </a:lnTo>
                  <a:cubicBezTo>
                    <a:pt x="1382" y="8502"/>
                    <a:pt x="2671" y="8781"/>
                    <a:pt x="3876" y="8781"/>
                  </a:cubicBezTo>
                  <a:cubicBezTo>
                    <a:pt x="6036" y="8781"/>
                    <a:pt x="7927" y="7884"/>
                    <a:pt x="9605" y="6323"/>
                  </a:cubicBezTo>
                  <a:lnTo>
                    <a:pt x="9545" y="0"/>
                  </a:lnTo>
                  <a:close/>
                </a:path>
              </a:pathLst>
            </a:custGeom>
            <a:solidFill>
              <a:srgbClr val="D882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28"/>
            <p:cNvSpPr/>
            <p:nvPr/>
          </p:nvSpPr>
          <p:spPr>
            <a:xfrm>
              <a:off x="11457775" y="683425"/>
              <a:ext cx="474975" cy="565100"/>
            </a:xfrm>
            <a:custGeom>
              <a:rect b="b" l="l" r="r" t="t"/>
              <a:pathLst>
                <a:path extrusionOk="0" h="22604" w="18999">
                  <a:moveTo>
                    <a:pt x="10331" y="0"/>
                  </a:moveTo>
                  <a:cubicBezTo>
                    <a:pt x="7798" y="0"/>
                    <a:pt x="5202" y="841"/>
                    <a:pt x="3588" y="2390"/>
                  </a:cubicBezTo>
                  <a:cubicBezTo>
                    <a:pt x="2858" y="3029"/>
                    <a:pt x="2463" y="3941"/>
                    <a:pt x="2524" y="4913"/>
                  </a:cubicBezTo>
                  <a:cubicBezTo>
                    <a:pt x="1" y="7102"/>
                    <a:pt x="1460" y="11175"/>
                    <a:pt x="1855" y="13880"/>
                  </a:cubicBezTo>
                  <a:cubicBezTo>
                    <a:pt x="2098" y="15612"/>
                    <a:pt x="2159" y="18075"/>
                    <a:pt x="3284" y="19442"/>
                  </a:cubicBezTo>
                  <a:cubicBezTo>
                    <a:pt x="4165" y="20537"/>
                    <a:pt x="7661" y="22603"/>
                    <a:pt x="10244" y="22603"/>
                  </a:cubicBezTo>
                  <a:cubicBezTo>
                    <a:pt x="12828" y="22603"/>
                    <a:pt x="16567" y="20537"/>
                    <a:pt x="17357" y="19564"/>
                  </a:cubicBezTo>
                  <a:cubicBezTo>
                    <a:pt x="18117" y="18591"/>
                    <a:pt x="18421" y="15704"/>
                    <a:pt x="18725" y="13454"/>
                  </a:cubicBezTo>
                  <a:cubicBezTo>
                    <a:pt x="18998" y="11418"/>
                    <a:pt x="18937" y="9351"/>
                    <a:pt x="18603" y="7315"/>
                  </a:cubicBezTo>
                  <a:cubicBezTo>
                    <a:pt x="18573" y="7163"/>
                    <a:pt x="18542" y="7011"/>
                    <a:pt x="18512" y="6859"/>
                  </a:cubicBezTo>
                  <a:cubicBezTo>
                    <a:pt x="18178" y="5126"/>
                    <a:pt x="17418" y="3181"/>
                    <a:pt x="16080" y="1965"/>
                  </a:cubicBezTo>
                  <a:cubicBezTo>
                    <a:pt x="14658" y="627"/>
                    <a:pt x="12517" y="0"/>
                    <a:pt x="1033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28"/>
            <p:cNvSpPr/>
            <p:nvPr/>
          </p:nvSpPr>
          <p:spPr>
            <a:xfrm>
              <a:off x="11452325" y="983875"/>
              <a:ext cx="171075" cy="126525"/>
            </a:xfrm>
            <a:custGeom>
              <a:rect b="b" l="l" r="r" t="t"/>
              <a:pathLst>
                <a:path extrusionOk="0" h="5061" w="6843">
                  <a:moveTo>
                    <a:pt x="1822" y="0"/>
                  </a:moveTo>
                  <a:cubicBezTo>
                    <a:pt x="1403" y="0"/>
                    <a:pt x="989" y="195"/>
                    <a:pt x="705" y="555"/>
                  </a:cubicBezTo>
                  <a:cubicBezTo>
                    <a:pt x="0" y="1486"/>
                    <a:pt x="368" y="5060"/>
                    <a:pt x="2927" y="5060"/>
                  </a:cubicBezTo>
                  <a:cubicBezTo>
                    <a:pt x="3125" y="5060"/>
                    <a:pt x="3337" y="5039"/>
                    <a:pt x="3562" y="4993"/>
                  </a:cubicBezTo>
                  <a:cubicBezTo>
                    <a:pt x="6843" y="4325"/>
                    <a:pt x="3442" y="192"/>
                    <a:pt x="2653" y="192"/>
                  </a:cubicBezTo>
                  <a:cubicBezTo>
                    <a:pt x="2615" y="192"/>
                    <a:pt x="2584" y="201"/>
                    <a:pt x="2559" y="221"/>
                  </a:cubicBezTo>
                  <a:cubicBezTo>
                    <a:pt x="2330" y="72"/>
                    <a:pt x="2075" y="0"/>
                    <a:pt x="1822" y="0"/>
                  </a:cubicBezTo>
                  <a:close/>
                </a:path>
              </a:pathLst>
            </a:custGeom>
            <a:solidFill>
              <a:srgbClr val="EFAB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28"/>
            <p:cNvSpPr/>
            <p:nvPr/>
          </p:nvSpPr>
          <p:spPr>
            <a:xfrm>
              <a:off x="11477550" y="1006100"/>
              <a:ext cx="25100" cy="53975"/>
            </a:xfrm>
            <a:custGeom>
              <a:rect b="b" l="l" r="r" t="t"/>
              <a:pathLst>
                <a:path extrusionOk="0" h="2159" w="1004">
                  <a:moveTo>
                    <a:pt x="973" y="0"/>
                  </a:moveTo>
                  <a:cubicBezTo>
                    <a:pt x="669" y="61"/>
                    <a:pt x="395" y="243"/>
                    <a:pt x="243" y="487"/>
                  </a:cubicBezTo>
                  <a:cubicBezTo>
                    <a:pt x="0" y="882"/>
                    <a:pt x="0" y="1459"/>
                    <a:pt x="243" y="2158"/>
                  </a:cubicBezTo>
                  <a:lnTo>
                    <a:pt x="578" y="2037"/>
                  </a:lnTo>
                  <a:cubicBezTo>
                    <a:pt x="395" y="1459"/>
                    <a:pt x="365" y="1003"/>
                    <a:pt x="547" y="699"/>
                  </a:cubicBezTo>
                  <a:cubicBezTo>
                    <a:pt x="639" y="547"/>
                    <a:pt x="821" y="426"/>
                    <a:pt x="1003" y="395"/>
                  </a:cubicBezTo>
                  <a:lnTo>
                    <a:pt x="973" y="0"/>
                  </a:ln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28"/>
            <p:cNvSpPr/>
            <p:nvPr/>
          </p:nvSpPr>
          <p:spPr>
            <a:xfrm>
              <a:off x="11483625" y="1032700"/>
              <a:ext cx="28150" cy="23575"/>
            </a:xfrm>
            <a:custGeom>
              <a:rect b="b" l="l" r="r" t="t"/>
              <a:pathLst>
                <a:path extrusionOk="0" h="943" w="1126">
                  <a:moveTo>
                    <a:pt x="31" y="0"/>
                  </a:moveTo>
                  <a:lnTo>
                    <a:pt x="0" y="395"/>
                  </a:lnTo>
                  <a:cubicBezTo>
                    <a:pt x="335" y="426"/>
                    <a:pt x="608" y="638"/>
                    <a:pt x="760" y="942"/>
                  </a:cubicBezTo>
                  <a:lnTo>
                    <a:pt x="943" y="851"/>
                  </a:lnTo>
                  <a:lnTo>
                    <a:pt x="791" y="942"/>
                  </a:lnTo>
                  <a:lnTo>
                    <a:pt x="791" y="942"/>
                  </a:lnTo>
                  <a:lnTo>
                    <a:pt x="1125" y="760"/>
                  </a:lnTo>
                  <a:cubicBezTo>
                    <a:pt x="882" y="365"/>
                    <a:pt x="487" y="61"/>
                    <a:pt x="31" y="0"/>
                  </a:cubicBez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28"/>
            <p:cNvSpPr/>
            <p:nvPr/>
          </p:nvSpPr>
          <p:spPr>
            <a:xfrm>
              <a:off x="11809450" y="983875"/>
              <a:ext cx="167775" cy="125875"/>
            </a:xfrm>
            <a:custGeom>
              <a:rect b="b" l="l" r="r" t="t"/>
              <a:pathLst>
                <a:path extrusionOk="0" h="5035" w="6711">
                  <a:moveTo>
                    <a:pt x="4886" y="0"/>
                  </a:moveTo>
                  <a:cubicBezTo>
                    <a:pt x="4629" y="0"/>
                    <a:pt x="4370" y="72"/>
                    <a:pt x="4141" y="221"/>
                  </a:cubicBezTo>
                  <a:cubicBezTo>
                    <a:pt x="4137" y="218"/>
                    <a:pt x="4132" y="217"/>
                    <a:pt x="4125" y="217"/>
                  </a:cubicBezTo>
                  <a:cubicBezTo>
                    <a:pt x="3766" y="217"/>
                    <a:pt x="1" y="4485"/>
                    <a:pt x="3168" y="4993"/>
                  </a:cubicBezTo>
                  <a:cubicBezTo>
                    <a:pt x="3350" y="5021"/>
                    <a:pt x="3522" y="5034"/>
                    <a:pt x="3686" y="5034"/>
                  </a:cubicBezTo>
                  <a:cubicBezTo>
                    <a:pt x="6348" y="5034"/>
                    <a:pt x="6711" y="1500"/>
                    <a:pt x="5995" y="555"/>
                  </a:cubicBezTo>
                  <a:cubicBezTo>
                    <a:pt x="5730" y="195"/>
                    <a:pt x="5311" y="0"/>
                    <a:pt x="4886" y="0"/>
                  </a:cubicBezTo>
                  <a:close/>
                </a:path>
              </a:pathLst>
            </a:custGeom>
            <a:solidFill>
              <a:srgbClr val="EFAB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28"/>
            <p:cNvSpPr/>
            <p:nvPr/>
          </p:nvSpPr>
          <p:spPr>
            <a:xfrm>
              <a:off x="11927400" y="1006100"/>
              <a:ext cx="25850" cy="53975"/>
            </a:xfrm>
            <a:custGeom>
              <a:rect b="b" l="l" r="r" t="t"/>
              <a:pathLst>
                <a:path extrusionOk="0" h="2159" w="1034">
                  <a:moveTo>
                    <a:pt x="61" y="0"/>
                  </a:moveTo>
                  <a:lnTo>
                    <a:pt x="0" y="395"/>
                  </a:lnTo>
                  <a:cubicBezTo>
                    <a:pt x="213" y="426"/>
                    <a:pt x="365" y="547"/>
                    <a:pt x="487" y="699"/>
                  </a:cubicBezTo>
                  <a:cubicBezTo>
                    <a:pt x="639" y="1003"/>
                    <a:pt x="639" y="1459"/>
                    <a:pt x="426" y="2037"/>
                  </a:cubicBezTo>
                  <a:lnTo>
                    <a:pt x="791" y="2158"/>
                  </a:lnTo>
                  <a:cubicBezTo>
                    <a:pt x="1034" y="1459"/>
                    <a:pt x="1034" y="882"/>
                    <a:pt x="791" y="487"/>
                  </a:cubicBezTo>
                  <a:cubicBezTo>
                    <a:pt x="639" y="243"/>
                    <a:pt x="365" y="61"/>
                    <a:pt x="61" y="0"/>
                  </a:cubicBez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28"/>
            <p:cNvSpPr/>
            <p:nvPr/>
          </p:nvSpPr>
          <p:spPr>
            <a:xfrm>
              <a:off x="11919800" y="1032700"/>
              <a:ext cx="28150" cy="23575"/>
            </a:xfrm>
            <a:custGeom>
              <a:rect b="b" l="l" r="r" t="t"/>
              <a:pathLst>
                <a:path extrusionOk="0" h="943" w="1126">
                  <a:moveTo>
                    <a:pt x="1064" y="0"/>
                  </a:moveTo>
                  <a:cubicBezTo>
                    <a:pt x="608" y="61"/>
                    <a:pt x="213" y="334"/>
                    <a:pt x="1" y="760"/>
                  </a:cubicBezTo>
                  <a:lnTo>
                    <a:pt x="335" y="942"/>
                  </a:lnTo>
                  <a:cubicBezTo>
                    <a:pt x="487" y="638"/>
                    <a:pt x="791" y="426"/>
                    <a:pt x="1125" y="395"/>
                  </a:cubicBezTo>
                  <a:lnTo>
                    <a:pt x="1064" y="0"/>
                  </a:ln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28"/>
            <p:cNvSpPr/>
            <p:nvPr/>
          </p:nvSpPr>
          <p:spPr>
            <a:xfrm>
              <a:off x="11520850" y="732525"/>
              <a:ext cx="390625" cy="537275"/>
            </a:xfrm>
            <a:custGeom>
              <a:rect b="b" l="l" r="r" t="t"/>
              <a:pathLst>
                <a:path extrusionOk="0" h="21491" w="15625">
                  <a:moveTo>
                    <a:pt x="7782" y="1"/>
                  </a:moveTo>
                  <a:cubicBezTo>
                    <a:pt x="396" y="1"/>
                    <a:pt x="1" y="6323"/>
                    <a:pt x="1" y="6323"/>
                  </a:cubicBezTo>
                  <a:lnTo>
                    <a:pt x="1" y="12554"/>
                  </a:lnTo>
                  <a:cubicBezTo>
                    <a:pt x="274" y="14864"/>
                    <a:pt x="943" y="17448"/>
                    <a:pt x="1764" y="18573"/>
                  </a:cubicBezTo>
                  <a:cubicBezTo>
                    <a:pt x="2584" y="19697"/>
                    <a:pt x="5411" y="21491"/>
                    <a:pt x="7812" y="21491"/>
                  </a:cubicBezTo>
                  <a:cubicBezTo>
                    <a:pt x="10183" y="21491"/>
                    <a:pt x="13041" y="19697"/>
                    <a:pt x="13861" y="18573"/>
                  </a:cubicBezTo>
                  <a:cubicBezTo>
                    <a:pt x="14652" y="17478"/>
                    <a:pt x="15351" y="14895"/>
                    <a:pt x="15624" y="12554"/>
                  </a:cubicBezTo>
                  <a:lnTo>
                    <a:pt x="15594" y="6323"/>
                  </a:lnTo>
                  <a:cubicBezTo>
                    <a:pt x="15594" y="6323"/>
                    <a:pt x="15199" y="1"/>
                    <a:pt x="7782" y="1"/>
                  </a:cubicBezTo>
                  <a:close/>
                </a:path>
              </a:pathLst>
            </a:custGeom>
            <a:solidFill>
              <a:srgbClr val="EFAB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28"/>
            <p:cNvSpPr/>
            <p:nvPr/>
          </p:nvSpPr>
          <p:spPr>
            <a:xfrm>
              <a:off x="11519325" y="1048650"/>
              <a:ext cx="14475" cy="43325"/>
            </a:xfrm>
            <a:custGeom>
              <a:rect b="b" l="l" r="r" t="t"/>
              <a:pathLst>
                <a:path extrusionOk="0" h="1733" w="579">
                  <a:moveTo>
                    <a:pt x="366" y="0"/>
                  </a:moveTo>
                  <a:lnTo>
                    <a:pt x="1" y="31"/>
                  </a:lnTo>
                  <a:lnTo>
                    <a:pt x="214" y="1733"/>
                  </a:lnTo>
                  <a:lnTo>
                    <a:pt x="579" y="1672"/>
                  </a:lnTo>
                  <a:lnTo>
                    <a:pt x="366" y="0"/>
                  </a:ln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28"/>
            <p:cNvSpPr/>
            <p:nvPr/>
          </p:nvSpPr>
          <p:spPr>
            <a:xfrm>
              <a:off x="11895475" y="1068400"/>
              <a:ext cx="13700" cy="41825"/>
            </a:xfrm>
            <a:custGeom>
              <a:rect b="b" l="l" r="r" t="t"/>
              <a:pathLst>
                <a:path extrusionOk="0" h="1673" w="548">
                  <a:moveTo>
                    <a:pt x="183" y="1"/>
                  </a:moveTo>
                  <a:lnTo>
                    <a:pt x="1" y="1612"/>
                  </a:lnTo>
                  <a:lnTo>
                    <a:pt x="366" y="1672"/>
                  </a:lnTo>
                  <a:lnTo>
                    <a:pt x="548" y="31"/>
                  </a:lnTo>
                  <a:lnTo>
                    <a:pt x="183" y="1"/>
                  </a:ln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28"/>
            <p:cNvSpPr/>
            <p:nvPr/>
          </p:nvSpPr>
          <p:spPr>
            <a:xfrm>
              <a:off x="11513250" y="685025"/>
              <a:ext cx="486375" cy="336300"/>
            </a:xfrm>
            <a:custGeom>
              <a:rect b="b" l="l" r="r" t="t"/>
              <a:pathLst>
                <a:path extrusionOk="0" h="13452" w="19455">
                  <a:moveTo>
                    <a:pt x="13083" y="1"/>
                  </a:moveTo>
                  <a:cubicBezTo>
                    <a:pt x="11696" y="1"/>
                    <a:pt x="10639" y="442"/>
                    <a:pt x="10639" y="442"/>
                  </a:cubicBezTo>
                  <a:lnTo>
                    <a:pt x="8208" y="1506"/>
                  </a:lnTo>
                  <a:lnTo>
                    <a:pt x="5047" y="1870"/>
                  </a:lnTo>
                  <a:lnTo>
                    <a:pt x="2676" y="3086"/>
                  </a:lnTo>
                  <a:lnTo>
                    <a:pt x="913" y="4910"/>
                  </a:lnTo>
                  <a:lnTo>
                    <a:pt x="1" y="7676"/>
                  </a:lnTo>
                  <a:lnTo>
                    <a:pt x="1" y="10959"/>
                  </a:lnTo>
                  <a:lnTo>
                    <a:pt x="122" y="12175"/>
                  </a:lnTo>
                  <a:cubicBezTo>
                    <a:pt x="639" y="12448"/>
                    <a:pt x="1004" y="13451"/>
                    <a:pt x="1004" y="13451"/>
                  </a:cubicBezTo>
                  <a:cubicBezTo>
                    <a:pt x="1004" y="13451"/>
                    <a:pt x="700" y="7372"/>
                    <a:pt x="2189" y="6491"/>
                  </a:cubicBezTo>
                  <a:cubicBezTo>
                    <a:pt x="5080" y="8037"/>
                    <a:pt x="8019" y="8443"/>
                    <a:pt x="10307" y="8443"/>
                  </a:cubicBezTo>
                  <a:cubicBezTo>
                    <a:pt x="12830" y="8443"/>
                    <a:pt x="14560" y="7950"/>
                    <a:pt x="14560" y="7950"/>
                  </a:cubicBezTo>
                  <a:lnTo>
                    <a:pt x="15229" y="13208"/>
                  </a:lnTo>
                  <a:cubicBezTo>
                    <a:pt x="15351" y="12782"/>
                    <a:pt x="15624" y="12418"/>
                    <a:pt x="15989" y="12175"/>
                  </a:cubicBezTo>
                  <a:lnTo>
                    <a:pt x="16384" y="7251"/>
                  </a:lnTo>
                  <a:cubicBezTo>
                    <a:pt x="16384" y="7251"/>
                    <a:pt x="19454" y="4029"/>
                    <a:pt x="16323" y="1019"/>
                  </a:cubicBezTo>
                  <a:cubicBezTo>
                    <a:pt x="15254" y="230"/>
                    <a:pt x="14083" y="1"/>
                    <a:pt x="13083"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28"/>
            <p:cNvSpPr/>
            <p:nvPr/>
          </p:nvSpPr>
          <p:spPr>
            <a:xfrm>
              <a:off x="11646250" y="1109450"/>
              <a:ext cx="145150" cy="26600"/>
            </a:xfrm>
            <a:custGeom>
              <a:rect b="b" l="l" r="r" t="t"/>
              <a:pathLst>
                <a:path extrusionOk="0" h="1064" w="5806">
                  <a:moveTo>
                    <a:pt x="152" y="0"/>
                  </a:moveTo>
                  <a:lnTo>
                    <a:pt x="0" y="334"/>
                  </a:lnTo>
                  <a:cubicBezTo>
                    <a:pt x="912" y="790"/>
                    <a:pt x="1915" y="1034"/>
                    <a:pt x="2948" y="1064"/>
                  </a:cubicBezTo>
                  <a:cubicBezTo>
                    <a:pt x="3952" y="1034"/>
                    <a:pt x="4924" y="790"/>
                    <a:pt x="5806" y="334"/>
                  </a:cubicBezTo>
                  <a:lnTo>
                    <a:pt x="5654" y="0"/>
                  </a:lnTo>
                  <a:cubicBezTo>
                    <a:pt x="4757" y="456"/>
                    <a:pt x="3860" y="684"/>
                    <a:pt x="2948" y="684"/>
                  </a:cubicBezTo>
                  <a:cubicBezTo>
                    <a:pt x="2037" y="684"/>
                    <a:pt x="1110" y="456"/>
                    <a:pt x="152" y="0"/>
                  </a:cubicBez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28"/>
            <p:cNvSpPr/>
            <p:nvPr/>
          </p:nvSpPr>
          <p:spPr>
            <a:xfrm>
              <a:off x="11684225" y="1144400"/>
              <a:ext cx="68425" cy="16725"/>
            </a:xfrm>
            <a:custGeom>
              <a:rect b="b" l="l" r="r" t="t"/>
              <a:pathLst>
                <a:path extrusionOk="0" h="669" w="2737">
                  <a:moveTo>
                    <a:pt x="183" y="0"/>
                  </a:moveTo>
                  <a:lnTo>
                    <a:pt x="1" y="335"/>
                  </a:lnTo>
                  <a:cubicBezTo>
                    <a:pt x="426" y="547"/>
                    <a:pt x="913" y="669"/>
                    <a:pt x="1399" y="669"/>
                  </a:cubicBezTo>
                  <a:cubicBezTo>
                    <a:pt x="1855" y="669"/>
                    <a:pt x="2311" y="547"/>
                    <a:pt x="2736" y="335"/>
                  </a:cubicBezTo>
                  <a:lnTo>
                    <a:pt x="2554" y="0"/>
                  </a:lnTo>
                  <a:cubicBezTo>
                    <a:pt x="2189" y="198"/>
                    <a:pt x="1779" y="297"/>
                    <a:pt x="1369" y="297"/>
                  </a:cubicBezTo>
                  <a:cubicBezTo>
                    <a:pt x="958" y="297"/>
                    <a:pt x="548" y="198"/>
                    <a:pt x="183" y="0"/>
                  </a:cubicBez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28"/>
            <p:cNvSpPr/>
            <p:nvPr/>
          </p:nvSpPr>
          <p:spPr>
            <a:xfrm>
              <a:off x="11707800" y="990125"/>
              <a:ext cx="48650" cy="98075"/>
            </a:xfrm>
            <a:custGeom>
              <a:rect b="b" l="l" r="r" t="t"/>
              <a:pathLst>
                <a:path extrusionOk="0" h="3923" w="1946">
                  <a:moveTo>
                    <a:pt x="182" y="1"/>
                  </a:moveTo>
                  <a:lnTo>
                    <a:pt x="182" y="1"/>
                  </a:lnTo>
                  <a:cubicBezTo>
                    <a:pt x="0" y="670"/>
                    <a:pt x="638" y="1521"/>
                    <a:pt x="1125" y="2189"/>
                  </a:cubicBezTo>
                  <a:cubicBezTo>
                    <a:pt x="1277" y="2372"/>
                    <a:pt x="1429" y="2585"/>
                    <a:pt x="1550" y="2828"/>
                  </a:cubicBezTo>
                  <a:cubicBezTo>
                    <a:pt x="1520" y="2949"/>
                    <a:pt x="912" y="3314"/>
                    <a:pt x="274" y="3588"/>
                  </a:cubicBezTo>
                  <a:lnTo>
                    <a:pt x="426" y="3922"/>
                  </a:lnTo>
                  <a:cubicBezTo>
                    <a:pt x="973" y="3709"/>
                    <a:pt x="1885" y="3253"/>
                    <a:pt x="1945" y="2828"/>
                  </a:cubicBezTo>
                  <a:cubicBezTo>
                    <a:pt x="1945" y="2645"/>
                    <a:pt x="1793" y="2433"/>
                    <a:pt x="1429" y="1977"/>
                  </a:cubicBezTo>
                  <a:cubicBezTo>
                    <a:pt x="1034" y="1430"/>
                    <a:pt x="426" y="578"/>
                    <a:pt x="547" y="92"/>
                  </a:cubicBezTo>
                  <a:lnTo>
                    <a:pt x="182" y="1"/>
                  </a:ln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28"/>
            <p:cNvSpPr/>
            <p:nvPr/>
          </p:nvSpPr>
          <p:spPr>
            <a:xfrm>
              <a:off x="11613575" y="1011425"/>
              <a:ext cx="28900" cy="28900"/>
            </a:xfrm>
            <a:custGeom>
              <a:rect b="b" l="l" r="r" t="t"/>
              <a:pathLst>
                <a:path extrusionOk="0" h="1156" w="1156">
                  <a:moveTo>
                    <a:pt x="578" y="0"/>
                  </a:moveTo>
                  <a:cubicBezTo>
                    <a:pt x="274" y="0"/>
                    <a:pt x="0" y="243"/>
                    <a:pt x="0" y="578"/>
                  </a:cubicBezTo>
                  <a:cubicBezTo>
                    <a:pt x="0" y="882"/>
                    <a:pt x="274" y="1155"/>
                    <a:pt x="578" y="1155"/>
                  </a:cubicBezTo>
                  <a:cubicBezTo>
                    <a:pt x="912" y="1155"/>
                    <a:pt x="1155" y="882"/>
                    <a:pt x="1155" y="578"/>
                  </a:cubicBezTo>
                  <a:cubicBezTo>
                    <a:pt x="1155" y="243"/>
                    <a:pt x="912" y="0"/>
                    <a:pt x="578"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28"/>
            <p:cNvSpPr/>
            <p:nvPr/>
          </p:nvSpPr>
          <p:spPr>
            <a:xfrm>
              <a:off x="11592275" y="1002875"/>
              <a:ext cx="70700" cy="13125"/>
            </a:xfrm>
            <a:custGeom>
              <a:rect b="b" l="l" r="r" t="t"/>
              <a:pathLst>
                <a:path extrusionOk="0" h="525" w="2828">
                  <a:moveTo>
                    <a:pt x="1426" y="0"/>
                  </a:moveTo>
                  <a:cubicBezTo>
                    <a:pt x="951" y="0"/>
                    <a:pt x="472" y="53"/>
                    <a:pt x="1" y="160"/>
                  </a:cubicBezTo>
                  <a:lnTo>
                    <a:pt x="92" y="524"/>
                  </a:lnTo>
                  <a:cubicBezTo>
                    <a:pt x="518" y="418"/>
                    <a:pt x="958" y="365"/>
                    <a:pt x="1403" y="365"/>
                  </a:cubicBezTo>
                  <a:cubicBezTo>
                    <a:pt x="1848" y="365"/>
                    <a:pt x="2296" y="418"/>
                    <a:pt x="2737" y="524"/>
                  </a:cubicBezTo>
                  <a:lnTo>
                    <a:pt x="2828" y="160"/>
                  </a:lnTo>
                  <a:cubicBezTo>
                    <a:pt x="2372" y="53"/>
                    <a:pt x="1901" y="0"/>
                    <a:pt x="1426" y="0"/>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28"/>
            <p:cNvSpPr/>
            <p:nvPr/>
          </p:nvSpPr>
          <p:spPr>
            <a:xfrm>
              <a:off x="11789850" y="1011425"/>
              <a:ext cx="28900" cy="28900"/>
            </a:xfrm>
            <a:custGeom>
              <a:rect b="b" l="l" r="r" t="t"/>
              <a:pathLst>
                <a:path extrusionOk="0" h="1156" w="1156">
                  <a:moveTo>
                    <a:pt x="578" y="0"/>
                  </a:moveTo>
                  <a:cubicBezTo>
                    <a:pt x="244" y="0"/>
                    <a:pt x="1" y="243"/>
                    <a:pt x="1" y="578"/>
                  </a:cubicBezTo>
                  <a:cubicBezTo>
                    <a:pt x="1" y="882"/>
                    <a:pt x="244" y="1155"/>
                    <a:pt x="578" y="1155"/>
                  </a:cubicBezTo>
                  <a:cubicBezTo>
                    <a:pt x="882" y="1155"/>
                    <a:pt x="1156" y="882"/>
                    <a:pt x="1156" y="578"/>
                  </a:cubicBezTo>
                  <a:cubicBezTo>
                    <a:pt x="1156" y="243"/>
                    <a:pt x="882" y="0"/>
                    <a:pt x="578"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28"/>
            <p:cNvSpPr/>
            <p:nvPr/>
          </p:nvSpPr>
          <p:spPr>
            <a:xfrm>
              <a:off x="11768575" y="1002875"/>
              <a:ext cx="70700" cy="13125"/>
            </a:xfrm>
            <a:custGeom>
              <a:rect b="b" l="l" r="r" t="t"/>
              <a:pathLst>
                <a:path extrusionOk="0" h="525" w="2828">
                  <a:moveTo>
                    <a:pt x="1403" y="0"/>
                  </a:moveTo>
                  <a:cubicBezTo>
                    <a:pt x="928" y="0"/>
                    <a:pt x="457" y="53"/>
                    <a:pt x="1" y="160"/>
                  </a:cubicBezTo>
                  <a:lnTo>
                    <a:pt x="62" y="524"/>
                  </a:lnTo>
                  <a:cubicBezTo>
                    <a:pt x="502" y="418"/>
                    <a:pt x="951" y="365"/>
                    <a:pt x="1399" y="365"/>
                  </a:cubicBezTo>
                  <a:cubicBezTo>
                    <a:pt x="1847" y="365"/>
                    <a:pt x="2296" y="418"/>
                    <a:pt x="2736" y="524"/>
                  </a:cubicBezTo>
                  <a:lnTo>
                    <a:pt x="2828" y="160"/>
                  </a:lnTo>
                  <a:cubicBezTo>
                    <a:pt x="2356" y="53"/>
                    <a:pt x="1878" y="0"/>
                    <a:pt x="14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28"/>
            <p:cNvSpPr/>
            <p:nvPr/>
          </p:nvSpPr>
          <p:spPr>
            <a:xfrm>
              <a:off x="11571775" y="950275"/>
              <a:ext cx="114000" cy="29075"/>
            </a:xfrm>
            <a:custGeom>
              <a:rect b="b" l="l" r="r" t="t"/>
              <a:pathLst>
                <a:path extrusionOk="0" h="1163" w="4560">
                  <a:moveTo>
                    <a:pt x="1623" y="0"/>
                  </a:moveTo>
                  <a:cubicBezTo>
                    <a:pt x="1484" y="0"/>
                    <a:pt x="1365" y="14"/>
                    <a:pt x="1277" y="45"/>
                  </a:cubicBezTo>
                  <a:cubicBezTo>
                    <a:pt x="547" y="318"/>
                    <a:pt x="0" y="835"/>
                    <a:pt x="122" y="1048"/>
                  </a:cubicBezTo>
                  <a:cubicBezTo>
                    <a:pt x="172" y="1124"/>
                    <a:pt x="871" y="1163"/>
                    <a:pt x="1686" y="1163"/>
                  </a:cubicBezTo>
                  <a:cubicBezTo>
                    <a:pt x="2830" y="1163"/>
                    <a:pt x="4205" y="1086"/>
                    <a:pt x="4347" y="926"/>
                  </a:cubicBezTo>
                  <a:cubicBezTo>
                    <a:pt x="4559" y="661"/>
                    <a:pt x="2590" y="0"/>
                    <a:pt x="162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28"/>
            <p:cNvSpPr/>
            <p:nvPr/>
          </p:nvSpPr>
          <p:spPr>
            <a:xfrm>
              <a:off x="11745800" y="950275"/>
              <a:ext cx="113225" cy="29075"/>
            </a:xfrm>
            <a:custGeom>
              <a:rect b="b" l="l" r="r" t="t"/>
              <a:pathLst>
                <a:path extrusionOk="0" h="1163" w="4529">
                  <a:moveTo>
                    <a:pt x="2936" y="0"/>
                  </a:moveTo>
                  <a:cubicBezTo>
                    <a:pt x="1970" y="0"/>
                    <a:pt x="0" y="661"/>
                    <a:pt x="213" y="926"/>
                  </a:cubicBezTo>
                  <a:cubicBezTo>
                    <a:pt x="355" y="1086"/>
                    <a:pt x="1729" y="1163"/>
                    <a:pt x="2873" y="1163"/>
                  </a:cubicBezTo>
                  <a:cubicBezTo>
                    <a:pt x="3689" y="1163"/>
                    <a:pt x="4387" y="1124"/>
                    <a:pt x="4438" y="1048"/>
                  </a:cubicBezTo>
                  <a:cubicBezTo>
                    <a:pt x="4529" y="835"/>
                    <a:pt x="4012" y="318"/>
                    <a:pt x="3283" y="45"/>
                  </a:cubicBezTo>
                  <a:cubicBezTo>
                    <a:pt x="3194" y="14"/>
                    <a:pt x="3076" y="0"/>
                    <a:pt x="293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28"/>
            <p:cNvSpPr/>
            <p:nvPr/>
          </p:nvSpPr>
          <p:spPr>
            <a:xfrm>
              <a:off x="11876475" y="861725"/>
              <a:ext cx="48675" cy="26600"/>
            </a:xfrm>
            <a:custGeom>
              <a:rect b="b" l="l" r="r" t="t"/>
              <a:pathLst>
                <a:path extrusionOk="0" h="1064" w="1947">
                  <a:moveTo>
                    <a:pt x="1764" y="0"/>
                  </a:moveTo>
                  <a:cubicBezTo>
                    <a:pt x="1186" y="304"/>
                    <a:pt x="609" y="547"/>
                    <a:pt x="1" y="669"/>
                  </a:cubicBezTo>
                  <a:lnTo>
                    <a:pt x="92" y="1064"/>
                  </a:lnTo>
                  <a:cubicBezTo>
                    <a:pt x="730" y="912"/>
                    <a:pt x="1369" y="669"/>
                    <a:pt x="1946" y="334"/>
                  </a:cubicBezTo>
                  <a:lnTo>
                    <a:pt x="1764"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28"/>
            <p:cNvSpPr/>
            <p:nvPr/>
          </p:nvSpPr>
          <p:spPr>
            <a:xfrm>
              <a:off x="11713875" y="688450"/>
              <a:ext cx="75250" cy="81350"/>
            </a:xfrm>
            <a:custGeom>
              <a:rect b="b" l="l" r="r" t="t"/>
              <a:pathLst>
                <a:path extrusionOk="0" h="3254" w="3010">
                  <a:moveTo>
                    <a:pt x="2918" y="1"/>
                  </a:moveTo>
                  <a:cubicBezTo>
                    <a:pt x="1429" y="457"/>
                    <a:pt x="335" y="1673"/>
                    <a:pt x="0" y="3162"/>
                  </a:cubicBezTo>
                  <a:lnTo>
                    <a:pt x="365" y="3253"/>
                  </a:lnTo>
                  <a:cubicBezTo>
                    <a:pt x="669" y="1916"/>
                    <a:pt x="1672" y="822"/>
                    <a:pt x="3009" y="396"/>
                  </a:cubicBezTo>
                  <a:lnTo>
                    <a:pt x="291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28"/>
            <p:cNvSpPr/>
            <p:nvPr/>
          </p:nvSpPr>
          <p:spPr>
            <a:xfrm>
              <a:off x="11170550" y="1300175"/>
              <a:ext cx="1089700" cy="1025900"/>
            </a:xfrm>
            <a:custGeom>
              <a:rect b="b" l="l" r="r" t="t"/>
              <a:pathLst>
                <a:path extrusionOk="0" h="41036" w="43588">
                  <a:moveTo>
                    <a:pt x="16718" y="0"/>
                  </a:moveTo>
                  <a:cubicBezTo>
                    <a:pt x="16718" y="0"/>
                    <a:pt x="578" y="912"/>
                    <a:pt x="730" y="9818"/>
                  </a:cubicBezTo>
                  <a:cubicBezTo>
                    <a:pt x="0" y="14043"/>
                    <a:pt x="5532" y="37357"/>
                    <a:pt x="7265" y="39971"/>
                  </a:cubicBezTo>
                  <a:cubicBezTo>
                    <a:pt x="7265" y="39971"/>
                    <a:pt x="13071" y="41004"/>
                    <a:pt x="21794" y="41034"/>
                  </a:cubicBezTo>
                  <a:cubicBezTo>
                    <a:pt x="21914" y="41035"/>
                    <a:pt x="22033" y="41035"/>
                    <a:pt x="22151" y="41035"/>
                  </a:cubicBezTo>
                  <a:cubicBezTo>
                    <a:pt x="30676" y="41035"/>
                    <a:pt x="36323" y="39971"/>
                    <a:pt x="36323" y="39971"/>
                  </a:cubicBezTo>
                  <a:cubicBezTo>
                    <a:pt x="38056" y="37357"/>
                    <a:pt x="43588" y="14043"/>
                    <a:pt x="42858" y="9818"/>
                  </a:cubicBezTo>
                  <a:cubicBezTo>
                    <a:pt x="43375" y="791"/>
                    <a:pt x="26870" y="0"/>
                    <a:pt x="26870" y="0"/>
                  </a:cubicBezTo>
                  <a:lnTo>
                    <a:pt x="21794" y="2006"/>
                  </a:lnTo>
                  <a:lnTo>
                    <a:pt x="1671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28"/>
            <p:cNvSpPr/>
            <p:nvPr/>
          </p:nvSpPr>
          <p:spPr>
            <a:xfrm>
              <a:off x="11634850" y="1353375"/>
              <a:ext cx="164900" cy="1179350"/>
            </a:xfrm>
            <a:custGeom>
              <a:rect b="b" l="l" r="r" t="t"/>
              <a:pathLst>
                <a:path extrusionOk="0" h="47174" w="6596">
                  <a:moveTo>
                    <a:pt x="3131" y="0"/>
                  </a:moveTo>
                  <a:lnTo>
                    <a:pt x="1429" y="2310"/>
                  </a:lnTo>
                  <a:lnTo>
                    <a:pt x="2037" y="2675"/>
                  </a:lnTo>
                  <a:lnTo>
                    <a:pt x="0" y="42250"/>
                  </a:lnTo>
                  <a:cubicBezTo>
                    <a:pt x="0" y="42250"/>
                    <a:pt x="2432" y="47174"/>
                    <a:pt x="3131" y="47174"/>
                  </a:cubicBezTo>
                  <a:cubicBezTo>
                    <a:pt x="3860" y="47174"/>
                    <a:pt x="6596" y="42372"/>
                    <a:pt x="6596" y="42372"/>
                  </a:cubicBezTo>
                  <a:lnTo>
                    <a:pt x="4225" y="2705"/>
                  </a:lnTo>
                  <a:lnTo>
                    <a:pt x="4803" y="2280"/>
                  </a:lnTo>
                  <a:lnTo>
                    <a:pt x="313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28"/>
            <p:cNvSpPr/>
            <p:nvPr/>
          </p:nvSpPr>
          <p:spPr>
            <a:xfrm>
              <a:off x="11684225" y="1415675"/>
              <a:ext cx="57025" cy="13700"/>
            </a:xfrm>
            <a:custGeom>
              <a:rect b="b" l="l" r="r" t="t"/>
              <a:pathLst>
                <a:path extrusionOk="0" h="548" w="2281">
                  <a:moveTo>
                    <a:pt x="122" y="1"/>
                  </a:moveTo>
                  <a:lnTo>
                    <a:pt x="1" y="365"/>
                  </a:lnTo>
                  <a:cubicBezTo>
                    <a:pt x="396" y="487"/>
                    <a:pt x="791" y="517"/>
                    <a:pt x="1186" y="548"/>
                  </a:cubicBezTo>
                  <a:cubicBezTo>
                    <a:pt x="1581" y="517"/>
                    <a:pt x="1946" y="487"/>
                    <a:pt x="2281" y="365"/>
                  </a:cubicBezTo>
                  <a:lnTo>
                    <a:pt x="2189" y="1"/>
                  </a:lnTo>
                  <a:cubicBezTo>
                    <a:pt x="1855" y="92"/>
                    <a:pt x="1505" y="137"/>
                    <a:pt x="1156" y="137"/>
                  </a:cubicBezTo>
                  <a:cubicBezTo>
                    <a:pt x="806" y="137"/>
                    <a:pt x="457" y="92"/>
                    <a:pt x="12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28"/>
            <p:cNvSpPr/>
            <p:nvPr/>
          </p:nvSpPr>
          <p:spPr>
            <a:xfrm>
              <a:off x="11555050" y="1243950"/>
              <a:ext cx="315375" cy="180875"/>
            </a:xfrm>
            <a:custGeom>
              <a:rect b="b" l="l" r="r" t="t"/>
              <a:pathLst>
                <a:path extrusionOk="0" h="7235" w="12615">
                  <a:moveTo>
                    <a:pt x="1399" y="0"/>
                  </a:moveTo>
                  <a:lnTo>
                    <a:pt x="1" y="2401"/>
                  </a:lnTo>
                  <a:cubicBezTo>
                    <a:pt x="1338" y="5806"/>
                    <a:pt x="4773" y="7234"/>
                    <a:pt x="4773" y="7234"/>
                  </a:cubicBezTo>
                  <a:lnTo>
                    <a:pt x="6292" y="4407"/>
                  </a:lnTo>
                  <a:lnTo>
                    <a:pt x="7812" y="7234"/>
                  </a:lnTo>
                  <a:cubicBezTo>
                    <a:pt x="7812" y="7234"/>
                    <a:pt x="11277" y="5836"/>
                    <a:pt x="12615" y="2401"/>
                  </a:cubicBezTo>
                  <a:lnTo>
                    <a:pt x="11277" y="0"/>
                  </a:lnTo>
                  <a:cubicBezTo>
                    <a:pt x="10031" y="1824"/>
                    <a:pt x="8299" y="3283"/>
                    <a:pt x="6323" y="4225"/>
                  </a:cubicBezTo>
                  <a:cubicBezTo>
                    <a:pt x="4347" y="3283"/>
                    <a:pt x="2615" y="1824"/>
                    <a:pt x="139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28"/>
            <p:cNvSpPr/>
            <p:nvPr/>
          </p:nvSpPr>
          <p:spPr>
            <a:xfrm>
              <a:off x="11551250" y="1301700"/>
              <a:ext cx="126175" cy="127675"/>
            </a:xfrm>
            <a:custGeom>
              <a:rect b="b" l="l" r="r" t="t"/>
              <a:pathLst>
                <a:path extrusionOk="0" h="5107" w="5047">
                  <a:moveTo>
                    <a:pt x="365" y="0"/>
                  </a:moveTo>
                  <a:lnTo>
                    <a:pt x="1" y="152"/>
                  </a:lnTo>
                  <a:cubicBezTo>
                    <a:pt x="882" y="2280"/>
                    <a:pt x="2523" y="3952"/>
                    <a:pt x="4894" y="5107"/>
                  </a:cubicBezTo>
                  <a:lnTo>
                    <a:pt x="5046" y="4742"/>
                  </a:lnTo>
                  <a:cubicBezTo>
                    <a:pt x="2767" y="3648"/>
                    <a:pt x="1186" y="2067"/>
                    <a:pt x="3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28"/>
            <p:cNvSpPr/>
            <p:nvPr/>
          </p:nvSpPr>
          <p:spPr>
            <a:xfrm>
              <a:off x="11749575" y="1301700"/>
              <a:ext cx="126175" cy="127675"/>
            </a:xfrm>
            <a:custGeom>
              <a:rect b="b" l="l" r="r" t="t"/>
              <a:pathLst>
                <a:path extrusionOk="0" h="5107" w="5047">
                  <a:moveTo>
                    <a:pt x="4682" y="0"/>
                  </a:moveTo>
                  <a:cubicBezTo>
                    <a:pt x="3861" y="2037"/>
                    <a:pt x="2281" y="3648"/>
                    <a:pt x="1" y="4742"/>
                  </a:cubicBezTo>
                  <a:lnTo>
                    <a:pt x="153" y="5107"/>
                  </a:lnTo>
                  <a:cubicBezTo>
                    <a:pt x="2524" y="3952"/>
                    <a:pt x="4165" y="2280"/>
                    <a:pt x="5047" y="152"/>
                  </a:cubicBezTo>
                  <a:lnTo>
                    <a:pt x="468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28"/>
            <p:cNvSpPr/>
            <p:nvPr/>
          </p:nvSpPr>
          <p:spPr>
            <a:xfrm>
              <a:off x="11325575" y="1744500"/>
              <a:ext cx="272050" cy="83825"/>
            </a:xfrm>
            <a:custGeom>
              <a:rect b="b" l="l" r="r" t="t"/>
              <a:pathLst>
                <a:path extrusionOk="0" h="3353" w="10882">
                  <a:moveTo>
                    <a:pt x="7838" y="400"/>
                  </a:moveTo>
                  <a:cubicBezTo>
                    <a:pt x="9085" y="400"/>
                    <a:pt x="10054" y="428"/>
                    <a:pt x="10274" y="495"/>
                  </a:cubicBezTo>
                  <a:cubicBezTo>
                    <a:pt x="10456" y="769"/>
                    <a:pt x="10487" y="2258"/>
                    <a:pt x="10274" y="2592"/>
                  </a:cubicBezTo>
                  <a:cubicBezTo>
                    <a:pt x="9810" y="2803"/>
                    <a:pt x="5818" y="2985"/>
                    <a:pt x="3144" y="2985"/>
                  </a:cubicBezTo>
                  <a:cubicBezTo>
                    <a:pt x="1964" y="2985"/>
                    <a:pt x="1042" y="2950"/>
                    <a:pt x="790" y="2866"/>
                  </a:cubicBezTo>
                  <a:cubicBezTo>
                    <a:pt x="638" y="2440"/>
                    <a:pt x="456" y="981"/>
                    <a:pt x="578" y="677"/>
                  </a:cubicBezTo>
                  <a:cubicBezTo>
                    <a:pt x="1098" y="532"/>
                    <a:pt x="5127" y="400"/>
                    <a:pt x="7838" y="400"/>
                  </a:cubicBezTo>
                  <a:close/>
                  <a:moveTo>
                    <a:pt x="7574" y="1"/>
                  </a:moveTo>
                  <a:cubicBezTo>
                    <a:pt x="5464" y="1"/>
                    <a:pt x="2848" y="91"/>
                    <a:pt x="1885" y="161"/>
                  </a:cubicBezTo>
                  <a:cubicBezTo>
                    <a:pt x="426" y="252"/>
                    <a:pt x="365" y="313"/>
                    <a:pt x="304" y="404"/>
                  </a:cubicBezTo>
                  <a:cubicBezTo>
                    <a:pt x="0" y="829"/>
                    <a:pt x="334" y="2775"/>
                    <a:pt x="456" y="3079"/>
                  </a:cubicBezTo>
                  <a:cubicBezTo>
                    <a:pt x="486" y="3200"/>
                    <a:pt x="638" y="3231"/>
                    <a:pt x="882" y="3261"/>
                  </a:cubicBezTo>
                  <a:cubicBezTo>
                    <a:pt x="1216" y="3322"/>
                    <a:pt x="2097" y="3352"/>
                    <a:pt x="3252" y="3352"/>
                  </a:cubicBezTo>
                  <a:cubicBezTo>
                    <a:pt x="6049" y="3352"/>
                    <a:pt x="10274" y="3200"/>
                    <a:pt x="10547" y="2836"/>
                  </a:cubicBezTo>
                  <a:cubicBezTo>
                    <a:pt x="10882" y="2410"/>
                    <a:pt x="10882" y="556"/>
                    <a:pt x="10547" y="191"/>
                  </a:cubicBezTo>
                  <a:cubicBezTo>
                    <a:pt x="10406" y="49"/>
                    <a:pt x="9127" y="1"/>
                    <a:pt x="75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28"/>
            <p:cNvSpPr/>
            <p:nvPr/>
          </p:nvSpPr>
          <p:spPr>
            <a:xfrm>
              <a:off x="11193350" y="1685425"/>
              <a:ext cx="63850" cy="274350"/>
            </a:xfrm>
            <a:custGeom>
              <a:rect b="b" l="l" r="r" t="t"/>
              <a:pathLst>
                <a:path extrusionOk="0" h="10974" w="2554">
                  <a:moveTo>
                    <a:pt x="365" y="1"/>
                  </a:moveTo>
                  <a:lnTo>
                    <a:pt x="0" y="62"/>
                  </a:lnTo>
                  <a:cubicBezTo>
                    <a:pt x="517" y="3375"/>
                    <a:pt x="1216" y="6931"/>
                    <a:pt x="2189" y="10974"/>
                  </a:cubicBezTo>
                  <a:lnTo>
                    <a:pt x="2553" y="10883"/>
                  </a:lnTo>
                  <a:cubicBezTo>
                    <a:pt x="1611" y="6840"/>
                    <a:pt x="882" y="3284"/>
                    <a:pt x="3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28"/>
            <p:cNvSpPr/>
            <p:nvPr/>
          </p:nvSpPr>
          <p:spPr>
            <a:xfrm>
              <a:off x="12173600" y="1685425"/>
              <a:ext cx="64625" cy="274350"/>
            </a:xfrm>
            <a:custGeom>
              <a:rect b="b" l="l" r="r" t="t"/>
              <a:pathLst>
                <a:path extrusionOk="0" h="10974" w="2585">
                  <a:moveTo>
                    <a:pt x="2189" y="1"/>
                  </a:moveTo>
                  <a:cubicBezTo>
                    <a:pt x="1672" y="3284"/>
                    <a:pt x="943" y="6840"/>
                    <a:pt x="1" y="10883"/>
                  </a:cubicBezTo>
                  <a:lnTo>
                    <a:pt x="396" y="10974"/>
                  </a:lnTo>
                  <a:cubicBezTo>
                    <a:pt x="1338" y="6931"/>
                    <a:pt x="2068" y="3344"/>
                    <a:pt x="2584" y="62"/>
                  </a:cubicBezTo>
                  <a:lnTo>
                    <a:pt x="218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28"/>
            <p:cNvSpPr/>
            <p:nvPr/>
          </p:nvSpPr>
          <p:spPr>
            <a:xfrm rot="74136">
              <a:off x="13323233" y="226523"/>
              <a:ext cx="1209746" cy="614852"/>
            </a:xfrm>
            <a:custGeom>
              <a:rect b="b" l="l" r="r" t="t"/>
              <a:pathLst>
                <a:path extrusionOk="0" h="23280" w="47430">
                  <a:moveTo>
                    <a:pt x="5957" y="0"/>
                  </a:moveTo>
                  <a:cubicBezTo>
                    <a:pt x="4696" y="0"/>
                    <a:pt x="3868" y="84"/>
                    <a:pt x="3618" y="268"/>
                  </a:cubicBezTo>
                  <a:cubicBezTo>
                    <a:pt x="1581" y="1788"/>
                    <a:pt x="1" y="21545"/>
                    <a:pt x="1156" y="22821"/>
                  </a:cubicBezTo>
                  <a:cubicBezTo>
                    <a:pt x="1336" y="23135"/>
                    <a:pt x="1857" y="23279"/>
                    <a:pt x="2657" y="23279"/>
                  </a:cubicBezTo>
                  <a:cubicBezTo>
                    <a:pt x="10758" y="23279"/>
                    <a:pt x="47429" y="8510"/>
                    <a:pt x="47236" y="6408"/>
                  </a:cubicBezTo>
                  <a:cubicBezTo>
                    <a:pt x="47049" y="4378"/>
                    <a:pt x="15102" y="0"/>
                    <a:pt x="595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28"/>
            <p:cNvSpPr/>
            <p:nvPr/>
          </p:nvSpPr>
          <p:spPr>
            <a:xfrm rot="74198">
              <a:off x="13325907" y="508999"/>
              <a:ext cx="591900" cy="314504"/>
            </a:xfrm>
            <a:custGeom>
              <a:rect b="b" l="l" r="r" t="t"/>
              <a:pathLst>
                <a:path extrusionOk="0" h="11908" w="22411">
                  <a:moveTo>
                    <a:pt x="18260" y="1"/>
                  </a:moveTo>
                  <a:cubicBezTo>
                    <a:pt x="12019" y="1"/>
                    <a:pt x="821" y="1330"/>
                    <a:pt x="821" y="1330"/>
                  </a:cubicBezTo>
                  <a:cubicBezTo>
                    <a:pt x="821" y="1330"/>
                    <a:pt x="92" y="11209"/>
                    <a:pt x="943" y="11908"/>
                  </a:cubicBezTo>
                  <a:cubicBezTo>
                    <a:pt x="1" y="9142"/>
                    <a:pt x="22098" y="2819"/>
                    <a:pt x="22341" y="783"/>
                  </a:cubicBezTo>
                  <a:cubicBezTo>
                    <a:pt x="22410" y="207"/>
                    <a:pt x="20720" y="1"/>
                    <a:pt x="1826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28"/>
            <p:cNvSpPr/>
            <p:nvPr/>
          </p:nvSpPr>
          <p:spPr>
            <a:xfrm rot="74198">
              <a:off x="12975776" y="-13209"/>
              <a:ext cx="1005895" cy="625601"/>
            </a:xfrm>
            <a:custGeom>
              <a:rect b="b" l="l" r="r" t="t"/>
              <a:pathLst>
                <a:path extrusionOk="0" h="23687" w="38086">
                  <a:moveTo>
                    <a:pt x="27961" y="1"/>
                  </a:moveTo>
                  <a:cubicBezTo>
                    <a:pt x="17418" y="1"/>
                    <a:pt x="1611" y="2713"/>
                    <a:pt x="1611" y="2713"/>
                  </a:cubicBezTo>
                  <a:lnTo>
                    <a:pt x="0" y="23686"/>
                  </a:lnTo>
                  <a:cubicBezTo>
                    <a:pt x="0" y="23686"/>
                    <a:pt x="24065" y="19774"/>
                    <a:pt x="32787" y="19774"/>
                  </a:cubicBezTo>
                  <a:cubicBezTo>
                    <a:pt x="34718" y="19774"/>
                    <a:pt x="35897" y="19966"/>
                    <a:pt x="35897" y="20434"/>
                  </a:cubicBezTo>
                  <a:cubicBezTo>
                    <a:pt x="37356" y="19036"/>
                    <a:pt x="38086" y="3169"/>
                    <a:pt x="36870" y="1801"/>
                  </a:cubicBezTo>
                  <a:cubicBezTo>
                    <a:pt x="35825" y="470"/>
                    <a:pt x="32349" y="1"/>
                    <a:pt x="2796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28"/>
            <p:cNvSpPr/>
            <p:nvPr/>
          </p:nvSpPr>
          <p:spPr>
            <a:xfrm rot="74198">
              <a:off x="13918476" y="270045"/>
              <a:ext cx="49811" cy="270556"/>
            </a:xfrm>
            <a:custGeom>
              <a:rect b="b" l="l" r="r" t="t"/>
              <a:pathLst>
                <a:path extrusionOk="0" h="10244" w="1886">
                  <a:moveTo>
                    <a:pt x="1521" y="1"/>
                  </a:moveTo>
                  <a:cubicBezTo>
                    <a:pt x="1521" y="2402"/>
                    <a:pt x="1247" y="8876"/>
                    <a:pt x="1" y="9940"/>
                  </a:cubicBezTo>
                  <a:lnTo>
                    <a:pt x="244" y="10244"/>
                  </a:lnTo>
                  <a:cubicBezTo>
                    <a:pt x="1885" y="8815"/>
                    <a:pt x="1885" y="365"/>
                    <a:pt x="188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28"/>
            <p:cNvSpPr/>
            <p:nvPr/>
          </p:nvSpPr>
          <p:spPr>
            <a:xfrm rot="74198">
              <a:off x="12761106" y="-7932"/>
              <a:ext cx="250483" cy="2491073"/>
            </a:xfrm>
            <a:custGeom>
              <a:rect b="b" l="l" r="r" t="t"/>
              <a:pathLst>
                <a:path extrusionOk="0" h="94319" w="9484">
                  <a:moveTo>
                    <a:pt x="8724" y="1"/>
                  </a:moveTo>
                  <a:lnTo>
                    <a:pt x="0" y="94258"/>
                  </a:lnTo>
                  <a:lnTo>
                    <a:pt x="760" y="94318"/>
                  </a:lnTo>
                  <a:lnTo>
                    <a:pt x="9484" y="92"/>
                  </a:lnTo>
                  <a:lnTo>
                    <a:pt x="8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28"/>
            <p:cNvSpPr/>
            <p:nvPr/>
          </p:nvSpPr>
          <p:spPr>
            <a:xfrm>
              <a:off x="12769350" y="1436950"/>
              <a:ext cx="156575" cy="209000"/>
            </a:xfrm>
            <a:custGeom>
              <a:rect b="b" l="l" r="r" t="t"/>
              <a:pathLst>
                <a:path extrusionOk="0" h="8360" w="6263">
                  <a:moveTo>
                    <a:pt x="3922" y="1"/>
                  </a:moveTo>
                  <a:lnTo>
                    <a:pt x="1430" y="274"/>
                  </a:lnTo>
                  <a:cubicBezTo>
                    <a:pt x="457" y="365"/>
                    <a:pt x="153" y="1946"/>
                    <a:pt x="1338" y="2189"/>
                  </a:cubicBezTo>
                  <a:cubicBezTo>
                    <a:pt x="578" y="2371"/>
                    <a:pt x="366" y="3830"/>
                    <a:pt x="1399" y="4286"/>
                  </a:cubicBezTo>
                  <a:cubicBezTo>
                    <a:pt x="274" y="4286"/>
                    <a:pt x="1" y="6292"/>
                    <a:pt x="1551" y="6353"/>
                  </a:cubicBezTo>
                  <a:cubicBezTo>
                    <a:pt x="366" y="6384"/>
                    <a:pt x="274" y="8086"/>
                    <a:pt x="1673" y="8207"/>
                  </a:cubicBezTo>
                  <a:cubicBezTo>
                    <a:pt x="2554" y="8329"/>
                    <a:pt x="3466" y="8359"/>
                    <a:pt x="4348" y="8359"/>
                  </a:cubicBezTo>
                  <a:cubicBezTo>
                    <a:pt x="5442" y="8238"/>
                    <a:pt x="5806" y="7387"/>
                    <a:pt x="5442" y="6536"/>
                  </a:cubicBezTo>
                  <a:cubicBezTo>
                    <a:pt x="6262" y="6080"/>
                    <a:pt x="6050" y="4651"/>
                    <a:pt x="5351" y="4560"/>
                  </a:cubicBezTo>
                  <a:cubicBezTo>
                    <a:pt x="6262" y="3982"/>
                    <a:pt x="5928" y="2402"/>
                    <a:pt x="4864" y="2341"/>
                  </a:cubicBezTo>
                  <a:cubicBezTo>
                    <a:pt x="5958" y="1581"/>
                    <a:pt x="5381" y="183"/>
                    <a:pt x="3922" y="1"/>
                  </a:cubicBezTo>
                  <a:close/>
                </a:path>
              </a:pathLst>
            </a:custGeom>
            <a:solidFill>
              <a:srgbClr val="EFAB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28"/>
            <p:cNvSpPr/>
            <p:nvPr/>
          </p:nvSpPr>
          <p:spPr>
            <a:xfrm>
              <a:off x="12802025" y="1487100"/>
              <a:ext cx="88950" cy="12950"/>
            </a:xfrm>
            <a:custGeom>
              <a:rect b="b" l="l" r="r" t="t"/>
              <a:pathLst>
                <a:path extrusionOk="0" h="518" w="3558">
                  <a:moveTo>
                    <a:pt x="31" y="1"/>
                  </a:moveTo>
                  <a:lnTo>
                    <a:pt x="1" y="365"/>
                  </a:lnTo>
                  <a:lnTo>
                    <a:pt x="3557" y="517"/>
                  </a:lnTo>
                  <a:lnTo>
                    <a:pt x="3557" y="122"/>
                  </a:lnTo>
                  <a:lnTo>
                    <a:pt x="31" y="1"/>
                  </a:ln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28"/>
            <p:cNvSpPr/>
            <p:nvPr/>
          </p:nvSpPr>
          <p:spPr>
            <a:xfrm>
              <a:off x="12804325" y="1539525"/>
              <a:ext cx="98800" cy="16000"/>
            </a:xfrm>
            <a:custGeom>
              <a:rect b="b" l="l" r="r" t="t"/>
              <a:pathLst>
                <a:path extrusionOk="0" h="640" w="3952">
                  <a:moveTo>
                    <a:pt x="31" y="1"/>
                  </a:moveTo>
                  <a:lnTo>
                    <a:pt x="0" y="396"/>
                  </a:lnTo>
                  <a:lnTo>
                    <a:pt x="3921" y="639"/>
                  </a:lnTo>
                  <a:lnTo>
                    <a:pt x="3952" y="244"/>
                  </a:lnTo>
                  <a:lnTo>
                    <a:pt x="31" y="1"/>
                  </a:ln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28"/>
            <p:cNvSpPr/>
            <p:nvPr/>
          </p:nvSpPr>
          <p:spPr>
            <a:xfrm>
              <a:off x="12808125" y="1591200"/>
              <a:ext cx="98050" cy="12950"/>
            </a:xfrm>
            <a:custGeom>
              <a:rect b="b" l="l" r="r" t="t"/>
              <a:pathLst>
                <a:path extrusionOk="0" h="518" w="3922">
                  <a:moveTo>
                    <a:pt x="0" y="1"/>
                  </a:moveTo>
                  <a:lnTo>
                    <a:pt x="0" y="396"/>
                  </a:lnTo>
                  <a:lnTo>
                    <a:pt x="3891" y="518"/>
                  </a:lnTo>
                  <a:lnTo>
                    <a:pt x="3921" y="153"/>
                  </a:lnTo>
                  <a:lnTo>
                    <a:pt x="0" y="1"/>
                  </a:ln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28"/>
            <p:cNvSpPr/>
            <p:nvPr/>
          </p:nvSpPr>
          <p:spPr>
            <a:xfrm>
              <a:off x="12726050" y="1382325"/>
              <a:ext cx="207475" cy="56925"/>
            </a:xfrm>
            <a:custGeom>
              <a:rect b="b" l="l" r="r" t="t"/>
              <a:pathLst>
                <a:path extrusionOk="0" h="2277" w="8299">
                  <a:moveTo>
                    <a:pt x="5620" y="0"/>
                  </a:moveTo>
                  <a:cubicBezTo>
                    <a:pt x="5093" y="0"/>
                    <a:pt x="4610" y="7"/>
                    <a:pt x="4347" y="27"/>
                  </a:cubicBezTo>
                  <a:cubicBezTo>
                    <a:pt x="3587" y="58"/>
                    <a:pt x="1855" y="27"/>
                    <a:pt x="547" y="1122"/>
                  </a:cubicBezTo>
                  <a:cubicBezTo>
                    <a:pt x="335" y="1335"/>
                    <a:pt x="122" y="1608"/>
                    <a:pt x="0" y="1882"/>
                  </a:cubicBezTo>
                  <a:cubicBezTo>
                    <a:pt x="1551" y="1912"/>
                    <a:pt x="1490" y="2277"/>
                    <a:pt x="3070" y="2277"/>
                  </a:cubicBezTo>
                  <a:cubicBezTo>
                    <a:pt x="4362" y="2110"/>
                    <a:pt x="4970" y="2056"/>
                    <a:pt x="5304" y="2056"/>
                  </a:cubicBezTo>
                  <a:cubicBezTo>
                    <a:pt x="5639" y="2056"/>
                    <a:pt x="5700" y="2110"/>
                    <a:pt x="5897" y="2155"/>
                  </a:cubicBezTo>
                  <a:cubicBezTo>
                    <a:pt x="8025" y="2155"/>
                    <a:pt x="8298" y="514"/>
                    <a:pt x="7903" y="27"/>
                  </a:cubicBezTo>
                  <a:cubicBezTo>
                    <a:pt x="7903" y="27"/>
                    <a:pt x="6674" y="0"/>
                    <a:pt x="5620" y="0"/>
                  </a:cubicBezTo>
                  <a:close/>
                </a:path>
              </a:pathLst>
            </a:custGeom>
            <a:solidFill>
              <a:srgbClr val="EFAB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28"/>
            <p:cNvSpPr/>
            <p:nvPr/>
          </p:nvSpPr>
          <p:spPr>
            <a:xfrm>
              <a:off x="12776200" y="1431625"/>
              <a:ext cx="101850" cy="220400"/>
            </a:xfrm>
            <a:custGeom>
              <a:rect b="b" l="l" r="r" t="t"/>
              <a:pathLst>
                <a:path extrusionOk="0" h="8816" w="4074">
                  <a:moveTo>
                    <a:pt x="3861" y="1"/>
                  </a:moveTo>
                  <a:lnTo>
                    <a:pt x="1277" y="214"/>
                  </a:lnTo>
                  <a:cubicBezTo>
                    <a:pt x="639" y="244"/>
                    <a:pt x="92" y="761"/>
                    <a:pt x="61" y="1399"/>
                  </a:cubicBezTo>
                  <a:cubicBezTo>
                    <a:pt x="31" y="1825"/>
                    <a:pt x="244" y="2220"/>
                    <a:pt x="608" y="2463"/>
                  </a:cubicBezTo>
                  <a:cubicBezTo>
                    <a:pt x="365" y="2676"/>
                    <a:pt x="244" y="2980"/>
                    <a:pt x="213" y="3314"/>
                  </a:cubicBezTo>
                  <a:cubicBezTo>
                    <a:pt x="183" y="3739"/>
                    <a:pt x="335" y="4135"/>
                    <a:pt x="669" y="4439"/>
                  </a:cubicBezTo>
                  <a:cubicBezTo>
                    <a:pt x="274" y="4651"/>
                    <a:pt x="0" y="5077"/>
                    <a:pt x="0" y="5533"/>
                  </a:cubicBezTo>
                  <a:cubicBezTo>
                    <a:pt x="0" y="5989"/>
                    <a:pt x="213" y="6384"/>
                    <a:pt x="608" y="6597"/>
                  </a:cubicBezTo>
                  <a:cubicBezTo>
                    <a:pt x="365" y="6809"/>
                    <a:pt x="183" y="7113"/>
                    <a:pt x="183" y="7417"/>
                  </a:cubicBezTo>
                  <a:cubicBezTo>
                    <a:pt x="183" y="8086"/>
                    <a:pt x="730" y="8633"/>
                    <a:pt x="1399" y="8633"/>
                  </a:cubicBezTo>
                  <a:cubicBezTo>
                    <a:pt x="2280" y="8724"/>
                    <a:pt x="3162" y="8785"/>
                    <a:pt x="4043" y="8785"/>
                  </a:cubicBezTo>
                  <a:lnTo>
                    <a:pt x="4074" y="8816"/>
                  </a:lnTo>
                  <a:lnTo>
                    <a:pt x="4074" y="8420"/>
                  </a:lnTo>
                  <a:cubicBezTo>
                    <a:pt x="3192" y="8420"/>
                    <a:pt x="2311" y="8390"/>
                    <a:pt x="1429" y="8268"/>
                  </a:cubicBezTo>
                  <a:cubicBezTo>
                    <a:pt x="821" y="8208"/>
                    <a:pt x="578" y="7843"/>
                    <a:pt x="578" y="7448"/>
                  </a:cubicBezTo>
                  <a:cubicBezTo>
                    <a:pt x="578" y="7083"/>
                    <a:pt x="912" y="6779"/>
                    <a:pt x="1277" y="6779"/>
                  </a:cubicBezTo>
                  <a:lnTo>
                    <a:pt x="1277" y="6414"/>
                  </a:lnTo>
                  <a:cubicBezTo>
                    <a:pt x="1244" y="6418"/>
                    <a:pt x="1211" y="6420"/>
                    <a:pt x="1178" y="6420"/>
                  </a:cubicBezTo>
                  <a:cubicBezTo>
                    <a:pt x="735" y="6420"/>
                    <a:pt x="367" y="6045"/>
                    <a:pt x="396" y="5563"/>
                  </a:cubicBezTo>
                  <a:cubicBezTo>
                    <a:pt x="365" y="5138"/>
                    <a:pt x="700" y="4743"/>
                    <a:pt x="1156" y="4743"/>
                  </a:cubicBezTo>
                  <a:lnTo>
                    <a:pt x="2037" y="4743"/>
                  </a:lnTo>
                  <a:lnTo>
                    <a:pt x="1216" y="4347"/>
                  </a:lnTo>
                  <a:cubicBezTo>
                    <a:pt x="821" y="4195"/>
                    <a:pt x="578" y="3770"/>
                    <a:pt x="608" y="3314"/>
                  </a:cubicBezTo>
                  <a:cubicBezTo>
                    <a:pt x="608" y="3010"/>
                    <a:pt x="821" y="2706"/>
                    <a:pt x="1125" y="2584"/>
                  </a:cubicBezTo>
                  <a:lnTo>
                    <a:pt x="1885" y="2402"/>
                  </a:lnTo>
                  <a:lnTo>
                    <a:pt x="1095" y="2220"/>
                  </a:lnTo>
                  <a:cubicBezTo>
                    <a:pt x="700" y="2159"/>
                    <a:pt x="396" y="1825"/>
                    <a:pt x="426" y="1429"/>
                  </a:cubicBezTo>
                  <a:cubicBezTo>
                    <a:pt x="456" y="943"/>
                    <a:pt x="852" y="609"/>
                    <a:pt x="1307" y="578"/>
                  </a:cubicBezTo>
                  <a:lnTo>
                    <a:pt x="3891" y="396"/>
                  </a:lnTo>
                  <a:lnTo>
                    <a:pt x="3861" y="1"/>
                  </a:ln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28"/>
            <p:cNvSpPr/>
            <p:nvPr/>
          </p:nvSpPr>
          <p:spPr>
            <a:xfrm>
              <a:off x="12865100" y="1381475"/>
              <a:ext cx="49425" cy="15225"/>
            </a:xfrm>
            <a:custGeom>
              <a:rect b="b" l="l" r="r" t="t"/>
              <a:pathLst>
                <a:path extrusionOk="0" h="609" w="1977">
                  <a:moveTo>
                    <a:pt x="1825" y="1"/>
                  </a:moveTo>
                  <a:cubicBezTo>
                    <a:pt x="1369" y="153"/>
                    <a:pt x="882" y="213"/>
                    <a:pt x="396" y="213"/>
                  </a:cubicBezTo>
                  <a:lnTo>
                    <a:pt x="396" y="31"/>
                  </a:lnTo>
                  <a:lnTo>
                    <a:pt x="1" y="31"/>
                  </a:lnTo>
                  <a:lnTo>
                    <a:pt x="1" y="609"/>
                  </a:lnTo>
                  <a:lnTo>
                    <a:pt x="244" y="609"/>
                  </a:lnTo>
                  <a:cubicBezTo>
                    <a:pt x="821" y="609"/>
                    <a:pt x="1399" y="517"/>
                    <a:pt x="1976" y="365"/>
                  </a:cubicBezTo>
                  <a:lnTo>
                    <a:pt x="1825" y="1"/>
                  </a:ln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28"/>
            <p:cNvSpPr/>
            <p:nvPr/>
          </p:nvSpPr>
          <p:spPr>
            <a:xfrm>
              <a:off x="11271600" y="2285825"/>
              <a:ext cx="317425" cy="335525"/>
            </a:xfrm>
            <a:custGeom>
              <a:rect b="b" l="l" r="r" t="t"/>
              <a:pathLst>
                <a:path extrusionOk="0" h="13421" w="12697">
                  <a:moveTo>
                    <a:pt x="4007" y="0"/>
                  </a:moveTo>
                  <a:cubicBezTo>
                    <a:pt x="3469" y="0"/>
                    <a:pt x="2922" y="128"/>
                    <a:pt x="2402" y="453"/>
                  </a:cubicBezTo>
                  <a:cubicBezTo>
                    <a:pt x="1" y="1973"/>
                    <a:pt x="1430" y="5256"/>
                    <a:pt x="1521" y="5681"/>
                  </a:cubicBezTo>
                  <a:cubicBezTo>
                    <a:pt x="2068" y="7870"/>
                    <a:pt x="5655" y="11913"/>
                    <a:pt x="5655" y="11913"/>
                  </a:cubicBezTo>
                  <a:cubicBezTo>
                    <a:pt x="6007" y="12378"/>
                    <a:pt x="6369" y="12536"/>
                    <a:pt x="6660" y="12536"/>
                  </a:cubicBezTo>
                  <a:cubicBezTo>
                    <a:pt x="7066" y="12536"/>
                    <a:pt x="7333" y="12228"/>
                    <a:pt x="7240" y="12014"/>
                  </a:cubicBezTo>
                  <a:lnTo>
                    <a:pt x="7240" y="12014"/>
                  </a:lnTo>
                  <a:cubicBezTo>
                    <a:pt x="7335" y="12143"/>
                    <a:pt x="7717" y="12643"/>
                    <a:pt x="7813" y="12764"/>
                  </a:cubicBezTo>
                  <a:cubicBezTo>
                    <a:pt x="8196" y="13243"/>
                    <a:pt x="8550" y="13420"/>
                    <a:pt x="8836" y="13420"/>
                  </a:cubicBezTo>
                  <a:cubicBezTo>
                    <a:pt x="9365" y="13420"/>
                    <a:pt x="9662" y="12813"/>
                    <a:pt x="9484" y="12399"/>
                  </a:cubicBezTo>
                  <a:lnTo>
                    <a:pt x="9484" y="12399"/>
                  </a:lnTo>
                  <a:cubicBezTo>
                    <a:pt x="9746" y="12863"/>
                    <a:pt x="10110" y="13043"/>
                    <a:pt x="10434" y="13043"/>
                  </a:cubicBezTo>
                  <a:cubicBezTo>
                    <a:pt x="10939" y="13043"/>
                    <a:pt x="11348" y="12606"/>
                    <a:pt x="11126" y="12125"/>
                  </a:cubicBezTo>
                  <a:lnTo>
                    <a:pt x="11126" y="12125"/>
                  </a:lnTo>
                  <a:cubicBezTo>
                    <a:pt x="11299" y="12363"/>
                    <a:pt x="11528" y="12471"/>
                    <a:pt x="11745" y="12471"/>
                  </a:cubicBezTo>
                  <a:cubicBezTo>
                    <a:pt x="12251" y="12471"/>
                    <a:pt x="12697" y="11884"/>
                    <a:pt x="12250" y="10970"/>
                  </a:cubicBezTo>
                  <a:cubicBezTo>
                    <a:pt x="11977" y="10210"/>
                    <a:pt x="8603" y="4466"/>
                    <a:pt x="8603" y="4466"/>
                  </a:cubicBezTo>
                  <a:cubicBezTo>
                    <a:pt x="8633" y="4450"/>
                    <a:pt x="8665" y="4442"/>
                    <a:pt x="8700" y="4442"/>
                  </a:cubicBezTo>
                  <a:cubicBezTo>
                    <a:pt x="9202" y="4442"/>
                    <a:pt x="10205" y="5980"/>
                    <a:pt x="11342" y="5980"/>
                  </a:cubicBezTo>
                  <a:cubicBezTo>
                    <a:pt x="11491" y="5980"/>
                    <a:pt x="11642" y="5954"/>
                    <a:pt x="11795" y="5894"/>
                  </a:cubicBezTo>
                  <a:cubicBezTo>
                    <a:pt x="11886" y="5833"/>
                    <a:pt x="11916" y="5681"/>
                    <a:pt x="11855" y="5560"/>
                  </a:cubicBezTo>
                  <a:cubicBezTo>
                    <a:pt x="10488" y="3615"/>
                    <a:pt x="8694" y="2004"/>
                    <a:pt x="6627" y="849"/>
                  </a:cubicBezTo>
                  <a:cubicBezTo>
                    <a:pt x="5923" y="418"/>
                    <a:pt x="4979" y="0"/>
                    <a:pt x="4007" y="0"/>
                  </a:cubicBezTo>
                  <a:close/>
                </a:path>
              </a:pathLst>
            </a:custGeom>
            <a:solidFill>
              <a:srgbClr val="E2A0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28"/>
            <p:cNvSpPr/>
            <p:nvPr/>
          </p:nvSpPr>
          <p:spPr>
            <a:xfrm>
              <a:off x="11397000" y="2497750"/>
              <a:ext cx="56250" cy="88950"/>
            </a:xfrm>
            <a:custGeom>
              <a:rect b="b" l="l" r="r" t="t"/>
              <a:pathLst>
                <a:path extrusionOk="0" h="3558" w="2250">
                  <a:moveTo>
                    <a:pt x="243" y="1"/>
                  </a:moveTo>
                  <a:lnTo>
                    <a:pt x="0" y="153"/>
                  </a:lnTo>
                  <a:lnTo>
                    <a:pt x="2006" y="3557"/>
                  </a:lnTo>
                  <a:lnTo>
                    <a:pt x="2250" y="3436"/>
                  </a:lnTo>
                  <a:lnTo>
                    <a:pt x="243" y="1"/>
                  </a:lnTo>
                  <a:close/>
                </a:path>
              </a:pathLst>
            </a:custGeom>
            <a:solidFill>
              <a:srgbClr val="CB82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28"/>
            <p:cNvSpPr/>
            <p:nvPr/>
          </p:nvSpPr>
          <p:spPr>
            <a:xfrm>
              <a:off x="11433475" y="2483325"/>
              <a:ext cx="76775" cy="114000"/>
            </a:xfrm>
            <a:custGeom>
              <a:rect b="b" l="l" r="r" t="t"/>
              <a:pathLst>
                <a:path extrusionOk="0" h="4560" w="3071">
                  <a:moveTo>
                    <a:pt x="243" y="0"/>
                  </a:moveTo>
                  <a:lnTo>
                    <a:pt x="0" y="152"/>
                  </a:lnTo>
                  <a:lnTo>
                    <a:pt x="2857" y="4560"/>
                  </a:lnTo>
                  <a:lnTo>
                    <a:pt x="3070" y="4408"/>
                  </a:lnTo>
                  <a:lnTo>
                    <a:pt x="243" y="0"/>
                  </a:lnTo>
                  <a:close/>
                </a:path>
              </a:pathLst>
            </a:custGeom>
            <a:solidFill>
              <a:srgbClr val="CB82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28"/>
            <p:cNvSpPr/>
            <p:nvPr/>
          </p:nvSpPr>
          <p:spPr>
            <a:xfrm>
              <a:off x="11470700" y="2462050"/>
              <a:ext cx="82100" cy="127675"/>
            </a:xfrm>
            <a:custGeom>
              <a:rect b="b" l="l" r="r" t="t"/>
              <a:pathLst>
                <a:path extrusionOk="0" h="5107" w="3284">
                  <a:moveTo>
                    <a:pt x="244" y="0"/>
                  </a:moveTo>
                  <a:lnTo>
                    <a:pt x="1" y="152"/>
                  </a:lnTo>
                  <a:lnTo>
                    <a:pt x="3040" y="5107"/>
                  </a:lnTo>
                  <a:lnTo>
                    <a:pt x="3283" y="4955"/>
                  </a:lnTo>
                  <a:lnTo>
                    <a:pt x="244" y="0"/>
                  </a:lnTo>
                  <a:close/>
                </a:path>
              </a:pathLst>
            </a:custGeom>
            <a:solidFill>
              <a:srgbClr val="CB82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28"/>
            <p:cNvSpPr/>
            <p:nvPr/>
          </p:nvSpPr>
          <p:spPr>
            <a:xfrm>
              <a:off x="10862725" y="1870500"/>
              <a:ext cx="592800" cy="585500"/>
            </a:xfrm>
            <a:custGeom>
              <a:rect b="b" l="l" r="r" t="t"/>
              <a:pathLst>
                <a:path extrusionOk="0" h="23420" w="23712">
                  <a:moveTo>
                    <a:pt x="7257" y="1"/>
                  </a:moveTo>
                  <a:cubicBezTo>
                    <a:pt x="2891" y="1"/>
                    <a:pt x="0" y="5243"/>
                    <a:pt x="3772" y="10167"/>
                  </a:cubicBezTo>
                  <a:cubicBezTo>
                    <a:pt x="6629" y="14088"/>
                    <a:pt x="17298" y="23419"/>
                    <a:pt x="17298" y="23419"/>
                  </a:cubicBezTo>
                  <a:cubicBezTo>
                    <a:pt x="20247" y="18525"/>
                    <a:pt x="23712" y="17553"/>
                    <a:pt x="23712" y="17553"/>
                  </a:cubicBezTo>
                  <a:cubicBezTo>
                    <a:pt x="19061" y="10774"/>
                    <a:pt x="15505" y="5698"/>
                    <a:pt x="12101" y="2112"/>
                  </a:cubicBezTo>
                  <a:cubicBezTo>
                    <a:pt x="10453" y="628"/>
                    <a:pt x="8766" y="1"/>
                    <a:pt x="72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28"/>
            <p:cNvSpPr/>
            <p:nvPr/>
          </p:nvSpPr>
          <p:spPr>
            <a:xfrm>
              <a:off x="11276175" y="2391750"/>
              <a:ext cx="24350" cy="22075"/>
            </a:xfrm>
            <a:custGeom>
              <a:rect b="b" l="l" r="r" t="t"/>
              <a:pathLst>
                <a:path extrusionOk="0" h="883" w="974">
                  <a:moveTo>
                    <a:pt x="484" y="0"/>
                  </a:moveTo>
                  <a:cubicBezTo>
                    <a:pt x="287" y="0"/>
                    <a:pt x="112" y="118"/>
                    <a:pt x="61" y="320"/>
                  </a:cubicBezTo>
                  <a:cubicBezTo>
                    <a:pt x="0" y="563"/>
                    <a:pt x="122" y="806"/>
                    <a:pt x="365" y="867"/>
                  </a:cubicBezTo>
                  <a:cubicBezTo>
                    <a:pt x="407" y="877"/>
                    <a:pt x="449" y="882"/>
                    <a:pt x="489" y="882"/>
                  </a:cubicBezTo>
                  <a:cubicBezTo>
                    <a:pt x="686" y="882"/>
                    <a:pt x="862" y="764"/>
                    <a:pt x="912" y="563"/>
                  </a:cubicBezTo>
                  <a:cubicBezTo>
                    <a:pt x="973" y="320"/>
                    <a:pt x="851" y="77"/>
                    <a:pt x="608" y="16"/>
                  </a:cubicBezTo>
                  <a:cubicBezTo>
                    <a:pt x="567" y="5"/>
                    <a:pt x="525" y="0"/>
                    <a:pt x="48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28"/>
            <p:cNvSpPr/>
            <p:nvPr/>
          </p:nvSpPr>
          <p:spPr>
            <a:xfrm>
              <a:off x="11239700" y="2247000"/>
              <a:ext cx="177075" cy="164150"/>
            </a:xfrm>
            <a:custGeom>
              <a:rect b="b" l="l" r="r" t="t"/>
              <a:pathLst>
                <a:path extrusionOk="0" h="6566" w="7083">
                  <a:moveTo>
                    <a:pt x="7022" y="0"/>
                  </a:moveTo>
                  <a:cubicBezTo>
                    <a:pt x="4043" y="487"/>
                    <a:pt x="1125" y="4043"/>
                    <a:pt x="0" y="6383"/>
                  </a:cubicBezTo>
                  <a:lnTo>
                    <a:pt x="335" y="6566"/>
                  </a:lnTo>
                  <a:cubicBezTo>
                    <a:pt x="1429" y="4256"/>
                    <a:pt x="4256" y="851"/>
                    <a:pt x="7083" y="395"/>
                  </a:cubicBezTo>
                  <a:lnTo>
                    <a:pt x="702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28"/>
            <p:cNvSpPr/>
            <p:nvPr/>
          </p:nvSpPr>
          <p:spPr>
            <a:xfrm>
              <a:off x="11028450" y="1904275"/>
              <a:ext cx="202925" cy="95775"/>
            </a:xfrm>
            <a:custGeom>
              <a:rect b="b" l="l" r="r" t="t"/>
              <a:pathLst>
                <a:path extrusionOk="0" h="3831" w="8117">
                  <a:moveTo>
                    <a:pt x="2584" y="1"/>
                  </a:moveTo>
                  <a:lnTo>
                    <a:pt x="2523" y="366"/>
                  </a:lnTo>
                  <a:cubicBezTo>
                    <a:pt x="4134" y="700"/>
                    <a:pt x="5624" y="1490"/>
                    <a:pt x="6809" y="2645"/>
                  </a:cubicBezTo>
                  <a:cubicBezTo>
                    <a:pt x="5294" y="1635"/>
                    <a:pt x="3519" y="1111"/>
                    <a:pt x="1733" y="1111"/>
                  </a:cubicBezTo>
                  <a:cubicBezTo>
                    <a:pt x="1154" y="1111"/>
                    <a:pt x="573" y="1166"/>
                    <a:pt x="0" y="1277"/>
                  </a:cubicBezTo>
                  <a:lnTo>
                    <a:pt x="61" y="1673"/>
                  </a:lnTo>
                  <a:cubicBezTo>
                    <a:pt x="652" y="1561"/>
                    <a:pt x="1234" y="1505"/>
                    <a:pt x="1806" y="1505"/>
                  </a:cubicBezTo>
                  <a:cubicBezTo>
                    <a:pt x="3883" y="1505"/>
                    <a:pt x="5845" y="2245"/>
                    <a:pt x="7751" y="3770"/>
                  </a:cubicBezTo>
                  <a:cubicBezTo>
                    <a:pt x="7782" y="3800"/>
                    <a:pt x="7812" y="3831"/>
                    <a:pt x="7873" y="3831"/>
                  </a:cubicBezTo>
                  <a:cubicBezTo>
                    <a:pt x="8025" y="3831"/>
                    <a:pt x="8116" y="3648"/>
                    <a:pt x="8025" y="3527"/>
                  </a:cubicBezTo>
                  <a:cubicBezTo>
                    <a:pt x="6748" y="1673"/>
                    <a:pt x="4803" y="426"/>
                    <a:pt x="25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28"/>
            <p:cNvSpPr/>
            <p:nvPr/>
          </p:nvSpPr>
          <p:spPr>
            <a:xfrm>
              <a:off x="11271600" y="2053225"/>
              <a:ext cx="187725" cy="259150"/>
            </a:xfrm>
            <a:custGeom>
              <a:rect b="b" l="l" r="r" t="t"/>
              <a:pathLst>
                <a:path extrusionOk="0" h="10366" w="7509">
                  <a:moveTo>
                    <a:pt x="335" y="0"/>
                  </a:moveTo>
                  <a:lnTo>
                    <a:pt x="1" y="213"/>
                  </a:lnTo>
                  <a:cubicBezTo>
                    <a:pt x="62" y="304"/>
                    <a:pt x="6202" y="8967"/>
                    <a:pt x="7205" y="10365"/>
                  </a:cubicBezTo>
                  <a:lnTo>
                    <a:pt x="7509" y="10153"/>
                  </a:lnTo>
                  <a:cubicBezTo>
                    <a:pt x="6506" y="8724"/>
                    <a:pt x="396" y="92"/>
                    <a:pt x="335" y="0"/>
                  </a:cubicBezTo>
                  <a:close/>
                </a:path>
              </a:pathLst>
            </a:custGeom>
            <a:solidFill>
              <a:srgbClr val="DAE9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54" name="Google Shape;854;p28"/>
          <p:cNvSpPr txBox="1"/>
          <p:nvPr/>
        </p:nvSpPr>
        <p:spPr>
          <a:xfrm>
            <a:off x="280700" y="2668250"/>
            <a:ext cx="5286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1"/>
                </a:solidFill>
                <a:latin typeface="Fira Sans Extra Condensed SemiBold"/>
                <a:ea typeface="Fira Sans Extra Condensed SemiBold"/>
                <a:cs typeface="Fira Sans Extra Condensed SemiBold"/>
                <a:sym typeface="Fira Sans Extra Condensed SemiBold"/>
              </a:rPr>
              <a:t>Thank you for your time!</a:t>
            </a:r>
            <a:endParaRPr sz="2000">
              <a:solidFill>
                <a:srgbClr val="000000"/>
              </a:solidFill>
              <a:latin typeface="Fira Sans Extra Condensed SemiBold"/>
              <a:ea typeface="Fira Sans Extra Condensed SemiBold"/>
              <a:cs typeface="Fira Sans Extra Condensed SemiBold"/>
              <a:sym typeface="Fira Sans Extra Condensed SemiBo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Effective Leadership Infographics by Slidesgo">
  <a:themeElements>
    <a:clrScheme name="Simple Light">
      <a:dk1>
        <a:srgbClr val="000000"/>
      </a:dk1>
      <a:lt1>
        <a:srgbClr val="FFFFFF"/>
      </a:lt1>
      <a:dk2>
        <a:srgbClr val="EBE9E6"/>
      </a:dk2>
      <a:lt2>
        <a:srgbClr val="C1DAF7"/>
      </a:lt2>
      <a:accent1>
        <a:srgbClr val="91C1F7"/>
      </a:accent1>
      <a:accent2>
        <a:srgbClr val="5AA0F3"/>
      </a:accent2>
      <a:accent3>
        <a:srgbClr val="3377DA"/>
      </a:accent3>
      <a:accent4>
        <a:srgbClr val="3A639D"/>
      </a:accent4>
      <a:accent5>
        <a:srgbClr val="233B6C"/>
      </a:accent5>
      <a:accent6>
        <a:srgbClr val="132945"/>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